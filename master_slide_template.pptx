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orsiva" panose="020B060402020202020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Condensed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82" d="100"/>
          <a:sy n="82" d="100"/>
        </p:scale>
        <p:origin x="126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6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Created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by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GRII Slide Maker</a:t>
            </a:r>
          </a:p>
          <a:p>
            <a:pPr algn="r"/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-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Awan</a:t>
            </a:r>
            <a:endParaRPr lang="de-DE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3" r:id="rId32"/>
    <p:sldLayoutId id="2147483705" r:id="rId33"/>
    <p:sldLayoutId id="2147483701" r:id="rId34"/>
    <p:sldLayoutId id="2147483654" r:id="rId35"/>
    <p:sldLayoutId id="2147483655" r:id="rId36"/>
    <p:sldLayoutId id="2147483656" r:id="rId37"/>
    <p:sldLayoutId id="2147483657" r:id="rId38"/>
    <p:sldLayoutId id="2147483658" r:id="rId39"/>
    <p:sldLayoutId id="2147483659" r:id="rId4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Corsiva</vt:lpstr>
      <vt:lpstr>Calibri</vt:lpstr>
      <vt:lpstr>Roboto</vt:lpstr>
      <vt:lpstr>Arial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44</cp:revision>
  <dcterms:created xsi:type="dcterms:W3CDTF">2021-05-09T21:05:28Z</dcterms:created>
  <dcterms:modified xsi:type="dcterms:W3CDTF">2023-07-30T18:54:19Z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