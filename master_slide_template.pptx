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Calibri" panose="020F0502020204030204" pitchFamily="34" charset="0"/>
      <p:regular r:id="rId4"/>
      <p:bold r:id="rId5"/>
      <p:italic r:id="rId6"/>
      <p:boldItalic r:id="rId7"/>
    </p:embeddedFont>
    <p:embeddedFont>
      <p:font typeface="Corsiva" panose="020B0604020202020204" charset="0"/>
      <p:regular r:id="rId8"/>
      <p:bold r:id="rId9"/>
      <p:italic r:id="rId10"/>
      <p:boldItalic r:id="rId11"/>
    </p:embeddedFont>
    <p:embeddedFont>
      <p:font typeface="Roboto" panose="02000000000000000000" pitchFamily="2" charset="0"/>
      <p:regular r:id="rId12"/>
      <p:bold r:id="rId13"/>
      <p:italic r:id="rId14"/>
      <p:boldItalic r:id="rId15"/>
    </p:embeddedFont>
    <p:embeddedFont>
      <p:font typeface="Roboto Condensed" panose="020000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0A163C-5BAC-46C4-B51C-B27C04650638}" v="51" dt="2023-07-16T09:25:13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2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font" Target="fonts/font15.fntdata"/><Relationship Id="rId3" Type="http://schemas.openxmlformats.org/officeDocument/2006/relationships/notesMaster" Target="notesMasters/notesMaster1.xml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13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136" Type="http://schemas.openxmlformats.org/officeDocument/2006/relationships/theme" Target="theme/theme1.xml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10" Type="http://schemas.openxmlformats.org/officeDocument/2006/relationships/font" Target="fonts/font7.fntdata"/><Relationship Id="rId19" Type="http://schemas.openxmlformats.org/officeDocument/2006/relationships/font" Target="fonts/font16.fntdata"/><Relationship Id="rId135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0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0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0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0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0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0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0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0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0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0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0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0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khalik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4D7238E-834E-DFBE-E96A-DCEDEB9609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computer screen&#10;&#10;Description automatically generated">
            <a:extLst>
              <a:ext uri="{FF2B5EF4-FFF2-40B4-BE49-F238E27FC236}">
                <a16:creationId xmlns:a16="http://schemas.microsoft.com/office/drawing/2014/main" id="{42E7A4ED-6C93-434A-A0EA-99F149EE61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close-up of a black background&#10;&#10;Description automatically generated">
            <a:extLst>
              <a:ext uri="{FF2B5EF4-FFF2-40B4-BE49-F238E27FC236}">
                <a16:creationId xmlns:a16="http://schemas.microsoft.com/office/drawing/2014/main" id="{37CFD331-FA04-FCA7-6477-ED70D5ADD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53;p56">
            <a:extLst>
              <a:ext uri="{FF2B5EF4-FFF2-40B4-BE49-F238E27FC236}">
                <a16:creationId xmlns:a16="http://schemas.microsoft.com/office/drawing/2014/main" id="{0AE1DAC5-5574-99B2-B716-90789A8A8EC5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64770" y="0"/>
            <a:ext cx="9462459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86638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59;p51">
            <a:extLst>
              <a:ext uri="{FF2B5EF4-FFF2-40B4-BE49-F238E27FC236}">
                <a16:creationId xmlns:a16="http://schemas.microsoft.com/office/drawing/2014/main" id="{74352B10-F48A-65A4-861F-4D0C08647147}"/>
              </a:ext>
            </a:extLst>
          </p:cNvPr>
          <p:cNvSpPr/>
          <p:nvPr userDrawn="1"/>
        </p:nvSpPr>
        <p:spPr>
          <a:xfrm>
            <a:off x="5547300" y="1577076"/>
            <a:ext cx="5120700" cy="16077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Pdt</a:t>
            </a:r>
            <a:r>
              <a:rPr lang="en-US" sz="3600" dirty="0"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dirty="0" err="1">
                <a:latin typeface="Corsiva"/>
                <a:ea typeface="Corsiva"/>
                <a:cs typeface="Corsiva"/>
                <a:sym typeface="Corsiva"/>
              </a:rPr>
              <a:t>Kristanto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b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</a:b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Sabtu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560;p51">
            <a:extLst>
              <a:ext uri="{FF2B5EF4-FFF2-40B4-BE49-F238E27FC236}">
                <a16:creationId xmlns:a16="http://schemas.microsoft.com/office/drawing/2014/main" id="{4237855C-70D7-EB70-5B80-E4F2E75BA6DA}"/>
              </a:ext>
            </a:extLst>
          </p:cNvPr>
          <p:cNvSpPr/>
          <p:nvPr userDrawn="1"/>
        </p:nvSpPr>
        <p:spPr>
          <a:xfrm>
            <a:off x="5547300" y="3442425"/>
            <a:ext cx="5120700" cy="1331400"/>
          </a:xfrm>
          <a:prstGeom prst="rect">
            <a:avLst/>
          </a:prstGeom>
          <a:solidFill>
            <a:srgbClr val="FFFFFF">
              <a:alpha val="47843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862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orsiva"/>
              <a:buNone/>
            </a:pP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Seminar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Pfr</a:t>
            </a:r>
            <a:r>
              <a:rPr lang="en-US" sz="36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. Billy </a:t>
            </a:r>
            <a:r>
              <a:rPr lang="en-US" sz="36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Kristanto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Samstags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11.00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/>
          <p:nvPr userDrawn="1"/>
        </p:nvSpPr>
        <p:spPr>
          <a:xfrm>
            <a:off x="2905540" y="626166"/>
            <a:ext cx="7762500" cy="28029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Ibadah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Perjamuan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Kudus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Sonntagsgottesdienst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&amp;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Abendmahl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06;p39" descr="patrick-fore-b_SHPU5M3nk-unsplash.jpg">
            <a:extLst>
              <a:ext uri="{FF2B5EF4-FFF2-40B4-BE49-F238E27FC236}">
                <a16:creationId xmlns:a16="http://schemas.microsoft.com/office/drawing/2014/main" id="{AA137833-C3CC-407D-BB02-5B99726E987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CD326AAA-4C6E-DAFA-FBD7-0F450853DE4B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Persekutuan</a:t>
            </a: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de-DE" sz="4400" dirty="0" err="1">
                <a:latin typeface="Corsiva"/>
                <a:ea typeface="Corsiva"/>
                <a:cs typeface="Corsiva"/>
                <a:sym typeface="Corsiva"/>
              </a:rPr>
              <a:t>Doa</a:t>
            </a:r>
            <a:endParaRPr sz="4400" dirty="0">
              <a:latin typeface="Corsiva"/>
              <a:ea typeface="Corsiva"/>
              <a:cs typeface="Corsiva"/>
              <a:sym typeface="Corsiva"/>
            </a:endParaRPr>
          </a:p>
          <a:p>
            <a:pPr algn="ctr">
              <a:buSzPts val="2000"/>
            </a:pPr>
            <a:r>
              <a:rPr lang="de-DE" sz="2000" dirty="0" err="1"/>
              <a:t>Setiap</a:t>
            </a:r>
            <a:r>
              <a:rPr lang="de-DE" sz="2000" dirty="0"/>
              <a:t> </a:t>
            </a:r>
            <a:r>
              <a:rPr lang="de-DE" sz="2000" dirty="0" err="1"/>
              <a:t>Minggu</a:t>
            </a:r>
            <a:r>
              <a:rPr lang="de-DE" sz="2000" dirty="0"/>
              <a:t>, 11:00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  <p:sp>
        <p:nvSpPr>
          <p:cNvPr id="5" name="Google Shape;508;p39">
            <a:extLst>
              <a:ext uri="{FF2B5EF4-FFF2-40B4-BE49-F238E27FC236}">
                <a16:creationId xmlns:a16="http://schemas.microsoft.com/office/drawing/2014/main" id="{059CDEEF-7C3C-5204-347A-D9E168DA65DB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r>
              <a:rPr lang="de-DE" sz="4400" dirty="0">
                <a:latin typeface="Corsiva"/>
                <a:ea typeface="Corsiva"/>
                <a:cs typeface="Corsiva"/>
                <a:sym typeface="Corsiva"/>
              </a:rPr>
              <a:t>Gebetskreis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Sonntags, 11.00 CEST</a:t>
            </a:r>
            <a:endParaRPr dirty="0"/>
          </a:p>
          <a:p>
            <a:pPr algn="ctr">
              <a:buSzPts val="2000"/>
            </a:pPr>
            <a:r>
              <a:rPr lang="de-DE" sz="2000" dirty="0"/>
              <a:t>Berner Heerweg 60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71426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85;g247ebc81067_0_0">
            <a:extLst>
              <a:ext uri="{FF2B5EF4-FFF2-40B4-BE49-F238E27FC236}">
                <a16:creationId xmlns:a16="http://schemas.microsoft.com/office/drawing/2014/main" id="{5813634B-C1CF-2576-C8A6-91866D56E4BA}"/>
              </a:ext>
            </a:extLst>
          </p:cNvPr>
          <p:cNvSpPr/>
          <p:nvPr userDrawn="1"/>
        </p:nvSpPr>
        <p:spPr>
          <a:xfrm>
            <a:off x="5479398" y="1205264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Sekolah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 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Minggu</a:t>
            </a:r>
            <a:endParaRPr sz="4400" b="0" i="0" u="none" strike="noStrike" cap="none" dirty="0">
              <a:solidFill>
                <a:srgbClr val="000000"/>
              </a:solidFill>
              <a:latin typeface="Corsiva"/>
              <a:ea typeface="Corsiva"/>
              <a:cs typeface="Corsiva"/>
              <a:sym typeface="Corsiva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Setiap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Minggu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86;g247ebc81067_0_0">
            <a:extLst>
              <a:ext uri="{FF2B5EF4-FFF2-40B4-BE49-F238E27FC236}">
                <a16:creationId xmlns:a16="http://schemas.microsoft.com/office/drawing/2014/main" id="{85D452FD-1D1D-A063-A01C-62E121A92ABC}"/>
              </a:ext>
            </a:extLst>
          </p:cNvPr>
          <p:cNvSpPr/>
          <p:nvPr userDrawn="1"/>
        </p:nvSpPr>
        <p:spPr>
          <a:xfrm>
            <a:off x="5479398" y="2983265"/>
            <a:ext cx="5232300" cy="1625700"/>
          </a:xfrm>
          <a:prstGeom prst="rect">
            <a:avLst/>
          </a:prstGeom>
          <a:solidFill>
            <a:srgbClr val="FFFFFF">
              <a:alpha val="47450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294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 err="1">
                <a:latin typeface="Corsiva"/>
                <a:ea typeface="Corsiva"/>
                <a:cs typeface="Corsiva"/>
                <a:sym typeface="Corsiva"/>
              </a:rPr>
              <a:t>Sonntagsschule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Sunday, </a:t>
            </a:r>
            <a:r>
              <a:rPr lang="en-US" sz="2000" dirty="0"/>
              <a:t>9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.00 CEST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Berner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Heerweg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60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ARTA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1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Kaffezeit!	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696" r:id="rId26"/>
    <p:sldLayoutId id="2147483697" r:id="rId27"/>
    <p:sldLayoutId id="2147483698" r:id="rId28"/>
    <p:sldLayoutId id="2147483699" r:id="rId29"/>
    <p:sldLayoutId id="2147483700" r:id="rId30"/>
    <p:sldLayoutId id="2147483702" r:id="rId31"/>
    <p:sldLayoutId id="2147483701" r:id="rId32"/>
    <p:sldLayoutId id="2147483654" r:id="rId33"/>
    <p:sldLayoutId id="2147483655" r:id="rId34"/>
    <p:sldLayoutId id="2147483656" r:id="rId35"/>
    <p:sldLayoutId id="2147483657" r:id="rId36"/>
    <p:sldLayoutId id="2147483658" r:id="rId37"/>
    <p:sldLayoutId id="2147483659" r:id="rId3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039A-6739-F2A3-50AE-B89517CE58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DB5D8E-56DE-AFB6-67C0-0CD772D92C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980670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Corsiva</vt:lpstr>
      <vt:lpstr>Roboto</vt:lpstr>
      <vt:lpstr>Roboto Condensed</vt:lpstr>
      <vt:lpstr>Calibri</vt:lpstr>
      <vt:lpstr>Simple Dark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34</cp:revision>
  <dcterms:created xsi:type="dcterms:W3CDTF">2021-05-09T21:05:28Z</dcterms:created>
  <dcterms:modified xsi:type="dcterms:W3CDTF">2023-07-18T13:49:48Z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