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orsiva" panose="020B060402020202020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A163C-5BAC-46C4-B51C-B27C04650638}" v="51" dt="2023-07-16T09:25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3"/>
    <p:restoredTop sz="94692"/>
  </p:normalViewPr>
  <p:slideViewPr>
    <p:cSldViewPr snapToGrid="0">
      <p:cViewPr varScale="1">
        <p:scale>
          <a:sx n="82" d="100"/>
          <a:sy n="82" d="100"/>
        </p:scale>
        <p:origin x="12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font" Target="fonts/font16.fntdata"/><Relationship Id="rId3" Type="http://schemas.openxmlformats.org/officeDocument/2006/relationships/font" Target="fonts/font1.fntdata"/><Relationship Id="rId133" Type="http://customschemas.google.com/relationships/presentationmetadata" Target="metadata"/><Relationship Id="rId138" Type="http://schemas.microsoft.com/office/2016/11/relationships/changesInfo" Target="changesInfos/changesInfo1.xml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font" Target="fonts/font15.fntdata"/><Relationship Id="rId13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6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136" Type="http://schemas.openxmlformats.org/officeDocument/2006/relationships/theme" Target="theme/theme1.xml"/><Relationship Id="rId5" Type="http://schemas.openxmlformats.org/officeDocument/2006/relationships/font" Target="fonts/font3.fntdata"/><Relationship Id="rId15" Type="http://schemas.openxmlformats.org/officeDocument/2006/relationships/font" Target="fonts/font13.fntdata"/><Relationship Id="rId10" Type="http://schemas.openxmlformats.org/officeDocument/2006/relationships/font" Target="fonts/font8.fntdata"/><Relationship Id="rId135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Relationship Id="rId134" Type="http://schemas.openxmlformats.org/officeDocument/2006/relationships/presProps" Target="presProps.xml"/><Relationship Id="rId13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0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0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0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0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0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0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0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0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0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0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0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0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/>
              <a:t> 43, 1-2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khalik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4D7238E-834E-DFBE-E96A-DCEDEB96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42E7A4ED-6C93-434A-A0EA-99F149EE61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37CFD331-FA04-FCA7-6477-ED70D5ADD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53;p56">
            <a:extLst>
              <a:ext uri="{FF2B5EF4-FFF2-40B4-BE49-F238E27FC236}">
                <a16:creationId xmlns:a16="http://schemas.microsoft.com/office/drawing/2014/main" id="{0AE1DAC5-5574-99B2-B716-90789A8A8EC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64770" y="0"/>
            <a:ext cx="946245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663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59;p51">
            <a:extLst>
              <a:ext uri="{FF2B5EF4-FFF2-40B4-BE49-F238E27FC236}">
                <a16:creationId xmlns:a16="http://schemas.microsoft.com/office/drawing/2014/main" id="{74352B10-F48A-65A4-861F-4D0C08647147}"/>
              </a:ext>
            </a:extLst>
          </p:cNvPr>
          <p:cNvSpPr/>
          <p:nvPr userDrawn="1"/>
        </p:nvSpPr>
        <p:spPr>
          <a:xfrm>
            <a:off x="5547300" y="1577076"/>
            <a:ext cx="5120700" cy="16077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Pdt</a:t>
            </a: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Kristanto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b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</a:b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Sabtu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60;p51">
            <a:extLst>
              <a:ext uri="{FF2B5EF4-FFF2-40B4-BE49-F238E27FC236}">
                <a16:creationId xmlns:a16="http://schemas.microsoft.com/office/drawing/2014/main" id="{4237855C-70D7-EB70-5B80-E4F2E75BA6DA}"/>
              </a:ext>
            </a:extLst>
          </p:cNvPr>
          <p:cNvSpPr/>
          <p:nvPr userDrawn="1"/>
        </p:nvSpPr>
        <p:spPr>
          <a:xfrm>
            <a:off x="5547300" y="3442425"/>
            <a:ext cx="5120700" cy="13314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Pfr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Kristanto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Samstags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/>
          <p:nvPr userDrawn="1"/>
        </p:nvSpPr>
        <p:spPr>
          <a:xfrm>
            <a:off x="2905540" y="626166"/>
            <a:ext cx="7762500" cy="28029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Ibadah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Perjamuan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Kudus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Sonntagsgottesdienst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Abendmahl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06;p39" descr="patrick-fore-b_SHPU5M3nk-unsplash.jpg">
            <a:extLst>
              <a:ext uri="{FF2B5EF4-FFF2-40B4-BE49-F238E27FC236}">
                <a16:creationId xmlns:a16="http://schemas.microsoft.com/office/drawing/2014/main" id="{AA137833-C3CC-407D-BB02-5B99726E987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CD326AAA-4C6E-DAFA-FBD7-0F450853DE4B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Persekutuan</a:t>
            </a: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Doa</a:t>
            </a:r>
            <a:endParaRPr sz="4400" dirty="0">
              <a:latin typeface="Corsiva"/>
              <a:ea typeface="Corsiva"/>
              <a:cs typeface="Corsiva"/>
              <a:sym typeface="Corsiva"/>
            </a:endParaRPr>
          </a:p>
          <a:p>
            <a:pPr algn="ctr">
              <a:buSzPts val="2000"/>
            </a:pPr>
            <a:r>
              <a:rPr lang="de-DE" sz="2000" dirty="0" err="1"/>
              <a:t>Setiap</a:t>
            </a:r>
            <a:r>
              <a:rPr lang="de-DE" sz="2000" dirty="0"/>
              <a:t> </a:t>
            </a:r>
            <a:r>
              <a:rPr lang="de-DE" sz="2000" dirty="0" err="1"/>
              <a:t>Minggu</a:t>
            </a:r>
            <a:r>
              <a:rPr lang="de-DE" sz="2000" dirty="0"/>
              <a:t>, 11:00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  <p:sp>
        <p:nvSpPr>
          <p:cNvPr id="5" name="Google Shape;508;p39">
            <a:extLst>
              <a:ext uri="{FF2B5EF4-FFF2-40B4-BE49-F238E27FC236}">
                <a16:creationId xmlns:a16="http://schemas.microsoft.com/office/drawing/2014/main" id="{059CDEEF-7C3C-5204-347A-D9E168DA65DB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Gebetskreis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Sonntags, 11.00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142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85;g247ebc81067_0_0">
            <a:extLst>
              <a:ext uri="{FF2B5EF4-FFF2-40B4-BE49-F238E27FC236}">
                <a16:creationId xmlns:a16="http://schemas.microsoft.com/office/drawing/2014/main" id="{5813634B-C1CF-2576-C8A6-91866D56E4BA}"/>
              </a:ext>
            </a:extLst>
          </p:cNvPr>
          <p:cNvSpPr/>
          <p:nvPr userDrawn="1"/>
        </p:nvSpPr>
        <p:spPr>
          <a:xfrm>
            <a:off x="5479398" y="1205264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Sekolah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endParaRPr sz="4400" b="0" i="0" u="none" strike="noStrike" cap="none" dirty="0">
              <a:solidFill>
                <a:srgbClr val="000000"/>
              </a:solidFill>
              <a:latin typeface="Corsiva"/>
              <a:ea typeface="Corsiva"/>
              <a:cs typeface="Corsiva"/>
              <a:sym typeface="Corsi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6;g247ebc81067_0_0">
            <a:extLst>
              <a:ext uri="{FF2B5EF4-FFF2-40B4-BE49-F238E27FC236}">
                <a16:creationId xmlns:a16="http://schemas.microsoft.com/office/drawing/2014/main" id="{85D452FD-1D1D-A063-A01C-62E121A92ABC}"/>
              </a:ext>
            </a:extLst>
          </p:cNvPr>
          <p:cNvSpPr/>
          <p:nvPr userDrawn="1"/>
        </p:nvSpPr>
        <p:spPr>
          <a:xfrm>
            <a:off x="5479398" y="2983265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latin typeface="Corsiva"/>
                <a:ea typeface="Corsiva"/>
                <a:cs typeface="Corsiva"/>
                <a:sym typeface="Corsiva"/>
              </a:rPr>
              <a:t>Sonntagsschule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1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Kaffezeit!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2" r:id="rId31"/>
    <p:sldLayoutId id="2147483703" r:id="rId32"/>
    <p:sldLayoutId id="2147483705" r:id="rId33"/>
    <p:sldLayoutId id="2147483701" r:id="rId34"/>
    <p:sldLayoutId id="2147483654" r:id="rId35"/>
    <p:sldLayoutId id="2147483655" r:id="rId36"/>
    <p:sldLayoutId id="2147483656" r:id="rId37"/>
    <p:sldLayoutId id="2147483657" r:id="rId38"/>
    <p:sldLayoutId id="2147483658" r:id="rId39"/>
    <p:sldLayoutId id="2147483659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Roboto Condensed</vt:lpstr>
      <vt:lpstr>Roboto</vt:lpstr>
      <vt:lpstr>Calibri</vt:lpstr>
      <vt:lpstr>Corsiva</vt:lpstr>
      <vt:lpstr>Arial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41</cp:revision>
  <dcterms:created xsi:type="dcterms:W3CDTF">2021-05-09T21:05:28Z</dcterms:created>
  <dcterms:modified xsi:type="dcterms:W3CDTF">2023-07-20T14:39:06Z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