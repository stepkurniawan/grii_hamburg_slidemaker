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0" r:id="rId2"/>
  </p:sldMasterIdLst>
  <p:notesMasterIdLst>
    <p:notesMasterId r:id="rId44"/>
  </p:notesMasterIdLst>
  <p:sldIdLst>
    <p:sldId id="256" r:id="rId3"/>
    <p:sldId id="257" r:id="rId4"/>
    <p:sldId id="283" r:id="rId5"/>
    <p:sldId id="284" r:id="rId6"/>
    <p:sldId id="298" r:id="rId7"/>
    <p:sldId id="299" r:id="rId8"/>
    <p:sldId id="300" r:id="rId9"/>
    <p:sldId id="302" r:id="rId10"/>
    <p:sldId id="304" r:id="rId11"/>
    <p:sldId id="305" r:id="rId12"/>
    <p:sldId id="306" r:id="rId13"/>
    <p:sldId id="307" r:id="rId14"/>
    <p:sldId id="308" r:id="rId15"/>
    <p:sldId id="309" r:id="rId16"/>
    <p:sldId id="310" r:id="rId17"/>
    <p:sldId id="311" r:id="rId18"/>
    <p:sldId id="312" r:id="rId19"/>
    <p:sldId id="313" r:id="rId20"/>
    <p:sldId id="314" r:id="rId21"/>
    <p:sldId id="315" r:id="rId22"/>
    <p:sldId id="333" r:id="rId23"/>
    <p:sldId id="401" r:id="rId24"/>
    <p:sldId id="402" r:id="rId25"/>
    <p:sldId id="335" r:id="rId26"/>
    <p:sldId id="336" r:id="rId27"/>
    <p:sldId id="337" r:id="rId28"/>
    <p:sldId id="338" r:id="rId29"/>
    <p:sldId id="393" r:id="rId30"/>
    <p:sldId id="339" r:id="rId31"/>
    <p:sldId id="340" r:id="rId32"/>
    <p:sldId id="341" r:id="rId33"/>
    <p:sldId id="383" r:id="rId34"/>
    <p:sldId id="343" r:id="rId35"/>
    <p:sldId id="342" r:id="rId36"/>
    <p:sldId id="292" r:id="rId37"/>
    <p:sldId id="344" r:id="rId38"/>
    <p:sldId id="345" r:id="rId39"/>
    <p:sldId id="346" r:id="rId40"/>
    <p:sldId id="347" r:id="rId41"/>
    <p:sldId id="348" r:id="rId42"/>
    <p:sldId id="349" r:id="rId43"/>
  </p:sldIdLst>
  <p:sldSz cx="12192000" cy="6858000"/>
  <p:notesSz cx="6858000" cy="9144000"/>
  <p:embeddedFontLst>
    <p:embeddedFont>
      <p:font typeface="Calibri" panose="020F0502020204030204" pitchFamily="34" charset="0"/>
      <p:regular r:id="rId45"/>
      <p:bold r:id="rId46"/>
      <p:italic r:id="rId47"/>
      <p:boldItalic r:id="rId48"/>
    </p:embeddedFont>
    <p:embeddedFont>
      <p:font typeface="Corsiva" panose="020B0604020202020204" charset="0"/>
      <p:regular r:id="rId49"/>
      <p:bold r:id="rId50"/>
      <p:italic r:id="rId51"/>
      <p:boldItalic r:id="rId52"/>
    </p:embeddedFont>
    <p:embeddedFont>
      <p:font typeface="Roboto" panose="02000000000000000000" pitchFamily="2" charset="0"/>
      <p:regular r:id="rId53"/>
      <p:bold r:id="rId54"/>
      <p:italic r:id="rId55"/>
      <p:boldItalic r:id="rId56"/>
    </p:embeddedFont>
    <p:embeddedFont>
      <p:font typeface="Roboto Condensed" panose="02000000000000000000" pitchFamily="2" charset="0"/>
      <p:regular r:id="rId57"/>
      <p:bold r:id="rId58"/>
      <p:italic r:id="rId59"/>
      <p:boldItalic r:id="rId6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33" roundtripDataSignature="AMtx7mhX8iAqc25r3+O3XsHp1GR43/i1h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0A163C-5BAC-46C4-B51C-B27C04650638}" v="51" dt="2023-07-16T09:25:13.70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22753"/>
    <p:restoredTop sz="94692"/>
  </p:normalViewPr>
  <p:slideViewPr>
    <p:cSldViewPr snapToGrid="0">
      <p:cViewPr varScale="1">
        <p:scale>
          <a:sx n="83" d="100"/>
          <a:sy n="83" d="100"/>
        </p:scale>
        <p:origin x="331"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font" Target="fonts/font3.fntdata"/><Relationship Id="rId50" Type="http://schemas.openxmlformats.org/officeDocument/2006/relationships/font" Target="fonts/font6.fntdata"/><Relationship Id="rId55" Type="http://schemas.openxmlformats.org/officeDocument/2006/relationships/font" Target="fonts/font11.fntdata"/><Relationship Id="rId133" Type="http://customschemas.google.com/relationships/presentationmetadata" Target="metadata"/><Relationship Id="rId138" Type="http://schemas.microsoft.com/office/2016/11/relationships/changesInfo" Target="changesInfos/changesInfo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font" Target="fonts/font1.fntdata"/><Relationship Id="rId53" Type="http://schemas.openxmlformats.org/officeDocument/2006/relationships/font" Target="fonts/font9.fntdata"/><Relationship Id="rId58" Type="http://schemas.openxmlformats.org/officeDocument/2006/relationships/font" Target="fonts/font14.fntdata"/><Relationship Id="rId136" Type="http://schemas.openxmlformats.org/officeDocument/2006/relationships/theme" Target="theme/theme1.xml"/><Relationship Id="rId5" Type="http://schemas.openxmlformats.org/officeDocument/2006/relationships/slide" Target="slides/slide3.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font" Target="fonts/font4.fntdata"/><Relationship Id="rId56" Type="http://schemas.openxmlformats.org/officeDocument/2006/relationships/font" Target="fonts/font12.fntdata"/><Relationship Id="rId134" Type="http://schemas.openxmlformats.org/officeDocument/2006/relationships/presProps" Target="presProps.xml"/><Relationship Id="rId139" Type="http://schemas.microsoft.com/office/2015/10/relationships/revisionInfo" Target="revisionInfo.xml"/><Relationship Id="rId8" Type="http://schemas.openxmlformats.org/officeDocument/2006/relationships/slide" Target="slides/slide6.xml"/><Relationship Id="rId51" Type="http://schemas.openxmlformats.org/officeDocument/2006/relationships/font" Target="fonts/font7.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font" Target="fonts/font2.fntdata"/><Relationship Id="rId59" Type="http://schemas.openxmlformats.org/officeDocument/2006/relationships/font" Target="fonts/font15.fntdata"/><Relationship Id="rId137" Type="http://schemas.openxmlformats.org/officeDocument/2006/relationships/tableStyles" Target="tableStyle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font" Target="fonts/font5.fntdata"/><Relationship Id="rId57" Type="http://schemas.openxmlformats.org/officeDocument/2006/relationships/font" Target="fonts/font13.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notesMaster" Target="notesMasters/notesMaster1.xml"/><Relationship Id="rId52" Type="http://schemas.openxmlformats.org/officeDocument/2006/relationships/font" Target="fonts/font8.fntdata"/><Relationship Id="rId60" Type="http://schemas.openxmlformats.org/officeDocument/2006/relationships/font" Target="fonts/font16.fntdata"/><Relationship Id="rId135"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rtanago, Kenwyn" userId="280bbbef-73a8-4da2-b05f-60f93405c8ba" providerId="ADAL" clId="{7A0A163C-5BAC-46C4-B51C-B27C04650638}"/>
    <pc:docChg chg="undo custSel addSld delSld modSld sldOrd modMainMaster">
      <pc:chgData name="Artanago, Kenwyn" userId="280bbbef-73a8-4da2-b05f-60f93405c8ba" providerId="ADAL" clId="{7A0A163C-5BAC-46C4-B51C-B27C04650638}" dt="2023-07-16T09:26:25.532" v="454" actId="729"/>
      <pc:docMkLst>
        <pc:docMk/>
      </pc:docMkLst>
      <pc:sldChg chg="addSp modSp mod">
        <pc:chgData name="Artanago, Kenwyn" userId="280bbbef-73a8-4da2-b05f-60f93405c8ba" providerId="ADAL" clId="{7A0A163C-5BAC-46C4-B51C-B27C04650638}" dt="2023-07-16T08:04:42.149" v="4" actId="27614"/>
        <pc:sldMkLst>
          <pc:docMk/>
          <pc:sldMk cId="0" sldId="258"/>
        </pc:sldMkLst>
        <pc:picChg chg="add mod">
          <ac:chgData name="Artanago, Kenwyn" userId="280bbbef-73a8-4da2-b05f-60f93405c8ba" providerId="ADAL" clId="{7A0A163C-5BAC-46C4-B51C-B27C04650638}" dt="2023-07-16T08:04:42.149" v="4" actId="27614"/>
          <ac:picMkLst>
            <pc:docMk/>
            <pc:sldMk cId="0" sldId="258"/>
            <ac:picMk id="5" creationId="{A9540718-E3AD-4C61-A94A-262FADD42A4A}"/>
          </ac:picMkLst>
        </pc:picChg>
      </pc:sldChg>
      <pc:sldChg chg="addSp modSp mod">
        <pc:chgData name="Artanago, Kenwyn" userId="280bbbef-73a8-4da2-b05f-60f93405c8ba" providerId="ADAL" clId="{7A0A163C-5BAC-46C4-B51C-B27C04650638}" dt="2023-07-16T08:04:45.032" v="7" actId="962"/>
        <pc:sldMkLst>
          <pc:docMk/>
          <pc:sldMk cId="0" sldId="259"/>
        </pc:sldMkLst>
        <pc:picChg chg="add mod">
          <ac:chgData name="Artanago, Kenwyn" userId="280bbbef-73a8-4da2-b05f-60f93405c8ba" providerId="ADAL" clId="{7A0A163C-5BAC-46C4-B51C-B27C04650638}" dt="2023-07-16T08:04:45.032" v="7" actId="962"/>
          <ac:picMkLst>
            <pc:docMk/>
            <pc:sldMk cId="0" sldId="259"/>
            <ac:picMk id="5" creationId="{421BEB6B-2C09-4977-A9EB-711A5F47280C}"/>
          </ac:picMkLst>
        </pc:picChg>
      </pc:sldChg>
      <pc:sldChg chg="addSp modSp mod">
        <pc:chgData name="Artanago, Kenwyn" userId="280bbbef-73a8-4da2-b05f-60f93405c8ba" providerId="ADAL" clId="{7A0A163C-5BAC-46C4-B51C-B27C04650638}" dt="2023-07-16T08:04:48.376" v="10" actId="962"/>
        <pc:sldMkLst>
          <pc:docMk/>
          <pc:sldMk cId="0" sldId="260"/>
        </pc:sldMkLst>
        <pc:picChg chg="add mod">
          <ac:chgData name="Artanago, Kenwyn" userId="280bbbef-73a8-4da2-b05f-60f93405c8ba" providerId="ADAL" clId="{7A0A163C-5BAC-46C4-B51C-B27C04650638}" dt="2023-07-16T08:04:48.376" v="10" actId="962"/>
          <ac:picMkLst>
            <pc:docMk/>
            <pc:sldMk cId="0" sldId="260"/>
            <ac:picMk id="5" creationId="{B83D3DC2-8B0B-4BB0-B71C-93E9C3016FD8}"/>
          </ac:picMkLst>
        </pc:picChg>
      </pc:sldChg>
      <pc:sldChg chg="addSp modSp mod">
        <pc:chgData name="Artanago, Kenwyn" userId="280bbbef-73a8-4da2-b05f-60f93405c8ba" providerId="ADAL" clId="{7A0A163C-5BAC-46C4-B51C-B27C04650638}" dt="2023-07-16T08:04:52.024" v="13" actId="962"/>
        <pc:sldMkLst>
          <pc:docMk/>
          <pc:sldMk cId="0" sldId="261"/>
        </pc:sldMkLst>
        <pc:picChg chg="add mod">
          <ac:chgData name="Artanago, Kenwyn" userId="280bbbef-73a8-4da2-b05f-60f93405c8ba" providerId="ADAL" clId="{7A0A163C-5BAC-46C4-B51C-B27C04650638}" dt="2023-07-16T08:04:52.024" v="13" actId="962"/>
          <ac:picMkLst>
            <pc:docMk/>
            <pc:sldMk cId="0" sldId="261"/>
            <ac:picMk id="6" creationId="{DE4233D7-8AA5-4DCB-B582-03E6C558FD3B}"/>
          </ac:picMkLst>
        </pc:picChg>
      </pc:sldChg>
      <pc:sldChg chg="addSp modSp mod">
        <pc:chgData name="Artanago, Kenwyn" userId="280bbbef-73a8-4da2-b05f-60f93405c8ba" providerId="ADAL" clId="{7A0A163C-5BAC-46C4-B51C-B27C04650638}" dt="2023-07-16T08:04:56.273" v="15" actId="27614"/>
        <pc:sldMkLst>
          <pc:docMk/>
          <pc:sldMk cId="0" sldId="262"/>
        </pc:sldMkLst>
        <pc:picChg chg="add mod">
          <ac:chgData name="Artanago, Kenwyn" userId="280bbbef-73a8-4da2-b05f-60f93405c8ba" providerId="ADAL" clId="{7A0A163C-5BAC-46C4-B51C-B27C04650638}" dt="2023-07-16T08:04:56.273" v="15" actId="27614"/>
          <ac:picMkLst>
            <pc:docMk/>
            <pc:sldMk cId="0" sldId="262"/>
            <ac:picMk id="6" creationId="{88888088-E6FF-4595-BE2F-A597A04E1D33}"/>
          </ac:picMkLst>
        </pc:picChg>
      </pc:sldChg>
      <pc:sldChg chg="addSp modSp mod">
        <pc:chgData name="Artanago, Kenwyn" userId="280bbbef-73a8-4da2-b05f-60f93405c8ba" providerId="ADAL" clId="{7A0A163C-5BAC-46C4-B51C-B27C04650638}" dt="2023-07-16T08:05:00.250" v="18" actId="962"/>
        <pc:sldMkLst>
          <pc:docMk/>
          <pc:sldMk cId="0" sldId="263"/>
        </pc:sldMkLst>
        <pc:picChg chg="add mod">
          <ac:chgData name="Artanago, Kenwyn" userId="280bbbef-73a8-4da2-b05f-60f93405c8ba" providerId="ADAL" clId="{7A0A163C-5BAC-46C4-B51C-B27C04650638}" dt="2023-07-16T08:05:00.250" v="18" actId="962"/>
          <ac:picMkLst>
            <pc:docMk/>
            <pc:sldMk cId="0" sldId="263"/>
            <ac:picMk id="6" creationId="{F16C39DC-9BD2-4880-9D07-F8E942AE7C10}"/>
          </ac:picMkLst>
        </pc:picChg>
      </pc:sldChg>
      <pc:sldChg chg="addSp modSp mod">
        <pc:chgData name="Artanago, Kenwyn" userId="280bbbef-73a8-4da2-b05f-60f93405c8ba" providerId="ADAL" clId="{7A0A163C-5BAC-46C4-B51C-B27C04650638}" dt="2023-07-16T08:05:04.224" v="21" actId="962"/>
        <pc:sldMkLst>
          <pc:docMk/>
          <pc:sldMk cId="0" sldId="264"/>
        </pc:sldMkLst>
        <pc:picChg chg="add mod">
          <ac:chgData name="Artanago, Kenwyn" userId="280bbbef-73a8-4da2-b05f-60f93405c8ba" providerId="ADAL" clId="{7A0A163C-5BAC-46C4-B51C-B27C04650638}" dt="2023-07-16T08:05:04.224" v="21" actId="962"/>
          <ac:picMkLst>
            <pc:docMk/>
            <pc:sldMk cId="0" sldId="264"/>
            <ac:picMk id="6" creationId="{22C73110-7AF0-4838-8F44-3DFFD1681131}"/>
          </ac:picMkLst>
        </pc:picChg>
      </pc:sldChg>
      <pc:sldChg chg="addSp modSp mod">
        <pc:chgData name="Artanago, Kenwyn" userId="280bbbef-73a8-4da2-b05f-60f93405c8ba" providerId="ADAL" clId="{7A0A163C-5BAC-46C4-B51C-B27C04650638}" dt="2023-07-16T08:05:08.019" v="24" actId="962"/>
        <pc:sldMkLst>
          <pc:docMk/>
          <pc:sldMk cId="0" sldId="265"/>
        </pc:sldMkLst>
        <pc:picChg chg="add mod">
          <ac:chgData name="Artanago, Kenwyn" userId="280bbbef-73a8-4da2-b05f-60f93405c8ba" providerId="ADAL" clId="{7A0A163C-5BAC-46C4-B51C-B27C04650638}" dt="2023-07-16T08:05:08.019" v="24" actId="962"/>
          <ac:picMkLst>
            <pc:docMk/>
            <pc:sldMk cId="0" sldId="265"/>
            <ac:picMk id="6" creationId="{D58DB986-C50F-4C0C-AFC4-E9029C1FA179}"/>
          </ac:picMkLst>
        </pc:picChg>
      </pc:sldChg>
      <pc:sldChg chg="addSp modSp mod">
        <pc:chgData name="Artanago, Kenwyn" userId="280bbbef-73a8-4da2-b05f-60f93405c8ba" providerId="ADAL" clId="{7A0A163C-5BAC-46C4-B51C-B27C04650638}" dt="2023-07-16T08:05:11.910" v="27" actId="962"/>
        <pc:sldMkLst>
          <pc:docMk/>
          <pc:sldMk cId="0" sldId="266"/>
        </pc:sldMkLst>
        <pc:picChg chg="add mod">
          <ac:chgData name="Artanago, Kenwyn" userId="280bbbef-73a8-4da2-b05f-60f93405c8ba" providerId="ADAL" clId="{7A0A163C-5BAC-46C4-B51C-B27C04650638}" dt="2023-07-16T08:05:11.910" v="27" actId="962"/>
          <ac:picMkLst>
            <pc:docMk/>
            <pc:sldMk cId="0" sldId="266"/>
            <ac:picMk id="6" creationId="{44422C44-C731-47E0-A8C8-22998B7197B7}"/>
          </ac:picMkLst>
        </pc:picChg>
      </pc:sldChg>
      <pc:sldChg chg="addSp modSp mod">
        <pc:chgData name="Artanago, Kenwyn" userId="280bbbef-73a8-4da2-b05f-60f93405c8ba" providerId="ADAL" clId="{7A0A163C-5BAC-46C4-B51C-B27C04650638}" dt="2023-07-16T08:05:18.136" v="30" actId="962"/>
        <pc:sldMkLst>
          <pc:docMk/>
          <pc:sldMk cId="0" sldId="267"/>
        </pc:sldMkLst>
        <pc:picChg chg="add mod">
          <ac:chgData name="Artanago, Kenwyn" userId="280bbbef-73a8-4da2-b05f-60f93405c8ba" providerId="ADAL" clId="{7A0A163C-5BAC-46C4-B51C-B27C04650638}" dt="2023-07-16T08:05:18.136" v="30" actId="962"/>
          <ac:picMkLst>
            <pc:docMk/>
            <pc:sldMk cId="0" sldId="267"/>
            <ac:picMk id="6" creationId="{8EE7F937-AD36-496F-B201-5F668FEC83A7}"/>
          </ac:picMkLst>
        </pc:picChg>
      </pc:sldChg>
      <pc:sldChg chg="addSp modSp mod">
        <pc:chgData name="Artanago, Kenwyn" userId="280bbbef-73a8-4da2-b05f-60f93405c8ba" providerId="ADAL" clId="{7A0A163C-5BAC-46C4-B51C-B27C04650638}" dt="2023-07-16T08:05:22.501" v="33" actId="962"/>
        <pc:sldMkLst>
          <pc:docMk/>
          <pc:sldMk cId="0" sldId="268"/>
        </pc:sldMkLst>
        <pc:picChg chg="add mod">
          <ac:chgData name="Artanago, Kenwyn" userId="280bbbef-73a8-4da2-b05f-60f93405c8ba" providerId="ADAL" clId="{7A0A163C-5BAC-46C4-B51C-B27C04650638}" dt="2023-07-16T08:05:22.501" v="33" actId="962"/>
          <ac:picMkLst>
            <pc:docMk/>
            <pc:sldMk cId="0" sldId="268"/>
            <ac:picMk id="6" creationId="{CA0E0886-6750-4025-999D-F0AB43AED556}"/>
          </ac:picMkLst>
        </pc:picChg>
      </pc:sldChg>
      <pc:sldChg chg="addSp modSp mod">
        <pc:chgData name="Artanago, Kenwyn" userId="280bbbef-73a8-4da2-b05f-60f93405c8ba" providerId="ADAL" clId="{7A0A163C-5BAC-46C4-B51C-B27C04650638}" dt="2023-07-16T08:05:27.207" v="36" actId="962"/>
        <pc:sldMkLst>
          <pc:docMk/>
          <pc:sldMk cId="0" sldId="269"/>
        </pc:sldMkLst>
        <pc:picChg chg="add mod">
          <ac:chgData name="Artanago, Kenwyn" userId="280bbbef-73a8-4da2-b05f-60f93405c8ba" providerId="ADAL" clId="{7A0A163C-5BAC-46C4-B51C-B27C04650638}" dt="2023-07-16T08:05:27.207" v="36" actId="962"/>
          <ac:picMkLst>
            <pc:docMk/>
            <pc:sldMk cId="0" sldId="269"/>
            <ac:picMk id="6" creationId="{C1ACC2CA-C52B-4FA7-8499-FD37CEC17D1E}"/>
          </ac:picMkLst>
        </pc:picChg>
      </pc:sldChg>
      <pc:sldChg chg="addSp modSp mod">
        <pc:chgData name="Artanago, Kenwyn" userId="280bbbef-73a8-4da2-b05f-60f93405c8ba" providerId="ADAL" clId="{7A0A163C-5BAC-46C4-B51C-B27C04650638}" dt="2023-07-16T08:05:47.431" v="39" actId="962"/>
        <pc:sldMkLst>
          <pc:docMk/>
          <pc:sldMk cId="0" sldId="271"/>
        </pc:sldMkLst>
        <pc:picChg chg="add mod">
          <ac:chgData name="Artanago, Kenwyn" userId="280bbbef-73a8-4da2-b05f-60f93405c8ba" providerId="ADAL" clId="{7A0A163C-5BAC-46C4-B51C-B27C04650638}" dt="2023-07-16T08:05:47.431" v="39" actId="962"/>
          <ac:picMkLst>
            <pc:docMk/>
            <pc:sldMk cId="0" sldId="271"/>
            <ac:picMk id="5" creationId="{4E2D619B-3021-4431-81F5-A26B08F775BF}"/>
          </ac:picMkLst>
        </pc:picChg>
      </pc:sldChg>
      <pc:sldChg chg="addSp modSp mod">
        <pc:chgData name="Artanago, Kenwyn" userId="280bbbef-73a8-4da2-b05f-60f93405c8ba" providerId="ADAL" clId="{7A0A163C-5BAC-46C4-B51C-B27C04650638}" dt="2023-07-16T08:05:55.762" v="45" actId="962"/>
        <pc:sldMkLst>
          <pc:docMk/>
          <pc:sldMk cId="0" sldId="272"/>
        </pc:sldMkLst>
        <pc:picChg chg="add mod">
          <ac:chgData name="Artanago, Kenwyn" userId="280bbbef-73a8-4da2-b05f-60f93405c8ba" providerId="ADAL" clId="{7A0A163C-5BAC-46C4-B51C-B27C04650638}" dt="2023-07-16T08:05:52.539" v="42" actId="962"/>
          <ac:picMkLst>
            <pc:docMk/>
            <pc:sldMk cId="0" sldId="272"/>
            <ac:picMk id="6" creationId="{E5B8E278-73FA-4F16-B04B-D3B1692E9CEA}"/>
          </ac:picMkLst>
        </pc:picChg>
        <pc:picChg chg="add mod">
          <ac:chgData name="Artanago, Kenwyn" userId="280bbbef-73a8-4da2-b05f-60f93405c8ba" providerId="ADAL" clId="{7A0A163C-5BAC-46C4-B51C-B27C04650638}" dt="2023-07-16T08:05:55.762" v="45" actId="962"/>
          <ac:picMkLst>
            <pc:docMk/>
            <pc:sldMk cId="0" sldId="272"/>
            <ac:picMk id="8" creationId="{DB8F484A-028C-4FF1-8B8B-E4ECA9547DE2}"/>
          </ac:picMkLst>
        </pc:picChg>
      </pc:sldChg>
      <pc:sldChg chg="addSp modSp mod">
        <pc:chgData name="Artanago, Kenwyn" userId="280bbbef-73a8-4da2-b05f-60f93405c8ba" providerId="ADAL" clId="{7A0A163C-5BAC-46C4-B51C-B27C04650638}" dt="2023-07-16T08:06:00.622" v="48" actId="962"/>
        <pc:sldMkLst>
          <pc:docMk/>
          <pc:sldMk cId="0" sldId="273"/>
        </pc:sldMkLst>
        <pc:picChg chg="add mod">
          <ac:chgData name="Artanago, Kenwyn" userId="280bbbef-73a8-4da2-b05f-60f93405c8ba" providerId="ADAL" clId="{7A0A163C-5BAC-46C4-B51C-B27C04650638}" dt="2023-07-16T08:06:00.622" v="48" actId="962"/>
          <ac:picMkLst>
            <pc:docMk/>
            <pc:sldMk cId="0" sldId="273"/>
            <ac:picMk id="6" creationId="{E9BDB2D3-EB97-4C09-8DF9-9EFF48552503}"/>
          </ac:picMkLst>
        </pc:picChg>
      </pc:sldChg>
      <pc:sldChg chg="addSp modSp mod">
        <pc:chgData name="Artanago, Kenwyn" userId="280bbbef-73a8-4da2-b05f-60f93405c8ba" providerId="ADAL" clId="{7A0A163C-5BAC-46C4-B51C-B27C04650638}" dt="2023-07-16T08:06:04.980" v="51" actId="962"/>
        <pc:sldMkLst>
          <pc:docMk/>
          <pc:sldMk cId="0" sldId="274"/>
        </pc:sldMkLst>
        <pc:picChg chg="add mod">
          <ac:chgData name="Artanago, Kenwyn" userId="280bbbef-73a8-4da2-b05f-60f93405c8ba" providerId="ADAL" clId="{7A0A163C-5BAC-46C4-B51C-B27C04650638}" dt="2023-07-16T08:06:04.980" v="51" actId="962"/>
          <ac:picMkLst>
            <pc:docMk/>
            <pc:sldMk cId="0" sldId="274"/>
            <ac:picMk id="6" creationId="{882D19AE-1DE2-431A-90D3-5854848F319E}"/>
          </ac:picMkLst>
        </pc:picChg>
      </pc:sldChg>
      <pc:sldChg chg="addSp modSp mod">
        <pc:chgData name="Artanago, Kenwyn" userId="280bbbef-73a8-4da2-b05f-60f93405c8ba" providerId="ADAL" clId="{7A0A163C-5BAC-46C4-B51C-B27C04650638}" dt="2023-07-16T08:06:09.325" v="54" actId="962"/>
        <pc:sldMkLst>
          <pc:docMk/>
          <pc:sldMk cId="0" sldId="275"/>
        </pc:sldMkLst>
        <pc:picChg chg="add mod">
          <ac:chgData name="Artanago, Kenwyn" userId="280bbbef-73a8-4da2-b05f-60f93405c8ba" providerId="ADAL" clId="{7A0A163C-5BAC-46C4-B51C-B27C04650638}" dt="2023-07-16T08:06:09.325" v="54" actId="962"/>
          <ac:picMkLst>
            <pc:docMk/>
            <pc:sldMk cId="0" sldId="275"/>
            <ac:picMk id="6" creationId="{7C075448-7C96-456D-BC1B-84CB1BC1846D}"/>
          </ac:picMkLst>
        </pc:picChg>
      </pc:sldChg>
      <pc:sldChg chg="addSp modSp mod">
        <pc:chgData name="Artanago, Kenwyn" userId="280bbbef-73a8-4da2-b05f-60f93405c8ba" providerId="ADAL" clId="{7A0A163C-5BAC-46C4-B51C-B27C04650638}" dt="2023-07-16T08:06:14.011" v="57" actId="962"/>
        <pc:sldMkLst>
          <pc:docMk/>
          <pc:sldMk cId="0" sldId="276"/>
        </pc:sldMkLst>
        <pc:picChg chg="add mod">
          <ac:chgData name="Artanago, Kenwyn" userId="280bbbef-73a8-4da2-b05f-60f93405c8ba" providerId="ADAL" clId="{7A0A163C-5BAC-46C4-B51C-B27C04650638}" dt="2023-07-16T08:06:14.011" v="57" actId="962"/>
          <ac:picMkLst>
            <pc:docMk/>
            <pc:sldMk cId="0" sldId="276"/>
            <ac:picMk id="6" creationId="{B512A7EE-E12B-4D78-AE06-1523029184CA}"/>
          </ac:picMkLst>
        </pc:picChg>
      </pc:sldChg>
      <pc:sldChg chg="modSp mod">
        <pc:chgData name="Artanago, Kenwyn" userId="280bbbef-73a8-4da2-b05f-60f93405c8ba" providerId="ADAL" clId="{7A0A163C-5BAC-46C4-B51C-B27C04650638}" dt="2023-07-16T08:07:52.208" v="85" actId="20577"/>
        <pc:sldMkLst>
          <pc:docMk/>
          <pc:sldMk cId="0" sldId="283"/>
        </pc:sldMkLst>
        <pc:spChg chg="mod">
          <ac:chgData name="Artanago, Kenwyn" userId="280bbbef-73a8-4da2-b05f-60f93405c8ba" providerId="ADAL" clId="{7A0A163C-5BAC-46C4-B51C-B27C04650638}" dt="2023-07-16T08:07:52.208" v="85" actId="20577"/>
          <ac:spMkLst>
            <pc:docMk/>
            <pc:sldMk cId="0" sldId="283"/>
            <ac:spMk id="268" creationId="{00000000-0000-0000-0000-000000000000}"/>
          </ac:spMkLst>
        </pc:spChg>
      </pc:sldChg>
      <pc:sldChg chg="modSp mod">
        <pc:chgData name="Artanago, Kenwyn" userId="280bbbef-73a8-4da2-b05f-60f93405c8ba" providerId="ADAL" clId="{7A0A163C-5BAC-46C4-B51C-B27C04650638}" dt="2023-07-16T08:15:58.889" v="166"/>
        <pc:sldMkLst>
          <pc:docMk/>
          <pc:sldMk cId="0" sldId="284"/>
        </pc:sldMkLst>
        <pc:spChg chg="mod">
          <ac:chgData name="Artanago, Kenwyn" userId="280bbbef-73a8-4da2-b05f-60f93405c8ba" providerId="ADAL" clId="{7A0A163C-5BAC-46C4-B51C-B27C04650638}" dt="2023-07-16T08:15:58.889" v="166"/>
          <ac:spMkLst>
            <pc:docMk/>
            <pc:sldMk cId="0" sldId="284"/>
            <ac:spMk id="274" creationId="{00000000-0000-0000-0000-000000000000}"/>
          </ac:spMkLst>
        </pc:spChg>
      </pc:sldChg>
      <pc:sldChg chg="modSp mod">
        <pc:chgData name="Artanago, Kenwyn" userId="280bbbef-73a8-4da2-b05f-60f93405c8ba" providerId="ADAL" clId="{7A0A163C-5BAC-46C4-B51C-B27C04650638}" dt="2023-07-16T08:15:47.861" v="163"/>
        <pc:sldMkLst>
          <pc:docMk/>
          <pc:sldMk cId="0" sldId="285"/>
        </pc:sldMkLst>
        <pc:spChg chg="mod">
          <ac:chgData name="Artanago, Kenwyn" userId="280bbbef-73a8-4da2-b05f-60f93405c8ba" providerId="ADAL" clId="{7A0A163C-5BAC-46C4-B51C-B27C04650638}" dt="2023-07-16T08:15:47.861" v="163"/>
          <ac:spMkLst>
            <pc:docMk/>
            <pc:sldMk cId="0" sldId="285"/>
            <ac:spMk id="279" creationId="{00000000-0000-0000-0000-000000000000}"/>
          </ac:spMkLst>
        </pc:spChg>
      </pc:sldChg>
      <pc:sldChg chg="modSp mod">
        <pc:chgData name="Artanago, Kenwyn" userId="280bbbef-73a8-4da2-b05f-60f93405c8ba" providerId="ADAL" clId="{7A0A163C-5BAC-46C4-B51C-B27C04650638}" dt="2023-07-16T08:15:32.079" v="160"/>
        <pc:sldMkLst>
          <pc:docMk/>
          <pc:sldMk cId="0" sldId="286"/>
        </pc:sldMkLst>
        <pc:spChg chg="mod">
          <ac:chgData name="Artanago, Kenwyn" userId="280bbbef-73a8-4da2-b05f-60f93405c8ba" providerId="ADAL" clId="{7A0A163C-5BAC-46C4-B51C-B27C04650638}" dt="2023-07-16T08:15:32.079" v="160"/>
          <ac:spMkLst>
            <pc:docMk/>
            <pc:sldMk cId="0" sldId="286"/>
            <ac:spMk id="284" creationId="{00000000-0000-0000-0000-000000000000}"/>
          </ac:spMkLst>
        </pc:spChg>
      </pc:sldChg>
      <pc:sldChg chg="modSp mod">
        <pc:chgData name="Artanago, Kenwyn" userId="280bbbef-73a8-4da2-b05f-60f93405c8ba" providerId="ADAL" clId="{7A0A163C-5BAC-46C4-B51C-B27C04650638}" dt="2023-07-16T08:15:11.407" v="157"/>
        <pc:sldMkLst>
          <pc:docMk/>
          <pc:sldMk cId="0" sldId="287"/>
        </pc:sldMkLst>
        <pc:spChg chg="mod">
          <ac:chgData name="Artanago, Kenwyn" userId="280bbbef-73a8-4da2-b05f-60f93405c8ba" providerId="ADAL" clId="{7A0A163C-5BAC-46C4-B51C-B27C04650638}" dt="2023-07-16T08:15:11.407" v="157"/>
          <ac:spMkLst>
            <pc:docMk/>
            <pc:sldMk cId="0" sldId="287"/>
            <ac:spMk id="289" creationId="{00000000-0000-0000-0000-000000000000}"/>
          </ac:spMkLst>
        </pc:spChg>
      </pc:sldChg>
      <pc:sldChg chg="addSp modSp mod">
        <pc:chgData name="Artanago, Kenwyn" userId="280bbbef-73a8-4da2-b05f-60f93405c8ba" providerId="ADAL" clId="{7A0A163C-5BAC-46C4-B51C-B27C04650638}" dt="2023-07-16T08:18:52.124" v="169" actId="962"/>
        <pc:sldMkLst>
          <pc:docMk/>
          <pc:sldMk cId="0" sldId="289"/>
        </pc:sldMkLst>
        <pc:picChg chg="add mod">
          <ac:chgData name="Artanago, Kenwyn" userId="280bbbef-73a8-4da2-b05f-60f93405c8ba" providerId="ADAL" clId="{7A0A163C-5BAC-46C4-B51C-B27C04650638}" dt="2023-07-16T08:18:52.124" v="169" actId="962"/>
          <ac:picMkLst>
            <pc:docMk/>
            <pc:sldMk cId="0" sldId="289"/>
            <ac:picMk id="6" creationId="{4E25DDDA-2232-4DB7-A0AC-5FFC558309C3}"/>
          </ac:picMkLst>
        </pc:picChg>
      </pc:sldChg>
      <pc:sldChg chg="addSp modSp mod">
        <pc:chgData name="Artanago, Kenwyn" userId="280bbbef-73a8-4da2-b05f-60f93405c8ba" providerId="ADAL" clId="{7A0A163C-5BAC-46C4-B51C-B27C04650638}" dt="2023-07-16T08:18:58.014" v="172" actId="962"/>
        <pc:sldMkLst>
          <pc:docMk/>
          <pc:sldMk cId="0" sldId="290"/>
        </pc:sldMkLst>
        <pc:picChg chg="add mod">
          <ac:chgData name="Artanago, Kenwyn" userId="280bbbef-73a8-4da2-b05f-60f93405c8ba" providerId="ADAL" clId="{7A0A163C-5BAC-46C4-B51C-B27C04650638}" dt="2023-07-16T08:18:58.014" v="172" actId="962"/>
          <ac:picMkLst>
            <pc:docMk/>
            <pc:sldMk cId="0" sldId="290"/>
            <ac:picMk id="6" creationId="{9D10FCAE-B7FD-4C9E-8B65-D3A6CA265DC6}"/>
          </ac:picMkLst>
        </pc:picChg>
      </pc:sldChg>
      <pc:sldChg chg="modSp mod">
        <pc:chgData name="Artanago, Kenwyn" userId="280bbbef-73a8-4da2-b05f-60f93405c8ba" providerId="ADAL" clId="{7A0A163C-5BAC-46C4-B51C-B27C04650638}" dt="2023-07-16T08:40:48.394" v="449" actId="207"/>
        <pc:sldMkLst>
          <pc:docMk/>
          <pc:sldMk cId="0" sldId="292"/>
        </pc:sldMkLst>
        <pc:spChg chg="mod">
          <ac:chgData name="Artanago, Kenwyn" userId="280bbbef-73a8-4da2-b05f-60f93405c8ba" providerId="ADAL" clId="{7A0A163C-5BAC-46C4-B51C-B27C04650638}" dt="2023-07-16T08:40:41.111" v="448" actId="207"/>
          <ac:spMkLst>
            <pc:docMk/>
            <pc:sldMk cId="0" sldId="292"/>
            <ac:spMk id="507" creationId="{00000000-0000-0000-0000-000000000000}"/>
          </ac:spMkLst>
        </pc:spChg>
        <pc:spChg chg="mod">
          <ac:chgData name="Artanago, Kenwyn" userId="280bbbef-73a8-4da2-b05f-60f93405c8ba" providerId="ADAL" clId="{7A0A163C-5BAC-46C4-B51C-B27C04650638}" dt="2023-07-16T08:40:48.394" v="449" actId="207"/>
          <ac:spMkLst>
            <pc:docMk/>
            <pc:sldMk cId="0" sldId="292"/>
            <ac:spMk id="508" creationId="{00000000-0000-0000-0000-000000000000}"/>
          </ac:spMkLst>
        </pc:spChg>
      </pc:sldChg>
      <pc:sldChg chg="addSp modSp mod">
        <pc:chgData name="Artanago, Kenwyn" userId="280bbbef-73a8-4da2-b05f-60f93405c8ba" providerId="ADAL" clId="{7A0A163C-5BAC-46C4-B51C-B27C04650638}" dt="2023-07-16T08:19:03.281" v="175" actId="962"/>
        <pc:sldMkLst>
          <pc:docMk/>
          <pc:sldMk cId="0" sldId="293"/>
        </pc:sldMkLst>
        <pc:picChg chg="add mod">
          <ac:chgData name="Artanago, Kenwyn" userId="280bbbef-73a8-4da2-b05f-60f93405c8ba" providerId="ADAL" clId="{7A0A163C-5BAC-46C4-B51C-B27C04650638}" dt="2023-07-16T08:19:03.281" v="175" actId="962"/>
          <ac:picMkLst>
            <pc:docMk/>
            <pc:sldMk cId="0" sldId="293"/>
            <ac:picMk id="6" creationId="{E241312C-DDFE-481D-9885-6EC66E06F4F7}"/>
          </ac:picMkLst>
        </pc:picChg>
      </pc:sldChg>
      <pc:sldChg chg="addSp modSp mod">
        <pc:chgData name="Artanago, Kenwyn" userId="280bbbef-73a8-4da2-b05f-60f93405c8ba" providerId="ADAL" clId="{7A0A163C-5BAC-46C4-B51C-B27C04650638}" dt="2023-07-16T08:19:07.422" v="178" actId="962"/>
        <pc:sldMkLst>
          <pc:docMk/>
          <pc:sldMk cId="0" sldId="294"/>
        </pc:sldMkLst>
        <pc:picChg chg="add mod">
          <ac:chgData name="Artanago, Kenwyn" userId="280bbbef-73a8-4da2-b05f-60f93405c8ba" providerId="ADAL" clId="{7A0A163C-5BAC-46C4-B51C-B27C04650638}" dt="2023-07-16T08:19:07.422" v="178" actId="962"/>
          <ac:picMkLst>
            <pc:docMk/>
            <pc:sldMk cId="0" sldId="294"/>
            <ac:picMk id="6" creationId="{F32D0C2D-49F6-482B-8E6F-8DA7F3ECD5C6}"/>
          </ac:picMkLst>
        </pc:picChg>
      </pc:sldChg>
      <pc:sldChg chg="addSp modSp mod">
        <pc:chgData name="Artanago, Kenwyn" userId="280bbbef-73a8-4da2-b05f-60f93405c8ba" providerId="ADAL" clId="{7A0A163C-5BAC-46C4-B51C-B27C04650638}" dt="2023-07-16T08:19:10.780" v="181" actId="962"/>
        <pc:sldMkLst>
          <pc:docMk/>
          <pc:sldMk cId="0" sldId="295"/>
        </pc:sldMkLst>
        <pc:picChg chg="add mod">
          <ac:chgData name="Artanago, Kenwyn" userId="280bbbef-73a8-4da2-b05f-60f93405c8ba" providerId="ADAL" clId="{7A0A163C-5BAC-46C4-B51C-B27C04650638}" dt="2023-07-16T08:19:10.780" v="181" actId="962"/>
          <ac:picMkLst>
            <pc:docMk/>
            <pc:sldMk cId="0" sldId="295"/>
            <ac:picMk id="6" creationId="{03F0AE7D-A7C6-42CF-BA0B-D42A9B93A724}"/>
          </ac:picMkLst>
        </pc:picChg>
      </pc:sldChg>
      <pc:sldChg chg="addSp modSp mod">
        <pc:chgData name="Artanago, Kenwyn" userId="280bbbef-73a8-4da2-b05f-60f93405c8ba" providerId="ADAL" clId="{7A0A163C-5BAC-46C4-B51C-B27C04650638}" dt="2023-07-16T08:19:14.244" v="183" actId="27614"/>
        <pc:sldMkLst>
          <pc:docMk/>
          <pc:sldMk cId="0" sldId="296"/>
        </pc:sldMkLst>
        <pc:picChg chg="add mod">
          <ac:chgData name="Artanago, Kenwyn" userId="280bbbef-73a8-4da2-b05f-60f93405c8ba" providerId="ADAL" clId="{7A0A163C-5BAC-46C4-B51C-B27C04650638}" dt="2023-07-16T08:19:14.244" v="183" actId="27614"/>
          <ac:picMkLst>
            <pc:docMk/>
            <pc:sldMk cId="0" sldId="296"/>
            <ac:picMk id="6" creationId="{89C8C424-80BA-4516-83F6-C1EFFF08FF2C}"/>
          </ac:picMkLst>
        </pc:picChg>
      </pc:sldChg>
      <pc:sldChg chg="modSp mod">
        <pc:chgData name="Artanago, Kenwyn" userId="280bbbef-73a8-4da2-b05f-60f93405c8ba" providerId="ADAL" clId="{7A0A163C-5BAC-46C4-B51C-B27C04650638}" dt="2023-07-16T08:21:46.750" v="231"/>
        <pc:sldMkLst>
          <pc:docMk/>
          <pc:sldMk cId="0" sldId="302"/>
        </pc:sldMkLst>
        <pc:spChg chg="mod">
          <ac:chgData name="Artanago, Kenwyn" userId="280bbbef-73a8-4da2-b05f-60f93405c8ba" providerId="ADAL" clId="{7A0A163C-5BAC-46C4-B51C-B27C04650638}" dt="2023-07-16T08:21:46.750" v="231"/>
          <ac:spMkLst>
            <pc:docMk/>
            <pc:sldMk cId="0" sldId="302"/>
            <ac:spMk id="362" creationId="{00000000-0000-0000-0000-000000000000}"/>
          </ac:spMkLst>
        </pc:spChg>
      </pc:sldChg>
      <pc:sldChg chg="mod modShow">
        <pc:chgData name="Artanago, Kenwyn" userId="280bbbef-73a8-4da2-b05f-60f93405c8ba" providerId="ADAL" clId="{7A0A163C-5BAC-46C4-B51C-B27C04650638}" dt="2023-07-16T08:22:10.207" v="233" actId="729"/>
        <pc:sldMkLst>
          <pc:docMk/>
          <pc:sldMk cId="0" sldId="312"/>
        </pc:sldMkLst>
      </pc:sldChg>
      <pc:sldChg chg="mod modShow">
        <pc:chgData name="Artanago, Kenwyn" userId="280bbbef-73a8-4da2-b05f-60f93405c8ba" providerId="ADAL" clId="{7A0A163C-5BAC-46C4-B51C-B27C04650638}" dt="2023-07-16T08:22:04.872" v="232" actId="729"/>
        <pc:sldMkLst>
          <pc:docMk/>
          <pc:sldMk cId="0" sldId="313"/>
        </pc:sldMkLst>
      </pc:sldChg>
      <pc:sldChg chg="addSp modSp mod">
        <pc:chgData name="Artanago, Kenwyn" userId="280bbbef-73a8-4da2-b05f-60f93405c8ba" providerId="ADAL" clId="{7A0A163C-5BAC-46C4-B51C-B27C04650638}" dt="2023-07-16T08:23:30.364" v="239" actId="14100"/>
        <pc:sldMkLst>
          <pc:docMk/>
          <pc:sldMk cId="0" sldId="316"/>
        </pc:sldMkLst>
        <pc:picChg chg="add mod">
          <ac:chgData name="Artanago, Kenwyn" userId="280bbbef-73a8-4da2-b05f-60f93405c8ba" providerId="ADAL" clId="{7A0A163C-5BAC-46C4-B51C-B27C04650638}" dt="2023-07-16T08:23:30.364" v="239" actId="14100"/>
          <ac:picMkLst>
            <pc:docMk/>
            <pc:sldMk cId="0" sldId="316"/>
            <ac:picMk id="7" creationId="{D8138759-2139-4F5A-83F1-E6B63E6DDC41}"/>
          </ac:picMkLst>
        </pc:picChg>
      </pc:sldChg>
      <pc:sldChg chg="addSp modSp mod">
        <pc:chgData name="Artanago, Kenwyn" userId="280bbbef-73a8-4da2-b05f-60f93405c8ba" providerId="ADAL" clId="{7A0A163C-5BAC-46C4-B51C-B27C04650638}" dt="2023-07-16T08:23:50.117" v="244" actId="14100"/>
        <pc:sldMkLst>
          <pc:docMk/>
          <pc:sldMk cId="0" sldId="317"/>
        </pc:sldMkLst>
        <pc:picChg chg="add mod">
          <ac:chgData name="Artanago, Kenwyn" userId="280bbbef-73a8-4da2-b05f-60f93405c8ba" providerId="ADAL" clId="{7A0A163C-5BAC-46C4-B51C-B27C04650638}" dt="2023-07-16T08:23:50.117" v="244" actId="14100"/>
          <ac:picMkLst>
            <pc:docMk/>
            <pc:sldMk cId="0" sldId="317"/>
            <ac:picMk id="6" creationId="{B0DCE309-C93F-4058-B8A5-52508967DDF4}"/>
          </ac:picMkLst>
        </pc:picChg>
      </pc:sldChg>
      <pc:sldChg chg="addSp modSp mod">
        <pc:chgData name="Artanago, Kenwyn" userId="280bbbef-73a8-4da2-b05f-60f93405c8ba" providerId="ADAL" clId="{7A0A163C-5BAC-46C4-B51C-B27C04650638}" dt="2023-07-16T08:24:06.729" v="249" actId="14100"/>
        <pc:sldMkLst>
          <pc:docMk/>
          <pc:sldMk cId="0" sldId="318"/>
        </pc:sldMkLst>
        <pc:picChg chg="add mod">
          <ac:chgData name="Artanago, Kenwyn" userId="280bbbef-73a8-4da2-b05f-60f93405c8ba" providerId="ADAL" clId="{7A0A163C-5BAC-46C4-B51C-B27C04650638}" dt="2023-07-16T08:24:06.729" v="249" actId="14100"/>
          <ac:picMkLst>
            <pc:docMk/>
            <pc:sldMk cId="0" sldId="318"/>
            <ac:picMk id="6" creationId="{95928CC0-8C15-4CBC-976B-F08CF93EFF2C}"/>
          </ac:picMkLst>
        </pc:picChg>
      </pc:sldChg>
      <pc:sldChg chg="addSp modSp mod">
        <pc:chgData name="Artanago, Kenwyn" userId="280bbbef-73a8-4da2-b05f-60f93405c8ba" providerId="ADAL" clId="{7A0A163C-5BAC-46C4-B51C-B27C04650638}" dt="2023-07-16T08:24:22.576" v="255" actId="14100"/>
        <pc:sldMkLst>
          <pc:docMk/>
          <pc:sldMk cId="0" sldId="319"/>
        </pc:sldMkLst>
        <pc:picChg chg="add mod">
          <ac:chgData name="Artanago, Kenwyn" userId="280bbbef-73a8-4da2-b05f-60f93405c8ba" providerId="ADAL" clId="{7A0A163C-5BAC-46C4-B51C-B27C04650638}" dt="2023-07-16T08:24:22.576" v="255" actId="14100"/>
          <ac:picMkLst>
            <pc:docMk/>
            <pc:sldMk cId="0" sldId="319"/>
            <ac:picMk id="6" creationId="{F257EE43-15B9-4B46-8BCA-88018739750A}"/>
          </ac:picMkLst>
        </pc:picChg>
      </pc:sldChg>
      <pc:sldChg chg="addSp modSp mod">
        <pc:chgData name="Artanago, Kenwyn" userId="280bbbef-73a8-4da2-b05f-60f93405c8ba" providerId="ADAL" clId="{7A0A163C-5BAC-46C4-B51C-B27C04650638}" dt="2023-07-16T08:24:33.680" v="260" actId="14100"/>
        <pc:sldMkLst>
          <pc:docMk/>
          <pc:sldMk cId="0" sldId="320"/>
        </pc:sldMkLst>
        <pc:picChg chg="add mod">
          <ac:chgData name="Artanago, Kenwyn" userId="280bbbef-73a8-4da2-b05f-60f93405c8ba" providerId="ADAL" clId="{7A0A163C-5BAC-46C4-B51C-B27C04650638}" dt="2023-07-16T08:24:33.680" v="260" actId="14100"/>
          <ac:picMkLst>
            <pc:docMk/>
            <pc:sldMk cId="0" sldId="320"/>
            <ac:picMk id="6" creationId="{466A901E-5E78-4E55-9150-731838B4FB2F}"/>
          </ac:picMkLst>
        </pc:picChg>
      </pc:sldChg>
      <pc:sldChg chg="addSp modSp mod">
        <pc:chgData name="Artanago, Kenwyn" userId="280bbbef-73a8-4da2-b05f-60f93405c8ba" providerId="ADAL" clId="{7A0A163C-5BAC-46C4-B51C-B27C04650638}" dt="2023-07-16T08:24:45.122" v="265" actId="14100"/>
        <pc:sldMkLst>
          <pc:docMk/>
          <pc:sldMk cId="0" sldId="321"/>
        </pc:sldMkLst>
        <pc:picChg chg="add mod">
          <ac:chgData name="Artanago, Kenwyn" userId="280bbbef-73a8-4da2-b05f-60f93405c8ba" providerId="ADAL" clId="{7A0A163C-5BAC-46C4-B51C-B27C04650638}" dt="2023-07-16T08:24:45.122" v="265" actId="14100"/>
          <ac:picMkLst>
            <pc:docMk/>
            <pc:sldMk cId="0" sldId="321"/>
            <ac:picMk id="6" creationId="{74557036-9EE8-469B-AACC-AFADA87A73AB}"/>
          </ac:picMkLst>
        </pc:picChg>
      </pc:sldChg>
      <pc:sldChg chg="addSp modSp mod">
        <pc:chgData name="Artanago, Kenwyn" userId="280bbbef-73a8-4da2-b05f-60f93405c8ba" providerId="ADAL" clId="{7A0A163C-5BAC-46C4-B51C-B27C04650638}" dt="2023-07-16T08:24:57.079" v="270" actId="14100"/>
        <pc:sldMkLst>
          <pc:docMk/>
          <pc:sldMk cId="0" sldId="322"/>
        </pc:sldMkLst>
        <pc:picChg chg="add mod">
          <ac:chgData name="Artanago, Kenwyn" userId="280bbbef-73a8-4da2-b05f-60f93405c8ba" providerId="ADAL" clId="{7A0A163C-5BAC-46C4-B51C-B27C04650638}" dt="2023-07-16T08:24:57.079" v="270" actId="14100"/>
          <ac:picMkLst>
            <pc:docMk/>
            <pc:sldMk cId="0" sldId="322"/>
            <ac:picMk id="6" creationId="{49C5D0CD-DBB4-455B-976E-E1F4C5E868BF}"/>
          </ac:picMkLst>
        </pc:picChg>
      </pc:sldChg>
      <pc:sldChg chg="addSp modSp mod">
        <pc:chgData name="Artanago, Kenwyn" userId="280bbbef-73a8-4da2-b05f-60f93405c8ba" providerId="ADAL" clId="{7A0A163C-5BAC-46C4-B51C-B27C04650638}" dt="2023-07-16T08:25:07.706" v="275" actId="14100"/>
        <pc:sldMkLst>
          <pc:docMk/>
          <pc:sldMk cId="0" sldId="324"/>
        </pc:sldMkLst>
        <pc:picChg chg="add mod">
          <ac:chgData name="Artanago, Kenwyn" userId="280bbbef-73a8-4da2-b05f-60f93405c8ba" providerId="ADAL" clId="{7A0A163C-5BAC-46C4-B51C-B27C04650638}" dt="2023-07-16T08:25:07.706" v="275" actId="14100"/>
          <ac:picMkLst>
            <pc:docMk/>
            <pc:sldMk cId="0" sldId="324"/>
            <ac:picMk id="6" creationId="{90291670-DD28-46E0-BF36-5B384132718B}"/>
          </ac:picMkLst>
        </pc:picChg>
      </pc:sldChg>
      <pc:sldChg chg="addSp modSp mod">
        <pc:chgData name="Artanago, Kenwyn" userId="280bbbef-73a8-4da2-b05f-60f93405c8ba" providerId="ADAL" clId="{7A0A163C-5BAC-46C4-B51C-B27C04650638}" dt="2023-07-16T08:25:18.633" v="280" actId="14100"/>
        <pc:sldMkLst>
          <pc:docMk/>
          <pc:sldMk cId="0" sldId="325"/>
        </pc:sldMkLst>
        <pc:picChg chg="add mod">
          <ac:chgData name="Artanago, Kenwyn" userId="280bbbef-73a8-4da2-b05f-60f93405c8ba" providerId="ADAL" clId="{7A0A163C-5BAC-46C4-B51C-B27C04650638}" dt="2023-07-16T08:25:18.633" v="280" actId="14100"/>
          <ac:picMkLst>
            <pc:docMk/>
            <pc:sldMk cId="0" sldId="325"/>
            <ac:picMk id="6" creationId="{74DE1E87-7237-4D82-92D3-8594240BC3E8}"/>
          </ac:picMkLst>
        </pc:picChg>
      </pc:sldChg>
      <pc:sldChg chg="mod modShow">
        <pc:chgData name="Artanago, Kenwyn" userId="280bbbef-73a8-4da2-b05f-60f93405c8ba" providerId="ADAL" clId="{7A0A163C-5BAC-46C4-B51C-B27C04650638}" dt="2023-07-16T09:26:25.532" v="454" actId="729"/>
        <pc:sldMkLst>
          <pc:docMk/>
          <pc:sldMk cId="0" sldId="339"/>
        </pc:sldMkLst>
      </pc:sldChg>
      <pc:sldChg chg="modSp mod">
        <pc:chgData name="Artanago, Kenwyn" userId="280bbbef-73a8-4da2-b05f-60f93405c8ba" providerId="ADAL" clId="{7A0A163C-5BAC-46C4-B51C-B27C04650638}" dt="2023-07-16T08:36:33.575" v="447" actId="20577"/>
        <pc:sldMkLst>
          <pc:docMk/>
          <pc:sldMk cId="0" sldId="340"/>
        </pc:sldMkLst>
        <pc:spChg chg="mod">
          <ac:chgData name="Artanago, Kenwyn" userId="280bbbef-73a8-4da2-b05f-60f93405c8ba" providerId="ADAL" clId="{7A0A163C-5BAC-46C4-B51C-B27C04650638}" dt="2023-07-16T08:36:30.419" v="445" actId="20577"/>
          <ac:spMkLst>
            <pc:docMk/>
            <pc:sldMk cId="0" sldId="340"/>
            <ac:spMk id="559" creationId="{00000000-0000-0000-0000-000000000000}"/>
          </ac:spMkLst>
        </pc:spChg>
        <pc:spChg chg="mod">
          <ac:chgData name="Artanago, Kenwyn" userId="280bbbef-73a8-4da2-b05f-60f93405c8ba" providerId="ADAL" clId="{7A0A163C-5BAC-46C4-B51C-B27C04650638}" dt="2023-07-16T08:36:33.575" v="447" actId="20577"/>
          <ac:spMkLst>
            <pc:docMk/>
            <pc:sldMk cId="0" sldId="340"/>
            <ac:spMk id="560" creationId="{00000000-0000-0000-0000-000000000000}"/>
          </ac:spMkLst>
        </pc:spChg>
      </pc:sldChg>
      <pc:sldChg chg="modSp mod ord">
        <pc:chgData name="Artanago, Kenwyn" userId="280bbbef-73a8-4da2-b05f-60f93405c8ba" providerId="ADAL" clId="{7A0A163C-5BAC-46C4-B51C-B27C04650638}" dt="2023-07-16T08:34:10.874" v="437" actId="20577"/>
        <pc:sldMkLst>
          <pc:docMk/>
          <pc:sldMk cId="0" sldId="343"/>
        </pc:sldMkLst>
        <pc:spChg chg="mod">
          <ac:chgData name="Artanago, Kenwyn" userId="280bbbef-73a8-4da2-b05f-60f93405c8ba" providerId="ADAL" clId="{7A0A163C-5BAC-46C4-B51C-B27C04650638}" dt="2023-07-16T08:34:07.779" v="434" actId="20577"/>
          <ac:spMkLst>
            <pc:docMk/>
            <pc:sldMk cId="0" sldId="343"/>
            <ac:spMk id="578" creationId="{00000000-0000-0000-0000-000000000000}"/>
          </ac:spMkLst>
        </pc:spChg>
        <pc:spChg chg="mod">
          <ac:chgData name="Artanago, Kenwyn" userId="280bbbef-73a8-4da2-b05f-60f93405c8ba" providerId="ADAL" clId="{7A0A163C-5BAC-46C4-B51C-B27C04650638}" dt="2023-07-16T08:34:10.874" v="437" actId="20577"/>
          <ac:spMkLst>
            <pc:docMk/>
            <pc:sldMk cId="0" sldId="343"/>
            <ac:spMk id="579" creationId="{00000000-0000-0000-0000-000000000000}"/>
          </ac:spMkLst>
        </pc:spChg>
      </pc:sldChg>
      <pc:sldChg chg="modSp mod">
        <pc:chgData name="Artanago, Kenwyn" userId="280bbbef-73a8-4da2-b05f-60f93405c8ba" providerId="ADAL" clId="{7A0A163C-5BAC-46C4-B51C-B27C04650638}" dt="2023-07-16T08:34:24.420" v="443" actId="20577"/>
        <pc:sldMkLst>
          <pc:docMk/>
          <pc:sldMk cId="0" sldId="344"/>
        </pc:sldMkLst>
        <pc:spChg chg="mod">
          <ac:chgData name="Artanago, Kenwyn" userId="280bbbef-73a8-4da2-b05f-60f93405c8ba" providerId="ADAL" clId="{7A0A163C-5BAC-46C4-B51C-B27C04650638}" dt="2023-07-16T08:34:21.667" v="440" actId="20577"/>
          <ac:spMkLst>
            <pc:docMk/>
            <pc:sldMk cId="0" sldId="344"/>
            <ac:spMk id="585" creationId="{00000000-0000-0000-0000-000000000000}"/>
          </ac:spMkLst>
        </pc:spChg>
        <pc:spChg chg="mod">
          <ac:chgData name="Artanago, Kenwyn" userId="280bbbef-73a8-4da2-b05f-60f93405c8ba" providerId="ADAL" clId="{7A0A163C-5BAC-46C4-B51C-B27C04650638}" dt="2023-07-16T08:34:24.420" v="443" actId="20577"/>
          <ac:spMkLst>
            <pc:docMk/>
            <pc:sldMk cId="0" sldId="344"/>
            <ac:spMk id="586" creationId="{00000000-0000-0000-0000-000000000000}"/>
          </ac:spMkLst>
        </pc:spChg>
      </pc:sldChg>
      <pc:sldChg chg="addSp modSp mod">
        <pc:chgData name="Artanago, Kenwyn" userId="280bbbef-73a8-4da2-b05f-60f93405c8ba" providerId="ADAL" clId="{7A0A163C-5BAC-46C4-B51C-B27C04650638}" dt="2023-07-16T08:06:17.982" v="60" actId="962"/>
        <pc:sldMkLst>
          <pc:docMk/>
          <pc:sldMk cId="2138632321" sldId="384"/>
        </pc:sldMkLst>
        <pc:picChg chg="add mod">
          <ac:chgData name="Artanago, Kenwyn" userId="280bbbef-73a8-4da2-b05f-60f93405c8ba" providerId="ADAL" clId="{7A0A163C-5BAC-46C4-B51C-B27C04650638}" dt="2023-07-16T08:06:17.982" v="60" actId="962"/>
          <ac:picMkLst>
            <pc:docMk/>
            <pc:sldMk cId="2138632321" sldId="384"/>
            <ac:picMk id="6" creationId="{34E557EA-A861-4829-84A4-DD7E1A993D8B}"/>
          </ac:picMkLst>
        </pc:picChg>
      </pc:sldChg>
      <pc:sldChg chg="addSp modSp mod">
        <pc:chgData name="Artanago, Kenwyn" userId="280bbbef-73a8-4da2-b05f-60f93405c8ba" providerId="ADAL" clId="{7A0A163C-5BAC-46C4-B51C-B27C04650638}" dt="2023-07-16T08:06:23.236" v="63" actId="962"/>
        <pc:sldMkLst>
          <pc:docMk/>
          <pc:sldMk cId="2287554166" sldId="385"/>
        </pc:sldMkLst>
        <pc:picChg chg="add mod">
          <ac:chgData name="Artanago, Kenwyn" userId="280bbbef-73a8-4da2-b05f-60f93405c8ba" providerId="ADAL" clId="{7A0A163C-5BAC-46C4-B51C-B27C04650638}" dt="2023-07-16T08:06:23.236" v="63" actId="962"/>
          <ac:picMkLst>
            <pc:docMk/>
            <pc:sldMk cId="2287554166" sldId="385"/>
            <ac:picMk id="6" creationId="{C0D5BFF0-77FA-4064-BC26-49FA0F6D37A6}"/>
          </ac:picMkLst>
        </pc:picChg>
      </pc:sldChg>
      <pc:sldChg chg="addSp modSp mod">
        <pc:chgData name="Artanago, Kenwyn" userId="280bbbef-73a8-4da2-b05f-60f93405c8ba" providerId="ADAL" clId="{7A0A163C-5BAC-46C4-B51C-B27C04650638}" dt="2023-07-16T08:25:29.553" v="285" actId="14100"/>
        <pc:sldMkLst>
          <pc:docMk/>
          <pc:sldMk cId="2915271513" sldId="386"/>
        </pc:sldMkLst>
        <pc:picChg chg="add mod">
          <ac:chgData name="Artanago, Kenwyn" userId="280bbbef-73a8-4da2-b05f-60f93405c8ba" providerId="ADAL" clId="{7A0A163C-5BAC-46C4-B51C-B27C04650638}" dt="2023-07-16T08:25:29.553" v="285" actId="14100"/>
          <ac:picMkLst>
            <pc:docMk/>
            <pc:sldMk cId="2915271513" sldId="386"/>
            <ac:picMk id="7" creationId="{CB332905-77A7-4B4D-B422-7DB777F0AFFA}"/>
          </ac:picMkLst>
        </pc:picChg>
      </pc:sldChg>
      <pc:sldChg chg="addSp modSp mod">
        <pc:chgData name="Artanago, Kenwyn" userId="280bbbef-73a8-4da2-b05f-60f93405c8ba" providerId="ADAL" clId="{7A0A163C-5BAC-46C4-B51C-B27C04650638}" dt="2023-07-16T08:25:39.816" v="290" actId="14100"/>
        <pc:sldMkLst>
          <pc:docMk/>
          <pc:sldMk cId="3747739469" sldId="387"/>
        </pc:sldMkLst>
        <pc:picChg chg="add mod">
          <ac:chgData name="Artanago, Kenwyn" userId="280bbbef-73a8-4da2-b05f-60f93405c8ba" providerId="ADAL" clId="{7A0A163C-5BAC-46C4-B51C-B27C04650638}" dt="2023-07-16T08:25:39.816" v="290" actId="14100"/>
          <ac:picMkLst>
            <pc:docMk/>
            <pc:sldMk cId="3747739469" sldId="387"/>
            <ac:picMk id="7" creationId="{396889DC-CAF9-47B0-BAEE-1F33B013CED0}"/>
          </ac:picMkLst>
        </pc:picChg>
      </pc:sldChg>
      <pc:sldChg chg="addSp modSp mod">
        <pc:chgData name="Artanago, Kenwyn" userId="280bbbef-73a8-4da2-b05f-60f93405c8ba" providerId="ADAL" clId="{7A0A163C-5BAC-46C4-B51C-B27C04650638}" dt="2023-07-16T08:25:49.632" v="295" actId="14100"/>
        <pc:sldMkLst>
          <pc:docMk/>
          <pc:sldMk cId="2268274077" sldId="388"/>
        </pc:sldMkLst>
        <pc:picChg chg="add mod">
          <ac:chgData name="Artanago, Kenwyn" userId="280bbbef-73a8-4da2-b05f-60f93405c8ba" providerId="ADAL" clId="{7A0A163C-5BAC-46C4-B51C-B27C04650638}" dt="2023-07-16T08:25:49.632" v="295" actId="14100"/>
          <ac:picMkLst>
            <pc:docMk/>
            <pc:sldMk cId="2268274077" sldId="388"/>
            <ac:picMk id="7" creationId="{EB3AC9F6-47A9-4485-AB52-705F0D07F7F9}"/>
          </ac:picMkLst>
        </pc:picChg>
      </pc:sldChg>
      <pc:sldChg chg="addSp modSp mod">
        <pc:chgData name="Artanago, Kenwyn" userId="280bbbef-73a8-4da2-b05f-60f93405c8ba" providerId="ADAL" clId="{7A0A163C-5BAC-46C4-B51C-B27C04650638}" dt="2023-07-16T08:25:58.353" v="300" actId="14100"/>
        <pc:sldMkLst>
          <pc:docMk/>
          <pc:sldMk cId="4123100765" sldId="389"/>
        </pc:sldMkLst>
        <pc:picChg chg="add mod">
          <ac:chgData name="Artanago, Kenwyn" userId="280bbbef-73a8-4da2-b05f-60f93405c8ba" providerId="ADAL" clId="{7A0A163C-5BAC-46C4-B51C-B27C04650638}" dt="2023-07-16T08:25:58.353" v="300" actId="14100"/>
          <ac:picMkLst>
            <pc:docMk/>
            <pc:sldMk cId="4123100765" sldId="389"/>
            <ac:picMk id="7" creationId="{AC8FB3DD-2794-47B0-A709-9E93A56807C4}"/>
          </ac:picMkLst>
        </pc:picChg>
      </pc:sldChg>
      <pc:sldChg chg="addSp modSp mod">
        <pc:chgData name="Artanago, Kenwyn" userId="280bbbef-73a8-4da2-b05f-60f93405c8ba" providerId="ADAL" clId="{7A0A163C-5BAC-46C4-B51C-B27C04650638}" dt="2023-07-16T08:26:07.382" v="305" actId="14100"/>
        <pc:sldMkLst>
          <pc:docMk/>
          <pc:sldMk cId="1167368597" sldId="390"/>
        </pc:sldMkLst>
        <pc:picChg chg="add mod">
          <ac:chgData name="Artanago, Kenwyn" userId="280bbbef-73a8-4da2-b05f-60f93405c8ba" providerId="ADAL" clId="{7A0A163C-5BAC-46C4-B51C-B27C04650638}" dt="2023-07-16T08:26:07.382" v="305" actId="14100"/>
          <ac:picMkLst>
            <pc:docMk/>
            <pc:sldMk cId="1167368597" sldId="390"/>
            <ac:picMk id="7" creationId="{C93FB76E-F8D4-495B-935E-FD89C00DF739}"/>
          </ac:picMkLst>
        </pc:picChg>
      </pc:sldChg>
      <pc:sldChg chg="addSp modSp mod">
        <pc:chgData name="Artanago, Kenwyn" userId="280bbbef-73a8-4da2-b05f-60f93405c8ba" providerId="ADAL" clId="{7A0A163C-5BAC-46C4-B51C-B27C04650638}" dt="2023-07-16T08:26:17.059" v="310" actId="14100"/>
        <pc:sldMkLst>
          <pc:docMk/>
          <pc:sldMk cId="2202194069" sldId="391"/>
        </pc:sldMkLst>
        <pc:picChg chg="add mod">
          <ac:chgData name="Artanago, Kenwyn" userId="280bbbef-73a8-4da2-b05f-60f93405c8ba" providerId="ADAL" clId="{7A0A163C-5BAC-46C4-B51C-B27C04650638}" dt="2023-07-16T08:26:17.059" v="310" actId="14100"/>
          <ac:picMkLst>
            <pc:docMk/>
            <pc:sldMk cId="2202194069" sldId="391"/>
            <ac:picMk id="8" creationId="{6A663E29-2AB9-4BC5-AD60-D8E0C0932DFE}"/>
          </ac:picMkLst>
        </pc:picChg>
      </pc:sldChg>
      <pc:sldChg chg="del">
        <pc:chgData name="Artanago, Kenwyn" userId="280bbbef-73a8-4da2-b05f-60f93405c8ba" providerId="ADAL" clId="{7A0A163C-5BAC-46C4-B51C-B27C04650638}" dt="2023-07-16T08:26:46.628" v="311" actId="2696"/>
        <pc:sldMkLst>
          <pc:docMk/>
          <pc:sldMk cId="2588376745" sldId="392"/>
        </pc:sldMkLst>
      </pc:sldChg>
      <pc:sldChg chg="mod modShow">
        <pc:chgData name="Artanago, Kenwyn" userId="280bbbef-73a8-4da2-b05f-60f93405c8ba" providerId="ADAL" clId="{7A0A163C-5BAC-46C4-B51C-B27C04650638}" dt="2023-07-16T08:28:59.896" v="312" actId="729"/>
        <pc:sldMkLst>
          <pc:docMk/>
          <pc:sldMk cId="1201868625" sldId="393"/>
        </pc:sldMkLst>
      </pc:sldChg>
      <pc:sldChg chg="addSp modSp mod">
        <pc:chgData name="Artanago, Kenwyn" userId="280bbbef-73a8-4da2-b05f-60f93405c8ba" providerId="ADAL" clId="{7A0A163C-5BAC-46C4-B51C-B27C04650638}" dt="2023-07-16T08:06:27.262" v="66" actId="962"/>
        <pc:sldMkLst>
          <pc:docMk/>
          <pc:sldMk cId="3947617216" sldId="394"/>
        </pc:sldMkLst>
        <pc:picChg chg="add mod">
          <ac:chgData name="Artanago, Kenwyn" userId="280bbbef-73a8-4da2-b05f-60f93405c8ba" providerId="ADAL" clId="{7A0A163C-5BAC-46C4-B51C-B27C04650638}" dt="2023-07-16T08:06:27.262" v="66" actId="962"/>
          <ac:picMkLst>
            <pc:docMk/>
            <pc:sldMk cId="3947617216" sldId="394"/>
            <ac:picMk id="7" creationId="{08D7E78E-225A-443D-A782-C3E7B97910D2}"/>
          </ac:picMkLst>
        </pc:picChg>
      </pc:sldChg>
      <pc:sldChg chg="addSp modSp mod">
        <pc:chgData name="Artanago, Kenwyn" userId="280bbbef-73a8-4da2-b05f-60f93405c8ba" providerId="ADAL" clId="{7A0A163C-5BAC-46C4-B51C-B27C04650638}" dt="2023-07-16T08:19:17.777" v="185" actId="27614"/>
        <pc:sldMkLst>
          <pc:docMk/>
          <pc:sldMk cId="1042451822" sldId="395"/>
        </pc:sldMkLst>
        <pc:picChg chg="add mod">
          <ac:chgData name="Artanago, Kenwyn" userId="280bbbef-73a8-4da2-b05f-60f93405c8ba" providerId="ADAL" clId="{7A0A163C-5BAC-46C4-B51C-B27C04650638}" dt="2023-07-16T08:19:17.777" v="185" actId="27614"/>
          <ac:picMkLst>
            <pc:docMk/>
            <pc:sldMk cId="1042451822" sldId="395"/>
            <ac:picMk id="7" creationId="{35034E99-F463-4EC3-B9C6-0DDD2A421751}"/>
          </ac:picMkLst>
        </pc:picChg>
      </pc:sldChg>
      <pc:sldChg chg="addSp modSp mod">
        <pc:chgData name="Artanago, Kenwyn" userId="280bbbef-73a8-4da2-b05f-60f93405c8ba" providerId="ADAL" clId="{7A0A163C-5BAC-46C4-B51C-B27C04650638}" dt="2023-07-16T08:19:21.300" v="188" actId="962"/>
        <pc:sldMkLst>
          <pc:docMk/>
          <pc:sldMk cId="3510275573" sldId="396"/>
        </pc:sldMkLst>
        <pc:picChg chg="add mod">
          <ac:chgData name="Artanago, Kenwyn" userId="280bbbef-73a8-4da2-b05f-60f93405c8ba" providerId="ADAL" clId="{7A0A163C-5BAC-46C4-B51C-B27C04650638}" dt="2023-07-16T08:19:21.300" v="188" actId="962"/>
          <ac:picMkLst>
            <pc:docMk/>
            <pc:sldMk cId="3510275573" sldId="396"/>
            <ac:picMk id="7" creationId="{251766A7-D1C2-447E-9AC2-D46B544BB8AA}"/>
          </ac:picMkLst>
        </pc:picChg>
      </pc:sldChg>
      <pc:sldChg chg="addSp modSp mod">
        <pc:chgData name="Artanago, Kenwyn" userId="280bbbef-73a8-4da2-b05f-60f93405c8ba" providerId="ADAL" clId="{7A0A163C-5BAC-46C4-B51C-B27C04650638}" dt="2023-07-16T08:19:27.791" v="191" actId="962"/>
        <pc:sldMkLst>
          <pc:docMk/>
          <pc:sldMk cId="2070663167" sldId="397"/>
        </pc:sldMkLst>
        <pc:picChg chg="add mod">
          <ac:chgData name="Artanago, Kenwyn" userId="280bbbef-73a8-4da2-b05f-60f93405c8ba" providerId="ADAL" clId="{7A0A163C-5BAC-46C4-B51C-B27C04650638}" dt="2023-07-16T08:19:27.791" v="191" actId="962"/>
          <ac:picMkLst>
            <pc:docMk/>
            <pc:sldMk cId="2070663167" sldId="397"/>
            <ac:picMk id="7" creationId="{F375D645-2C2F-4A77-9EF6-0CBACA964117}"/>
          </ac:picMkLst>
        </pc:picChg>
      </pc:sldChg>
      <pc:sldChg chg="addSp modSp mod">
        <pc:chgData name="Artanago, Kenwyn" userId="280bbbef-73a8-4da2-b05f-60f93405c8ba" providerId="ADAL" clId="{7A0A163C-5BAC-46C4-B51C-B27C04650638}" dt="2023-07-16T08:19:31.402" v="194" actId="962"/>
        <pc:sldMkLst>
          <pc:docMk/>
          <pc:sldMk cId="3313265396" sldId="398"/>
        </pc:sldMkLst>
        <pc:picChg chg="add mod">
          <ac:chgData name="Artanago, Kenwyn" userId="280bbbef-73a8-4da2-b05f-60f93405c8ba" providerId="ADAL" clId="{7A0A163C-5BAC-46C4-B51C-B27C04650638}" dt="2023-07-16T08:19:31.402" v="194" actId="962"/>
          <ac:picMkLst>
            <pc:docMk/>
            <pc:sldMk cId="3313265396" sldId="398"/>
            <ac:picMk id="7" creationId="{E1BD2D39-68AC-474C-8763-C86292A78E89}"/>
          </ac:picMkLst>
        </pc:picChg>
      </pc:sldChg>
      <pc:sldChg chg="addSp modSp mod">
        <pc:chgData name="Artanago, Kenwyn" userId="280bbbef-73a8-4da2-b05f-60f93405c8ba" providerId="ADAL" clId="{7A0A163C-5BAC-46C4-B51C-B27C04650638}" dt="2023-07-16T08:19:35.770" v="196" actId="27614"/>
        <pc:sldMkLst>
          <pc:docMk/>
          <pc:sldMk cId="959628280" sldId="399"/>
        </pc:sldMkLst>
        <pc:picChg chg="add mod">
          <ac:chgData name="Artanago, Kenwyn" userId="280bbbef-73a8-4da2-b05f-60f93405c8ba" providerId="ADAL" clId="{7A0A163C-5BAC-46C4-B51C-B27C04650638}" dt="2023-07-16T08:19:35.770" v="196" actId="27614"/>
          <ac:picMkLst>
            <pc:docMk/>
            <pc:sldMk cId="959628280" sldId="399"/>
            <ac:picMk id="7" creationId="{AB3A5FC8-59F5-42B4-9737-D8F15ACA0B7A}"/>
          </ac:picMkLst>
        </pc:picChg>
      </pc:sldChg>
      <pc:sldChg chg="addSp modSp mod">
        <pc:chgData name="Artanago, Kenwyn" userId="280bbbef-73a8-4da2-b05f-60f93405c8ba" providerId="ADAL" clId="{7A0A163C-5BAC-46C4-B51C-B27C04650638}" dt="2023-07-16T08:19:40.174" v="199" actId="962"/>
        <pc:sldMkLst>
          <pc:docMk/>
          <pc:sldMk cId="3606197727" sldId="400"/>
        </pc:sldMkLst>
        <pc:picChg chg="add mod">
          <ac:chgData name="Artanago, Kenwyn" userId="280bbbef-73a8-4da2-b05f-60f93405c8ba" providerId="ADAL" clId="{7A0A163C-5BAC-46C4-B51C-B27C04650638}" dt="2023-07-16T08:19:40.174" v="199" actId="962"/>
          <ac:picMkLst>
            <pc:docMk/>
            <pc:sldMk cId="3606197727" sldId="400"/>
            <ac:picMk id="7" creationId="{0357CDF9-37AA-4D47-B2D0-3970FA24EB5C}"/>
          </ac:picMkLst>
        </pc:picChg>
      </pc:sldChg>
      <pc:sldChg chg="modSp add mod">
        <pc:chgData name="Artanago, Kenwyn" userId="280bbbef-73a8-4da2-b05f-60f93405c8ba" providerId="ADAL" clId="{7A0A163C-5BAC-46C4-B51C-B27C04650638}" dt="2023-07-16T08:14:58.878" v="154"/>
        <pc:sldMkLst>
          <pc:docMk/>
          <pc:sldMk cId="3598211448" sldId="403"/>
        </pc:sldMkLst>
        <pc:spChg chg="mod">
          <ac:chgData name="Artanago, Kenwyn" userId="280bbbef-73a8-4da2-b05f-60f93405c8ba" providerId="ADAL" clId="{7A0A163C-5BAC-46C4-B51C-B27C04650638}" dt="2023-07-16T08:14:58.878" v="154"/>
          <ac:spMkLst>
            <pc:docMk/>
            <pc:sldMk cId="3598211448" sldId="403"/>
            <ac:spMk id="289" creationId="{00000000-0000-0000-0000-000000000000}"/>
          </ac:spMkLst>
        </pc:spChg>
      </pc:sldChg>
      <pc:sldChg chg="modSp add mod">
        <pc:chgData name="Artanago, Kenwyn" userId="280bbbef-73a8-4da2-b05f-60f93405c8ba" providerId="ADAL" clId="{7A0A163C-5BAC-46C4-B51C-B27C04650638}" dt="2023-07-16T08:14:41.601" v="151"/>
        <pc:sldMkLst>
          <pc:docMk/>
          <pc:sldMk cId="1770506626" sldId="404"/>
        </pc:sldMkLst>
        <pc:spChg chg="mod">
          <ac:chgData name="Artanago, Kenwyn" userId="280bbbef-73a8-4da2-b05f-60f93405c8ba" providerId="ADAL" clId="{7A0A163C-5BAC-46C4-B51C-B27C04650638}" dt="2023-07-16T08:14:41.601" v="151"/>
          <ac:spMkLst>
            <pc:docMk/>
            <pc:sldMk cId="1770506626" sldId="404"/>
            <ac:spMk id="289" creationId="{00000000-0000-0000-0000-000000000000}"/>
          </ac:spMkLst>
        </pc:spChg>
      </pc:sldChg>
      <pc:sldChg chg="modSp add mod">
        <pc:chgData name="Artanago, Kenwyn" userId="280bbbef-73a8-4da2-b05f-60f93405c8ba" providerId="ADAL" clId="{7A0A163C-5BAC-46C4-B51C-B27C04650638}" dt="2023-07-16T08:14:28.294" v="148"/>
        <pc:sldMkLst>
          <pc:docMk/>
          <pc:sldMk cId="3660272692" sldId="405"/>
        </pc:sldMkLst>
        <pc:spChg chg="mod">
          <ac:chgData name="Artanago, Kenwyn" userId="280bbbef-73a8-4da2-b05f-60f93405c8ba" providerId="ADAL" clId="{7A0A163C-5BAC-46C4-B51C-B27C04650638}" dt="2023-07-16T08:14:28.294" v="148"/>
          <ac:spMkLst>
            <pc:docMk/>
            <pc:sldMk cId="3660272692" sldId="405"/>
            <ac:spMk id="289" creationId="{00000000-0000-0000-0000-000000000000}"/>
          </ac:spMkLst>
        </pc:spChg>
      </pc:sldChg>
      <pc:sldChg chg="addSp modSp add mod">
        <pc:chgData name="Artanago, Kenwyn" userId="280bbbef-73a8-4da2-b05f-60f93405c8ba" providerId="ADAL" clId="{7A0A163C-5BAC-46C4-B51C-B27C04650638}" dt="2023-07-16T09:25:15.690" v="453" actId="962"/>
        <pc:sldMkLst>
          <pc:docMk/>
          <pc:sldMk cId="279105068" sldId="406"/>
        </pc:sldMkLst>
        <pc:picChg chg="add mod">
          <ac:chgData name="Artanago, Kenwyn" userId="280bbbef-73a8-4da2-b05f-60f93405c8ba" providerId="ADAL" clId="{7A0A163C-5BAC-46C4-B51C-B27C04650638}" dt="2023-07-16T09:25:15.690" v="453" actId="962"/>
          <ac:picMkLst>
            <pc:docMk/>
            <pc:sldMk cId="279105068" sldId="406"/>
            <ac:picMk id="6" creationId="{AD0CF7D0-67BD-48BB-8F78-98EC0E8C16EA}"/>
          </ac:picMkLst>
        </pc:picChg>
      </pc:sldChg>
      <pc:sldMasterChg chg="modSldLayout">
        <pc:chgData name="Artanago, Kenwyn" userId="280bbbef-73a8-4da2-b05f-60f93405c8ba" providerId="ADAL" clId="{7A0A163C-5BAC-46C4-B51C-B27C04650638}" dt="2023-07-16T08:04:29.165" v="2" actId="20577"/>
        <pc:sldMasterMkLst>
          <pc:docMk/>
          <pc:sldMasterMk cId="0" sldId="2147483648"/>
        </pc:sldMasterMkLst>
        <pc:sldLayoutChg chg="modSp mod">
          <pc:chgData name="Artanago, Kenwyn" userId="280bbbef-73a8-4da2-b05f-60f93405c8ba" providerId="ADAL" clId="{7A0A163C-5BAC-46C4-B51C-B27C04650638}" dt="2023-07-16T08:04:29.165" v="2" actId="20577"/>
          <pc:sldLayoutMkLst>
            <pc:docMk/>
            <pc:sldMasterMk cId="0" sldId="2147483648"/>
            <pc:sldLayoutMk cId="0" sldId="2147483650"/>
          </pc:sldLayoutMkLst>
          <pc:spChg chg="mod">
            <ac:chgData name="Artanago, Kenwyn" userId="280bbbef-73a8-4da2-b05f-60f93405c8ba" providerId="ADAL" clId="{7A0A163C-5BAC-46C4-B51C-B27C04650638}" dt="2023-07-16T08:04:29.165" v="2" actId="20577"/>
            <ac:spMkLst>
              <pc:docMk/>
              <pc:sldMasterMk cId="0" sldId="2147483648"/>
              <pc:sldLayoutMk cId="0" sldId="2147483650"/>
              <ac:spMk id="18" creationId="{00000000-0000-0000-0000-000000000000}"/>
            </ac:spMkLst>
          </pc:spChg>
        </pc:sldLayoutChg>
      </pc:sldMasterChg>
    </pc:docChg>
  </pc:docChgLst>
  <pc:docChgLst>
    <pc:chgData name="Artanago, Kenwyn" userId="280bbbef-73a8-4da2-b05f-60f93405c8ba" providerId="ADAL" clId="{90396D97-E750-4C3D-8AE3-AA8D8721BFDF}"/>
    <pc:docChg chg="undo custSel addSld delSld modSld sldOrd modMainMaster">
      <pc:chgData name="Artanago, Kenwyn" userId="280bbbef-73a8-4da2-b05f-60f93405c8ba" providerId="ADAL" clId="{90396D97-E750-4C3D-8AE3-AA8D8721BFDF}" dt="2023-07-09T10:29:22.197" v="282" actId="729"/>
      <pc:docMkLst>
        <pc:docMk/>
      </pc:docMkLst>
      <pc:sldChg chg="addSp modSp mod">
        <pc:chgData name="Artanago, Kenwyn" userId="280bbbef-73a8-4da2-b05f-60f93405c8ba" providerId="ADAL" clId="{90396D97-E750-4C3D-8AE3-AA8D8721BFDF}" dt="2023-07-09T10:13:14.443" v="3" actId="27614"/>
        <pc:sldMkLst>
          <pc:docMk/>
          <pc:sldMk cId="0" sldId="258"/>
        </pc:sldMkLst>
        <pc:picChg chg="add mod">
          <ac:chgData name="Artanago, Kenwyn" userId="280bbbef-73a8-4da2-b05f-60f93405c8ba" providerId="ADAL" clId="{90396D97-E750-4C3D-8AE3-AA8D8721BFDF}" dt="2023-07-09T10:13:14.443" v="3" actId="27614"/>
          <ac:picMkLst>
            <pc:docMk/>
            <pc:sldMk cId="0" sldId="258"/>
            <ac:picMk id="4" creationId="{6420ADC6-94FF-4019-947D-07A4321E9B6E}"/>
          </ac:picMkLst>
        </pc:picChg>
      </pc:sldChg>
      <pc:sldChg chg="addSp modSp mod">
        <pc:chgData name="Artanago, Kenwyn" userId="280bbbef-73a8-4da2-b05f-60f93405c8ba" providerId="ADAL" clId="{90396D97-E750-4C3D-8AE3-AA8D8721BFDF}" dt="2023-07-09T10:13:16.835" v="6" actId="962"/>
        <pc:sldMkLst>
          <pc:docMk/>
          <pc:sldMk cId="0" sldId="259"/>
        </pc:sldMkLst>
        <pc:picChg chg="add mod">
          <ac:chgData name="Artanago, Kenwyn" userId="280bbbef-73a8-4da2-b05f-60f93405c8ba" providerId="ADAL" clId="{90396D97-E750-4C3D-8AE3-AA8D8721BFDF}" dt="2023-07-09T10:13:16.835" v="6" actId="962"/>
          <ac:picMkLst>
            <pc:docMk/>
            <pc:sldMk cId="0" sldId="259"/>
            <ac:picMk id="3" creationId="{97AAE4DE-6497-4230-A8B2-FED6DE5CB9AF}"/>
          </ac:picMkLst>
        </pc:picChg>
      </pc:sldChg>
      <pc:sldChg chg="addSp modSp mod">
        <pc:chgData name="Artanago, Kenwyn" userId="280bbbef-73a8-4da2-b05f-60f93405c8ba" providerId="ADAL" clId="{90396D97-E750-4C3D-8AE3-AA8D8721BFDF}" dt="2023-07-09T10:13:20.809" v="9" actId="962"/>
        <pc:sldMkLst>
          <pc:docMk/>
          <pc:sldMk cId="0" sldId="260"/>
        </pc:sldMkLst>
        <pc:picChg chg="add mod">
          <ac:chgData name="Artanago, Kenwyn" userId="280bbbef-73a8-4da2-b05f-60f93405c8ba" providerId="ADAL" clId="{90396D97-E750-4C3D-8AE3-AA8D8721BFDF}" dt="2023-07-09T10:13:20.809" v="9" actId="962"/>
          <ac:picMkLst>
            <pc:docMk/>
            <pc:sldMk cId="0" sldId="260"/>
            <ac:picMk id="4" creationId="{9725AFFB-58D6-4129-9964-EFCF562866F0}"/>
          </ac:picMkLst>
        </pc:picChg>
      </pc:sldChg>
      <pc:sldChg chg="addSp modSp mod">
        <pc:chgData name="Artanago, Kenwyn" userId="280bbbef-73a8-4da2-b05f-60f93405c8ba" providerId="ADAL" clId="{90396D97-E750-4C3D-8AE3-AA8D8721BFDF}" dt="2023-07-09T10:13:23.811" v="12" actId="962"/>
        <pc:sldMkLst>
          <pc:docMk/>
          <pc:sldMk cId="0" sldId="261"/>
        </pc:sldMkLst>
        <pc:picChg chg="add mod">
          <ac:chgData name="Artanago, Kenwyn" userId="280bbbef-73a8-4da2-b05f-60f93405c8ba" providerId="ADAL" clId="{90396D97-E750-4C3D-8AE3-AA8D8721BFDF}" dt="2023-07-09T10:13:23.811" v="12" actId="962"/>
          <ac:picMkLst>
            <pc:docMk/>
            <pc:sldMk cId="0" sldId="261"/>
            <ac:picMk id="5" creationId="{C37B4DBE-F88B-4602-9B19-36B32BFDE491}"/>
          </ac:picMkLst>
        </pc:picChg>
      </pc:sldChg>
      <pc:sldChg chg="addSp modSp mod">
        <pc:chgData name="Artanago, Kenwyn" userId="280bbbef-73a8-4da2-b05f-60f93405c8ba" providerId="ADAL" clId="{90396D97-E750-4C3D-8AE3-AA8D8721BFDF}" dt="2023-07-09T10:13:28.505" v="14" actId="27614"/>
        <pc:sldMkLst>
          <pc:docMk/>
          <pc:sldMk cId="0" sldId="262"/>
        </pc:sldMkLst>
        <pc:picChg chg="add mod">
          <ac:chgData name="Artanago, Kenwyn" userId="280bbbef-73a8-4da2-b05f-60f93405c8ba" providerId="ADAL" clId="{90396D97-E750-4C3D-8AE3-AA8D8721BFDF}" dt="2023-07-09T10:13:28.505" v="14" actId="27614"/>
          <ac:picMkLst>
            <pc:docMk/>
            <pc:sldMk cId="0" sldId="262"/>
            <ac:picMk id="5" creationId="{5BC1CCEE-4BAB-4D26-A4B3-6D3C2B1A5042}"/>
          </ac:picMkLst>
        </pc:picChg>
      </pc:sldChg>
      <pc:sldChg chg="addSp modSp mod">
        <pc:chgData name="Artanago, Kenwyn" userId="280bbbef-73a8-4da2-b05f-60f93405c8ba" providerId="ADAL" clId="{90396D97-E750-4C3D-8AE3-AA8D8721BFDF}" dt="2023-07-09T10:13:31.771" v="17" actId="962"/>
        <pc:sldMkLst>
          <pc:docMk/>
          <pc:sldMk cId="0" sldId="263"/>
        </pc:sldMkLst>
        <pc:picChg chg="add mod">
          <ac:chgData name="Artanago, Kenwyn" userId="280bbbef-73a8-4da2-b05f-60f93405c8ba" providerId="ADAL" clId="{90396D97-E750-4C3D-8AE3-AA8D8721BFDF}" dt="2023-07-09T10:13:31.771" v="17" actId="962"/>
          <ac:picMkLst>
            <pc:docMk/>
            <pc:sldMk cId="0" sldId="263"/>
            <ac:picMk id="5" creationId="{76649406-33C6-4314-BE29-4FE44E13C78B}"/>
          </ac:picMkLst>
        </pc:picChg>
      </pc:sldChg>
      <pc:sldChg chg="addSp modSp mod">
        <pc:chgData name="Artanago, Kenwyn" userId="280bbbef-73a8-4da2-b05f-60f93405c8ba" providerId="ADAL" clId="{90396D97-E750-4C3D-8AE3-AA8D8721BFDF}" dt="2023-07-09T10:13:35.693" v="20" actId="962"/>
        <pc:sldMkLst>
          <pc:docMk/>
          <pc:sldMk cId="0" sldId="264"/>
        </pc:sldMkLst>
        <pc:picChg chg="add mod">
          <ac:chgData name="Artanago, Kenwyn" userId="280bbbef-73a8-4da2-b05f-60f93405c8ba" providerId="ADAL" clId="{90396D97-E750-4C3D-8AE3-AA8D8721BFDF}" dt="2023-07-09T10:13:35.693" v="20" actId="962"/>
          <ac:picMkLst>
            <pc:docMk/>
            <pc:sldMk cId="0" sldId="264"/>
            <ac:picMk id="5" creationId="{755D0104-D1B1-4F41-AC59-BB45A6C91084}"/>
          </ac:picMkLst>
        </pc:picChg>
      </pc:sldChg>
      <pc:sldChg chg="addSp modSp mod">
        <pc:chgData name="Artanago, Kenwyn" userId="280bbbef-73a8-4da2-b05f-60f93405c8ba" providerId="ADAL" clId="{90396D97-E750-4C3D-8AE3-AA8D8721BFDF}" dt="2023-07-09T10:13:38.988" v="23" actId="962"/>
        <pc:sldMkLst>
          <pc:docMk/>
          <pc:sldMk cId="0" sldId="265"/>
        </pc:sldMkLst>
        <pc:picChg chg="add mod">
          <ac:chgData name="Artanago, Kenwyn" userId="280bbbef-73a8-4da2-b05f-60f93405c8ba" providerId="ADAL" clId="{90396D97-E750-4C3D-8AE3-AA8D8721BFDF}" dt="2023-07-09T10:13:38.988" v="23" actId="962"/>
          <ac:picMkLst>
            <pc:docMk/>
            <pc:sldMk cId="0" sldId="265"/>
            <ac:picMk id="5" creationId="{A0CD3CF6-2614-4EC7-BF8B-1110E7768DE8}"/>
          </ac:picMkLst>
        </pc:picChg>
      </pc:sldChg>
      <pc:sldChg chg="addSp modSp mod">
        <pc:chgData name="Artanago, Kenwyn" userId="280bbbef-73a8-4da2-b05f-60f93405c8ba" providerId="ADAL" clId="{90396D97-E750-4C3D-8AE3-AA8D8721BFDF}" dt="2023-07-09T10:13:44.931" v="26" actId="962"/>
        <pc:sldMkLst>
          <pc:docMk/>
          <pc:sldMk cId="0" sldId="266"/>
        </pc:sldMkLst>
        <pc:picChg chg="add mod">
          <ac:chgData name="Artanago, Kenwyn" userId="280bbbef-73a8-4da2-b05f-60f93405c8ba" providerId="ADAL" clId="{90396D97-E750-4C3D-8AE3-AA8D8721BFDF}" dt="2023-07-09T10:13:44.931" v="26" actId="962"/>
          <ac:picMkLst>
            <pc:docMk/>
            <pc:sldMk cId="0" sldId="266"/>
            <ac:picMk id="5" creationId="{B7F077E7-A411-49EE-B253-EEC4966A8595}"/>
          </ac:picMkLst>
        </pc:picChg>
      </pc:sldChg>
      <pc:sldChg chg="addSp modSp mod">
        <pc:chgData name="Artanago, Kenwyn" userId="280bbbef-73a8-4da2-b05f-60f93405c8ba" providerId="ADAL" clId="{90396D97-E750-4C3D-8AE3-AA8D8721BFDF}" dt="2023-07-09T10:14:18.315" v="29" actId="962"/>
        <pc:sldMkLst>
          <pc:docMk/>
          <pc:sldMk cId="0" sldId="267"/>
        </pc:sldMkLst>
        <pc:picChg chg="add mod">
          <ac:chgData name="Artanago, Kenwyn" userId="280bbbef-73a8-4da2-b05f-60f93405c8ba" providerId="ADAL" clId="{90396D97-E750-4C3D-8AE3-AA8D8721BFDF}" dt="2023-07-09T10:14:18.315" v="29" actId="962"/>
          <ac:picMkLst>
            <pc:docMk/>
            <pc:sldMk cId="0" sldId="267"/>
            <ac:picMk id="5" creationId="{4B338D43-8F94-46B4-A368-86D7E7128BCD}"/>
          </ac:picMkLst>
        </pc:picChg>
      </pc:sldChg>
      <pc:sldChg chg="addSp modSp mod">
        <pc:chgData name="Artanago, Kenwyn" userId="280bbbef-73a8-4da2-b05f-60f93405c8ba" providerId="ADAL" clId="{90396D97-E750-4C3D-8AE3-AA8D8721BFDF}" dt="2023-07-09T10:14:29.432" v="31" actId="27614"/>
        <pc:sldMkLst>
          <pc:docMk/>
          <pc:sldMk cId="0" sldId="268"/>
        </pc:sldMkLst>
        <pc:picChg chg="add mod">
          <ac:chgData name="Artanago, Kenwyn" userId="280bbbef-73a8-4da2-b05f-60f93405c8ba" providerId="ADAL" clId="{90396D97-E750-4C3D-8AE3-AA8D8721BFDF}" dt="2023-07-09T10:14:29.432" v="31" actId="27614"/>
          <ac:picMkLst>
            <pc:docMk/>
            <pc:sldMk cId="0" sldId="268"/>
            <ac:picMk id="5" creationId="{58D45BAF-81EE-4CC4-8FBD-A35EA67E5474}"/>
          </ac:picMkLst>
        </pc:picChg>
      </pc:sldChg>
      <pc:sldChg chg="addSp modSp mod">
        <pc:chgData name="Artanago, Kenwyn" userId="280bbbef-73a8-4da2-b05f-60f93405c8ba" providerId="ADAL" clId="{90396D97-E750-4C3D-8AE3-AA8D8721BFDF}" dt="2023-07-09T10:14:32.263" v="34" actId="962"/>
        <pc:sldMkLst>
          <pc:docMk/>
          <pc:sldMk cId="0" sldId="269"/>
        </pc:sldMkLst>
        <pc:picChg chg="add mod">
          <ac:chgData name="Artanago, Kenwyn" userId="280bbbef-73a8-4da2-b05f-60f93405c8ba" providerId="ADAL" clId="{90396D97-E750-4C3D-8AE3-AA8D8721BFDF}" dt="2023-07-09T10:14:32.263" v="34" actId="962"/>
          <ac:picMkLst>
            <pc:docMk/>
            <pc:sldMk cId="0" sldId="269"/>
            <ac:picMk id="5" creationId="{CB117C9D-89C9-4BF5-B11F-10E323858EF5}"/>
          </ac:picMkLst>
        </pc:picChg>
      </pc:sldChg>
      <pc:sldChg chg="addSp delSp modSp mod">
        <pc:chgData name="Artanago, Kenwyn" userId="280bbbef-73a8-4da2-b05f-60f93405c8ba" providerId="ADAL" clId="{90396D97-E750-4C3D-8AE3-AA8D8721BFDF}" dt="2023-07-09T10:16:40.551" v="43" actId="14100"/>
        <pc:sldMkLst>
          <pc:docMk/>
          <pc:sldMk cId="0" sldId="271"/>
        </pc:sldMkLst>
        <pc:picChg chg="add del mod">
          <ac:chgData name="Artanago, Kenwyn" userId="280bbbef-73a8-4da2-b05f-60f93405c8ba" providerId="ADAL" clId="{90396D97-E750-4C3D-8AE3-AA8D8721BFDF}" dt="2023-07-09T10:16:14.440" v="38" actId="478"/>
          <ac:picMkLst>
            <pc:docMk/>
            <pc:sldMk cId="0" sldId="271"/>
            <ac:picMk id="5" creationId="{CAF7135B-4FF7-41BE-AC3C-6AC49CFD0CBC}"/>
          </ac:picMkLst>
        </pc:picChg>
        <pc:picChg chg="add mod">
          <ac:chgData name="Artanago, Kenwyn" userId="280bbbef-73a8-4da2-b05f-60f93405c8ba" providerId="ADAL" clId="{90396D97-E750-4C3D-8AE3-AA8D8721BFDF}" dt="2023-07-09T10:16:40.551" v="43" actId="14100"/>
          <ac:picMkLst>
            <pc:docMk/>
            <pc:sldMk cId="0" sldId="271"/>
            <ac:picMk id="7" creationId="{7F178205-9F17-42E1-95F4-32372446BFEB}"/>
          </ac:picMkLst>
        </pc:picChg>
      </pc:sldChg>
      <pc:sldChg chg="addSp modSp mod">
        <pc:chgData name="Artanago, Kenwyn" userId="280bbbef-73a8-4da2-b05f-60f93405c8ba" providerId="ADAL" clId="{90396D97-E750-4C3D-8AE3-AA8D8721BFDF}" dt="2023-07-09T10:16:52.298" v="48" actId="14100"/>
        <pc:sldMkLst>
          <pc:docMk/>
          <pc:sldMk cId="0" sldId="272"/>
        </pc:sldMkLst>
        <pc:picChg chg="add mod">
          <ac:chgData name="Artanago, Kenwyn" userId="280bbbef-73a8-4da2-b05f-60f93405c8ba" providerId="ADAL" clId="{90396D97-E750-4C3D-8AE3-AA8D8721BFDF}" dt="2023-07-09T10:16:52.298" v="48" actId="14100"/>
          <ac:picMkLst>
            <pc:docMk/>
            <pc:sldMk cId="0" sldId="272"/>
            <ac:picMk id="5" creationId="{2BDAEA6B-FF91-42B9-AF28-0A14117EE627}"/>
          </ac:picMkLst>
        </pc:picChg>
      </pc:sldChg>
      <pc:sldChg chg="addSp modSp mod">
        <pc:chgData name="Artanago, Kenwyn" userId="280bbbef-73a8-4da2-b05f-60f93405c8ba" providerId="ADAL" clId="{90396D97-E750-4C3D-8AE3-AA8D8721BFDF}" dt="2023-07-09T10:17:02.553" v="53" actId="14100"/>
        <pc:sldMkLst>
          <pc:docMk/>
          <pc:sldMk cId="0" sldId="273"/>
        </pc:sldMkLst>
        <pc:picChg chg="add mod">
          <ac:chgData name="Artanago, Kenwyn" userId="280bbbef-73a8-4da2-b05f-60f93405c8ba" providerId="ADAL" clId="{90396D97-E750-4C3D-8AE3-AA8D8721BFDF}" dt="2023-07-09T10:17:02.553" v="53" actId="14100"/>
          <ac:picMkLst>
            <pc:docMk/>
            <pc:sldMk cId="0" sldId="273"/>
            <ac:picMk id="5" creationId="{9824AB3D-FC32-48E0-A0C1-FB36A70BC17D}"/>
          </ac:picMkLst>
        </pc:picChg>
      </pc:sldChg>
      <pc:sldChg chg="addSp modSp mod">
        <pc:chgData name="Artanago, Kenwyn" userId="280bbbef-73a8-4da2-b05f-60f93405c8ba" providerId="ADAL" clId="{90396D97-E750-4C3D-8AE3-AA8D8721BFDF}" dt="2023-07-09T10:17:13.613" v="58" actId="14100"/>
        <pc:sldMkLst>
          <pc:docMk/>
          <pc:sldMk cId="0" sldId="274"/>
        </pc:sldMkLst>
        <pc:picChg chg="add mod">
          <ac:chgData name="Artanago, Kenwyn" userId="280bbbef-73a8-4da2-b05f-60f93405c8ba" providerId="ADAL" clId="{90396D97-E750-4C3D-8AE3-AA8D8721BFDF}" dt="2023-07-09T10:17:13.613" v="58" actId="14100"/>
          <ac:picMkLst>
            <pc:docMk/>
            <pc:sldMk cId="0" sldId="274"/>
            <ac:picMk id="5" creationId="{8422990C-58C3-4BC6-9787-ED46D4733B2E}"/>
          </ac:picMkLst>
        </pc:picChg>
      </pc:sldChg>
      <pc:sldChg chg="addSp modSp mod">
        <pc:chgData name="Artanago, Kenwyn" userId="280bbbef-73a8-4da2-b05f-60f93405c8ba" providerId="ADAL" clId="{90396D97-E750-4C3D-8AE3-AA8D8721BFDF}" dt="2023-07-09T10:17:26.170" v="63" actId="14100"/>
        <pc:sldMkLst>
          <pc:docMk/>
          <pc:sldMk cId="0" sldId="275"/>
        </pc:sldMkLst>
        <pc:picChg chg="add mod">
          <ac:chgData name="Artanago, Kenwyn" userId="280bbbef-73a8-4da2-b05f-60f93405c8ba" providerId="ADAL" clId="{90396D97-E750-4C3D-8AE3-AA8D8721BFDF}" dt="2023-07-09T10:17:26.170" v="63" actId="14100"/>
          <ac:picMkLst>
            <pc:docMk/>
            <pc:sldMk cId="0" sldId="275"/>
            <ac:picMk id="5" creationId="{73692636-481A-4945-88DA-0633C2DF9CD1}"/>
          </ac:picMkLst>
        </pc:picChg>
      </pc:sldChg>
      <pc:sldChg chg="addSp modSp mod">
        <pc:chgData name="Artanago, Kenwyn" userId="280bbbef-73a8-4da2-b05f-60f93405c8ba" providerId="ADAL" clId="{90396D97-E750-4C3D-8AE3-AA8D8721BFDF}" dt="2023-07-09T10:17:36.420" v="68" actId="14100"/>
        <pc:sldMkLst>
          <pc:docMk/>
          <pc:sldMk cId="0" sldId="276"/>
        </pc:sldMkLst>
        <pc:picChg chg="add mod">
          <ac:chgData name="Artanago, Kenwyn" userId="280bbbef-73a8-4da2-b05f-60f93405c8ba" providerId="ADAL" clId="{90396D97-E750-4C3D-8AE3-AA8D8721BFDF}" dt="2023-07-09T10:17:36.420" v="68" actId="14100"/>
          <ac:picMkLst>
            <pc:docMk/>
            <pc:sldMk cId="0" sldId="276"/>
            <ac:picMk id="5" creationId="{ED717F3B-9AEC-4418-B9E7-2CE4D95ACA6A}"/>
          </ac:picMkLst>
        </pc:picChg>
      </pc:sldChg>
      <pc:sldChg chg="modSp mod">
        <pc:chgData name="Artanago, Kenwyn" userId="280bbbef-73a8-4da2-b05f-60f93405c8ba" providerId="ADAL" clId="{90396D97-E750-4C3D-8AE3-AA8D8721BFDF}" dt="2023-07-09T10:18:50.834" v="90" actId="20577"/>
        <pc:sldMkLst>
          <pc:docMk/>
          <pc:sldMk cId="0" sldId="283"/>
        </pc:sldMkLst>
        <pc:spChg chg="mod">
          <ac:chgData name="Artanago, Kenwyn" userId="280bbbef-73a8-4da2-b05f-60f93405c8ba" providerId="ADAL" clId="{90396D97-E750-4C3D-8AE3-AA8D8721BFDF}" dt="2023-07-09T10:18:50.834" v="90" actId="20577"/>
          <ac:spMkLst>
            <pc:docMk/>
            <pc:sldMk cId="0" sldId="283"/>
            <ac:spMk id="268" creationId="{00000000-0000-0000-0000-000000000000}"/>
          </ac:spMkLst>
        </pc:spChg>
      </pc:sldChg>
      <pc:sldChg chg="modSp mod">
        <pc:chgData name="Artanago, Kenwyn" userId="280bbbef-73a8-4da2-b05f-60f93405c8ba" providerId="ADAL" clId="{90396D97-E750-4C3D-8AE3-AA8D8721BFDF}" dt="2023-07-09T10:21:06.635" v="101"/>
        <pc:sldMkLst>
          <pc:docMk/>
          <pc:sldMk cId="0" sldId="284"/>
        </pc:sldMkLst>
        <pc:spChg chg="mod">
          <ac:chgData name="Artanago, Kenwyn" userId="280bbbef-73a8-4da2-b05f-60f93405c8ba" providerId="ADAL" clId="{90396D97-E750-4C3D-8AE3-AA8D8721BFDF}" dt="2023-07-09T10:21:06.635" v="101"/>
          <ac:spMkLst>
            <pc:docMk/>
            <pc:sldMk cId="0" sldId="284"/>
            <ac:spMk id="274" creationId="{00000000-0000-0000-0000-000000000000}"/>
          </ac:spMkLst>
        </pc:spChg>
      </pc:sldChg>
      <pc:sldChg chg="modSp mod">
        <pc:chgData name="Artanago, Kenwyn" userId="280bbbef-73a8-4da2-b05f-60f93405c8ba" providerId="ADAL" clId="{90396D97-E750-4C3D-8AE3-AA8D8721BFDF}" dt="2023-07-09T10:21:16.969" v="104"/>
        <pc:sldMkLst>
          <pc:docMk/>
          <pc:sldMk cId="0" sldId="285"/>
        </pc:sldMkLst>
        <pc:spChg chg="mod">
          <ac:chgData name="Artanago, Kenwyn" userId="280bbbef-73a8-4da2-b05f-60f93405c8ba" providerId="ADAL" clId="{90396D97-E750-4C3D-8AE3-AA8D8721BFDF}" dt="2023-07-09T10:21:16.969" v="104"/>
          <ac:spMkLst>
            <pc:docMk/>
            <pc:sldMk cId="0" sldId="285"/>
            <ac:spMk id="279" creationId="{00000000-0000-0000-0000-000000000000}"/>
          </ac:spMkLst>
        </pc:spChg>
      </pc:sldChg>
      <pc:sldChg chg="modSp mod">
        <pc:chgData name="Artanago, Kenwyn" userId="280bbbef-73a8-4da2-b05f-60f93405c8ba" providerId="ADAL" clId="{90396D97-E750-4C3D-8AE3-AA8D8721BFDF}" dt="2023-07-09T10:21:27.448" v="107"/>
        <pc:sldMkLst>
          <pc:docMk/>
          <pc:sldMk cId="0" sldId="286"/>
        </pc:sldMkLst>
        <pc:spChg chg="mod">
          <ac:chgData name="Artanago, Kenwyn" userId="280bbbef-73a8-4da2-b05f-60f93405c8ba" providerId="ADAL" clId="{90396D97-E750-4C3D-8AE3-AA8D8721BFDF}" dt="2023-07-09T10:21:27.448" v="107"/>
          <ac:spMkLst>
            <pc:docMk/>
            <pc:sldMk cId="0" sldId="286"/>
            <ac:spMk id="284" creationId="{00000000-0000-0000-0000-000000000000}"/>
          </ac:spMkLst>
        </pc:spChg>
      </pc:sldChg>
      <pc:sldChg chg="modSp mod">
        <pc:chgData name="Artanago, Kenwyn" userId="280bbbef-73a8-4da2-b05f-60f93405c8ba" providerId="ADAL" clId="{90396D97-E750-4C3D-8AE3-AA8D8721BFDF}" dt="2023-07-09T10:21:39.553" v="110"/>
        <pc:sldMkLst>
          <pc:docMk/>
          <pc:sldMk cId="0" sldId="287"/>
        </pc:sldMkLst>
        <pc:spChg chg="mod">
          <ac:chgData name="Artanago, Kenwyn" userId="280bbbef-73a8-4da2-b05f-60f93405c8ba" providerId="ADAL" clId="{90396D97-E750-4C3D-8AE3-AA8D8721BFDF}" dt="2023-07-09T10:21:39.553" v="110"/>
          <ac:spMkLst>
            <pc:docMk/>
            <pc:sldMk cId="0" sldId="287"/>
            <ac:spMk id="289" creationId="{00000000-0000-0000-0000-000000000000}"/>
          </ac:spMkLst>
        </pc:spChg>
      </pc:sldChg>
      <pc:sldChg chg="addSp modSp mod">
        <pc:chgData name="Artanago, Kenwyn" userId="280bbbef-73a8-4da2-b05f-60f93405c8ba" providerId="ADAL" clId="{90396D97-E750-4C3D-8AE3-AA8D8721BFDF}" dt="2023-07-09T10:22:31.363" v="114" actId="962"/>
        <pc:sldMkLst>
          <pc:docMk/>
          <pc:sldMk cId="0" sldId="289"/>
        </pc:sldMkLst>
        <pc:picChg chg="add mod">
          <ac:chgData name="Artanago, Kenwyn" userId="280bbbef-73a8-4da2-b05f-60f93405c8ba" providerId="ADAL" clId="{90396D97-E750-4C3D-8AE3-AA8D8721BFDF}" dt="2023-07-09T10:22:31.363" v="114" actId="962"/>
          <ac:picMkLst>
            <pc:docMk/>
            <pc:sldMk cId="0" sldId="289"/>
            <ac:picMk id="5" creationId="{D9C208C2-207D-4930-BF73-CA503EED1136}"/>
          </ac:picMkLst>
        </pc:picChg>
      </pc:sldChg>
      <pc:sldChg chg="addSp modSp mod">
        <pc:chgData name="Artanago, Kenwyn" userId="280bbbef-73a8-4da2-b05f-60f93405c8ba" providerId="ADAL" clId="{90396D97-E750-4C3D-8AE3-AA8D8721BFDF}" dt="2023-07-09T10:22:36.039" v="117" actId="962"/>
        <pc:sldMkLst>
          <pc:docMk/>
          <pc:sldMk cId="0" sldId="290"/>
        </pc:sldMkLst>
        <pc:picChg chg="add mod">
          <ac:chgData name="Artanago, Kenwyn" userId="280bbbef-73a8-4da2-b05f-60f93405c8ba" providerId="ADAL" clId="{90396D97-E750-4C3D-8AE3-AA8D8721BFDF}" dt="2023-07-09T10:22:36.039" v="117" actId="962"/>
          <ac:picMkLst>
            <pc:docMk/>
            <pc:sldMk cId="0" sldId="290"/>
            <ac:picMk id="5" creationId="{32887D63-37EE-4FA7-A654-EE41FE76E98D}"/>
          </ac:picMkLst>
        </pc:picChg>
      </pc:sldChg>
      <pc:sldChg chg="addSp modSp mod">
        <pc:chgData name="Artanago, Kenwyn" userId="280bbbef-73a8-4da2-b05f-60f93405c8ba" providerId="ADAL" clId="{90396D97-E750-4C3D-8AE3-AA8D8721BFDF}" dt="2023-07-09T10:22:40.596" v="119" actId="27614"/>
        <pc:sldMkLst>
          <pc:docMk/>
          <pc:sldMk cId="0" sldId="293"/>
        </pc:sldMkLst>
        <pc:picChg chg="add mod">
          <ac:chgData name="Artanago, Kenwyn" userId="280bbbef-73a8-4da2-b05f-60f93405c8ba" providerId="ADAL" clId="{90396D97-E750-4C3D-8AE3-AA8D8721BFDF}" dt="2023-07-09T10:22:40.596" v="119" actId="27614"/>
          <ac:picMkLst>
            <pc:docMk/>
            <pc:sldMk cId="0" sldId="293"/>
            <ac:picMk id="5" creationId="{18BAE9A6-1888-4BDA-AF54-EF093FA833CC}"/>
          </ac:picMkLst>
        </pc:picChg>
      </pc:sldChg>
      <pc:sldChg chg="addSp modSp mod">
        <pc:chgData name="Artanago, Kenwyn" userId="280bbbef-73a8-4da2-b05f-60f93405c8ba" providerId="ADAL" clId="{90396D97-E750-4C3D-8AE3-AA8D8721BFDF}" dt="2023-07-09T10:22:44.550" v="121" actId="27614"/>
        <pc:sldMkLst>
          <pc:docMk/>
          <pc:sldMk cId="0" sldId="294"/>
        </pc:sldMkLst>
        <pc:picChg chg="add mod">
          <ac:chgData name="Artanago, Kenwyn" userId="280bbbef-73a8-4da2-b05f-60f93405c8ba" providerId="ADAL" clId="{90396D97-E750-4C3D-8AE3-AA8D8721BFDF}" dt="2023-07-09T10:22:44.550" v="121" actId="27614"/>
          <ac:picMkLst>
            <pc:docMk/>
            <pc:sldMk cId="0" sldId="294"/>
            <ac:picMk id="5" creationId="{DEBD2520-2D07-4F17-A216-293AD86D5580}"/>
          </ac:picMkLst>
        </pc:picChg>
      </pc:sldChg>
      <pc:sldChg chg="addSp modSp mod">
        <pc:chgData name="Artanago, Kenwyn" userId="280bbbef-73a8-4da2-b05f-60f93405c8ba" providerId="ADAL" clId="{90396D97-E750-4C3D-8AE3-AA8D8721BFDF}" dt="2023-07-09T10:22:48.378" v="124" actId="962"/>
        <pc:sldMkLst>
          <pc:docMk/>
          <pc:sldMk cId="0" sldId="295"/>
        </pc:sldMkLst>
        <pc:picChg chg="add mod">
          <ac:chgData name="Artanago, Kenwyn" userId="280bbbef-73a8-4da2-b05f-60f93405c8ba" providerId="ADAL" clId="{90396D97-E750-4C3D-8AE3-AA8D8721BFDF}" dt="2023-07-09T10:22:48.378" v="124" actId="962"/>
          <ac:picMkLst>
            <pc:docMk/>
            <pc:sldMk cId="0" sldId="295"/>
            <ac:picMk id="5" creationId="{CEAEE308-75FC-4874-A3FA-5D9903E3CB63}"/>
          </ac:picMkLst>
        </pc:picChg>
      </pc:sldChg>
      <pc:sldChg chg="addSp modSp mod">
        <pc:chgData name="Artanago, Kenwyn" userId="280bbbef-73a8-4da2-b05f-60f93405c8ba" providerId="ADAL" clId="{90396D97-E750-4C3D-8AE3-AA8D8721BFDF}" dt="2023-07-09T10:22:56.247" v="127" actId="962"/>
        <pc:sldMkLst>
          <pc:docMk/>
          <pc:sldMk cId="0" sldId="296"/>
        </pc:sldMkLst>
        <pc:picChg chg="add mod">
          <ac:chgData name="Artanago, Kenwyn" userId="280bbbef-73a8-4da2-b05f-60f93405c8ba" providerId="ADAL" clId="{90396D97-E750-4C3D-8AE3-AA8D8721BFDF}" dt="2023-07-09T10:22:56.247" v="127" actId="962"/>
          <ac:picMkLst>
            <pc:docMk/>
            <pc:sldMk cId="0" sldId="296"/>
            <ac:picMk id="5" creationId="{82794D30-4699-4142-8A1F-073D144AD3C1}"/>
          </ac:picMkLst>
        </pc:picChg>
      </pc:sldChg>
      <pc:sldChg chg="modSp mod">
        <pc:chgData name="Artanago, Kenwyn" userId="280bbbef-73a8-4da2-b05f-60f93405c8ba" providerId="ADAL" clId="{90396D97-E750-4C3D-8AE3-AA8D8721BFDF}" dt="2023-07-09T10:24:44.468" v="216" actId="20577"/>
        <pc:sldMkLst>
          <pc:docMk/>
          <pc:sldMk cId="0" sldId="302"/>
        </pc:sldMkLst>
        <pc:spChg chg="mod">
          <ac:chgData name="Artanago, Kenwyn" userId="280bbbef-73a8-4da2-b05f-60f93405c8ba" providerId="ADAL" clId="{90396D97-E750-4C3D-8AE3-AA8D8721BFDF}" dt="2023-07-09T10:24:44.468" v="216" actId="20577"/>
          <ac:spMkLst>
            <pc:docMk/>
            <pc:sldMk cId="0" sldId="302"/>
            <ac:spMk id="362" creationId="{00000000-0000-0000-0000-000000000000}"/>
          </ac:spMkLst>
        </pc:spChg>
      </pc:sldChg>
      <pc:sldChg chg="mod modShow">
        <pc:chgData name="Artanago, Kenwyn" userId="280bbbef-73a8-4da2-b05f-60f93405c8ba" providerId="ADAL" clId="{90396D97-E750-4C3D-8AE3-AA8D8721BFDF}" dt="2023-07-09T10:24:59.802" v="218" actId="729"/>
        <pc:sldMkLst>
          <pc:docMk/>
          <pc:sldMk cId="0" sldId="311"/>
        </pc:sldMkLst>
      </pc:sldChg>
      <pc:sldChg chg="mod modShow">
        <pc:chgData name="Artanago, Kenwyn" userId="280bbbef-73a8-4da2-b05f-60f93405c8ba" providerId="ADAL" clId="{90396D97-E750-4C3D-8AE3-AA8D8721BFDF}" dt="2023-07-09T10:24:57.302" v="217" actId="729"/>
        <pc:sldMkLst>
          <pc:docMk/>
          <pc:sldMk cId="0" sldId="312"/>
        </pc:sldMkLst>
      </pc:sldChg>
      <pc:sldChg chg="addSp modSp mod">
        <pc:chgData name="Artanago, Kenwyn" userId="280bbbef-73a8-4da2-b05f-60f93405c8ba" providerId="ADAL" clId="{90396D97-E750-4C3D-8AE3-AA8D8721BFDF}" dt="2023-07-09T10:26:14.078" v="220" actId="27614"/>
        <pc:sldMkLst>
          <pc:docMk/>
          <pc:sldMk cId="0" sldId="316"/>
        </pc:sldMkLst>
        <pc:picChg chg="add mod">
          <ac:chgData name="Artanago, Kenwyn" userId="280bbbef-73a8-4da2-b05f-60f93405c8ba" providerId="ADAL" clId="{90396D97-E750-4C3D-8AE3-AA8D8721BFDF}" dt="2023-07-09T10:26:14.078" v="220" actId="27614"/>
          <ac:picMkLst>
            <pc:docMk/>
            <pc:sldMk cId="0" sldId="316"/>
            <ac:picMk id="6" creationId="{E3C36F39-9A57-4424-BFF3-3B8E361C1CC4}"/>
          </ac:picMkLst>
        </pc:picChg>
      </pc:sldChg>
      <pc:sldChg chg="addSp modSp mod">
        <pc:chgData name="Artanago, Kenwyn" userId="280bbbef-73a8-4da2-b05f-60f93405c8ba" providerId="ADAL" clId="{90396D97-E750-4C3D-8AE3-AA8D8721BFDF}" dt="2023-07-09T10:26:19.456" v="223" actId="962"/>
        <pc:sldMkLst>
          <pc:docMk/>
          <pc:sldMk cId="0" sldId="317"/>
        </pc:sldMkLst>
        <pc:picChg chg="add mod">
          <ac:chgData name="Artanago, Kenwyn" userId="280bbbef-73a8-4da2-b05f-60f93405c8ba" providerId="ADAL" clId="{90396D97-E750-4C3D-8AE3-AA8D8721BFDF}" dt="2023-07-09T10:26:19.456" v="223" actId="962"/>
          <ac:picMkLst>
            <pc:docMk/>
            <pc:sldMk cId="0" sldId="317"/>
            <ac:picMk id="5" creationId="{A0EEE2B9-7D45-485F-A6CC-C32F1CF3D4DC}"/>
          </ac:picMkLst>
        </pc:picChg>
      </pc:sldChg>
      <pc:sldChg chg="addSp modSp mod">
        <pc:chgData name="Artanago, Kenwyn" userId="280bbbef-73a8-4da2-b05f-60f93405c8ba" providerId="ADAL" clId="{90396D97-E750-4C3D-8AE3-AA8D8721BFDF}" dt="2023-07-09T10:26:23.390" v="225" actId="27614"/>
        <pc:sldMkLst>
          <pc:docMk/>
          <pc:sldMk cId="0" sldId="318"/>
        </pc:sldMkLst>
        <pc:picChg chg="add mod">
          <ac:chgData name="Artanago, Kenwyn" userId="280bbbef-73a8-4da2-b05f-60f93405c8ba" providerId="ADAL" clId="{90396D97-E750-4C3D-8AE3-AA8D8721BFDF}" dt="2023-07-09T10:26:23.390" v="225" actId="27614"/>
          <ac:picMkLst>
            <pc:docMk/>
            <pc:sldMk cId="0" sldId="318"/>
            <ac:picMk id="5" creationId="{E6E8A6E8-489C-4C48-88D8-10D1A4126C40}"/>
          </ac:picMkLst>
        </pc:picChg>
      </pc:sldChg>
      <pc:sldChg chg="addSp modSp mod">
        <pc:chgData name="Artanago, Kenwyn" userId="280bbbef-73a8-4da2-b05f-60f93405c8ba" providerId="ADAL" clId="{90396D97-E750-4C3D-8AE3-AA8D8721BFDF}" dt="2023-07-09T10:26:26.845" v="228" actId="962"/>
        <pc:sldMkLst>
          <pc:docMk/>
          <pc:sldMk cId="0" sldId="319"/>
        </pc:sldMkLst>
        <pc:picChg chg="add mod">
          <ac:chgData name="Artanago, Kenwyn" userId="280bbbef-73a8-4da2-b05f-60f93405c8ba" providerId="ADAL" clId="{90396D97-E750-4C3D-8AE3-AA8D8721BFDF}" dt="2023-07-09T10:26:26.845" v="228" actId="962"/>
          <ac:picMkLst>
            <pc:docMk/>
            <pc:sldMk cId="0" sldId="319"/>
            <ac:picMk id="5" creationId="{87E5CFC1-2171-4BEF-B6F2-709C68ACC7EC}"/>
          </ac:picMkLst>
        </pc:picChg>
      </pc:sldChg>
      <pc:sldChg chg="addSp modSp mod">
        <pc:chgData name="Artanago, Kenwyn" userId="280bbbef-73a8-4da2-b05f-60f93405c8ba" providerId="ADAL" clId="{90396D97-E750-4C3D-8AE3-AA8D8721BFDF}" dt="2023-07-09T10:26:29.995" v="231" actId="962"/>
        <pc:sldMkLst>
          <pc:docMk/>
          <pc:sldMk cId="0" sldId="320"/>
        </pc:sldMkLst>
        <pc:picChg chg="add mod">
          <ac:chgData name="Artanago, Kenwyn" userId="280bbbef-73a8-4da2-b05f-60f93405c8ba" providerId="ADAL" clId="{90396D97-E750-4C3D-8AE3-AA8D8721BFDF}" dt="2023-07-09T10:26:29.995" v="231" actId="962"/>
          <ac:picMkLst>
            <pc:docMk/>
            <pc:sldMk cId="0" sldId="320"/>
            <ac:picMk id="5" creationId="{6F12E10B-CE23-4130-AC1F-8A53E70EA249}"/>
          </ac:picMkLst>
        </pc:picChg>
      </pc:sldChg>
      <pc:sldChg chg="addSp modSp mod">
        <pc:chgData name="Artanago, Kenwyn" userId="280bbbef-73a8-4da2-b05f-60f93405c8ba" providerId="ADAL" clId="{90396D97-E750-4C3D-8AE3-AA8D8721BFDF}" dt="2023-07-09T10:26:34.382" v="233" actId="27614"/>
        <pc:sldMkLst>
          <pc:docMk/>
          <pc:sldMk cId="0" sldId="321"/>
        </pc:sldMkLst>
        <pc:picChg chg="add mod">
          <ac:chgData name="Artanago, Kenwyn" userId="280bbbef-73a8-4da2-b05f-60f93405c8ba" providerId="ADAL" clId="{90396D97-E750-4C3D-8AE3-AA8D8721BFDF}" dt="2023-07-09T10:26:34.382" v="233" actId="27614"/>
          <ac:picMkLst>
            <pc:docMk/>
            <pc:sldMk cId="0" sldId="321"/>
            <ac:picMk id="5" creationId="{BD7FC223-EDC4-4724-9682-C1744728753B}"/>
          </ac:picMkLst>
        </pc:picChg>
      </pc:sldChg>
      <pc:sldChg chg="addSp modSp mod">
        <pc:chgData name="Artanago, Kenwyn" userId="280bbbef-73a8-4da2-b05f-60f93405c8ba" providerId="ADAL" clId="{90396D97-E750-4C3D-8AE3-AA8D8721BFDF}" dt="2023-07-09T10:26:37.429" v="235" actId="27614"/>
        <pc:sldMkLst>
          <pc:docMk/>
          <pc:sldMk cId="0" sldId="322"/>
        </pc:sldMkLst>
        <pc:picChg chg="add mod">
          <ac:chgData name="Artanago, Kenwyn" userId="280bbbef-73a8-4da2-b05f-60f93405c8ba" providerId="ADAL" clId="{90396D97-E750-4C3D-8AE3-AA8D8721BFDF}" dt="2023-07-09T10:26:37.429" v="235" actId="27614"/>
          <ac:picMkLst>
            <pc:docMk/>
            <pc:sldMk cId="0" sldId="322"/>
            <ac:picMk id="5" creationId="{DD0A12AF-3A2D-4305-B956-94EA47873A85}"/>
          </ac:picMkLst>
        </pc:picChg>
      </pc:sldChg>
      <pc:sldChg chg="addSp modSp mod">
        <pc:chgData name="Artanago, Kenwyn" userId="280bbbef-73a8-4da2-b05f-60f93405c8ba" providerId="ADAL" clId="{90396D97-E750-4C3D-8AE3-AA8D8721BFDF}" dt="2023-07-09T10:26:40.530" v="237" actId="27614"/>
        <pc:sldMkLst>
          <pc:docMk/>
          <pc:sldMk cId="0" sldId="324"/>
        </pc:sldMkLst>
        <pc:picChg chg="add mod">
          <ac:chgData name="Artanago, Kenwyn" userId="280bbbef-73a8-4da2-b05f-60f93405c8ba" providerId="ADAL" clId="{90396D97-E750-4C3D-8AE3-AA8D8721BFDF}" dt="2023-07-09T10:26:40.530" v="237" actId="27614"/>
          <ac:picMkLst>
            <pc:docMk/>
            <pc:sldMk cId="0" sldId="324"/>
            <ac:picMk id="5" creationId="{B496E930-761C-4511-8051-19CE27E50C3D}"/>
          </ac:picMkLst>
        </pc:picChg>
      </pc:sldChg>
      <pc:sldChg chg="addSp modSp mod">
        <pc:chgData name="Artanago, Kenwyn" userId="280bbbef-73a8-4da2-b05f-60f93405c8ba" providerId="ADAL" clId="{90396D97-E750-4C3D-8AE3-AA8D8721BFDF}" dt="2023-07-09T10:26:43.760" v="239" actId="27614"/>
        <pc:sldMkLst>
          <pc:docMk/>
          <pc:sldMk cId="0" sldId="325"/>
        </pc:sldMkLst>
        <pc:picChg chg="add mod">
          <ac:chgData name="Artanago, Kenwyn" userId="280bbbef-73a8-4da2-b05f-60f93405c8ba" providerId="ADAL" clId="{90396D97-E750-4C3D-8AE3-AA8D8721BFDF}" dt="2023-07-09T10:26:43.760" v="239" actId="27614"/>
          <ac:picMkLst>
            <pc:docMk/>
            <pc:sldMk cId="0" sldId="325"/>
            <ac:picMk id="5" creationId="{62B322EB-7AAF-4DE0-B917-A714AC2C9EDF}"/>
          </ac:picMkLst>
        </pc:picChg>
      </pc:sldChg>
      <pc:sldChg chg="addSp modSp mod">
        <pc:chgData name="Artanago, Kenwyn" userId="280bbbef-73a8-4da2-b05f-60f93405c8ba" providerId="ADAL" clId="{90396D97-E750-4C3D-8AE3-AA8D8721BFDF}" dt="2023-07-09T10:27:49.220" v="257" actId="962"/>
        <pc:sldMkLst>
          <pc:docMk/>
          <pc:sldMk cId="0" sldId="333"/>
        </pc:sldMkLst>
        <pc:picChg chg="add mod">
          <ac:chgData name="Artanago, Kenwyn" userId="280bbbef-73a8-4da2-b05f-60f93405c8ba" providerId="ADAL" clId="{90396D97-E750-4C3D-8AE3-AA8D8721BFDF}" dt="2023-07-09T10:27:49.220" v="257" actId="962"/>
          <ac:picMkLst>
            <pc:docMk/>
            <pc:sldMk cId="0" sldId="333"/>
            <ac:picMk id="4" creationId="{EDE0BB35-2B6E-4CCE-A628-83E10D34A0A5}"/>
          </ac:picMkLst>
        </pc:picChg>
      </pc:sldChg>
      <pc:sldChg chg="mod modShow">
        <pc:chgData name="Artanago, Kenwyn" userId="280bbbef-73a8-4da2-b05f-60f93405c8ba" providerId="ADAL" clId="{90396D97-E750-4C3D-8AE3-AA8D8721BFDF}" dt="2023-07-09T10:28:42.249" v="269" actId="729"/>
        <pc:sldMkLst>
          <pc:docMk/>
          <pc:sldMk cId="0" sldId="339"/>
        </pc:sldMkLst>
      </pc:sldChg>
      <pc:sldChg chg="mod modShow">
        <pc:chgData name="Artanago, Kenwyn" userId="280bbbef-73a8-4da2-b05f-60f93405c8ba" providerId="ADAL" clId="{90396D97-E750-4C3D-8AE3-AA8D8721BFDF}" dt="2023-07-09T10:28:44.953" v="270" actId="729"/>
        <pc:sldMkLst>
          <pc:docMk/>
          <pc:sldMk cId="0" sldId="340"/>
        </pc:sldMkLst>
      </pc:sldChg>
      <pc:sldChg chg="mod ord modShow">
        <pc:chgData name="Artanago, Kenwyn" userId="280bbbef-73a8-4da2-b05f-60f93405c8ba" providerId="ADAL" clId="{90396D97-E750-4C3D-8AE3-AA8D8721BFDF}" dt="2023-07-09T10:29:17.081" v="281"/>
        <pc:sldMkLst>
          <pc:docMk/>
          <pc:sldMk cId="0" sldId="342"/>
        </pc:sldMkLst>
      </pc:sldChg>
      <pc:sldChg chg="modSp mod">
        <pc:chgData name="Artanago, Kenwyn" userId="280bbbef-73a8-4da2-b05f-60f93405c8ba" providerId="ADAL" clId="{90396D97-E750-4C3D-8AE3-AA8D8721BFDF}" dt="2023-07-09T10:29:03.676" v="274" actId="20577"/>
        <pc:sldMkLst>
          <pc:docMk/>
          <pc:sldMk cId="0" sldId="343"/>
        </pc:sldMkLst>
        <pc:spChg chg="mod">
          <ac:chgData name="Artanago, Kenwyn" userId="280bbbef-73a8-4da2-b05f-60f93405c8ba" providerId="ADAL" clId="{90396D97-E750-4C3D-8AE3-AA8D8721BFDF}" dt="2023-07-09T10:29:00.874" v="272" actId="20577"/>
          <ac:spMkLst>
            <pc:docMk/>
            <pc:sldMk cId="0" sldId="343"/>
            <ac:spMk id="578" creationId="{00000000-0000-0000-0000-000000000000}"/>
          </ac:spMkLst>
        </pc:spChg>
        <pc:spChg chg="mod">
          <ac:chgData name="Artanago, Kenwyn" userId="280bbbef-73a8-4da2-b05f-60f93405c8ba" providerId="ADAL" clId="{90396D97-E750-4C3D-8AE3-AA8D8721BFDF}" dt="2023-07-09T10:29:03.676" v="274" actId="20577"/>
          <ac:spMkLst>
            <pc:docMk/>
            <pc:sldMk cId="0" sldId="343"/>
            <ac:spMk id="579" creationId="{00000000-0000-0000-0000-000000000000}"/>
          </ac:spMkLst>
        </pc:spChg>
      </pc:sldChg>
      <pc:sldChg chg="modSp mod">
        <pc:chgData name="Artanago, Kenwyn" userId="280bbbef-73a8-4da2-b05f-60f93405c8ba" providerId="ADAL" clId="{90396D97-E750-4C3D-8AE3-AA8D8721BFDF}" dt="2023-07-09T10:29:10.312" v="278" actId="20577"/>
        <pc:sldMkLst>
          <pc:docMk/>
          <pc:sldMk cId="0" sldId="344"/>
        </pc:sldMkLst>
        <pc:spChg chg="mod">
          <ac:chgData name="Artanago, Kenwyn" userId="280bbbef-73a8-4da2-b05f-60f93405c8ba" providerId="ADAL" clId="{90396D97-E750-4C3D-8AE3-AA8D8721BFDF}" dt="2023-07-09T10:29:08.345" v="276" actId="20577"/>
          <ac:spMkLst>
            <pc:docMk/>
            <pc:sldMk cId="0" sldId="344"/>
            <ac:spMk id="585" creationId="{00000000-0000-0000-0000-000000000000}"/>
          </ac:spMkLst>
        </pc:spChg>
        <pc:spChg chg="mod">
          <ac:chgData name="Artanago, Kenwyn" userId="280bbbef-73a8-4da2-b05f-60f93405c8ba" providerId="ADAL" clId="{90396D97-E750-4C3D-8AE3-AA8D8721BFDF}" dt="2023-07-09T10:29:10.312" v="278" actId="20577"/>
          <ac:spMkLst>
            <pc:docMk/>
            <pc:sldMk cId="0" sldId="344"/>
            <ac:spMk id="586" creationId="{00000000-0000-0000-0000-000000000000}"/>
          </ac:spMkLst>
        </pc:spChg>
      </pc:sldChg>
      <pc:sldChg chg="mod modShow">
        <pc:chgData name="Artanago, Kenwyn" userId="280bbbef-73a8-4da2-b05f-60f93405c8ba" providerId="ADAL" clId="{90396D97-E750-4C3D-8AE3-AA8D8721BFDF}" dt="2023-07-09T10:29:22.197" v="282" actId="729"/>
        <pc:sldMkLst>
          <pc:docMk/>
          <pc:sldMk cId="0" sldId="345"/>
        </pc:sldMkLst>
      </pc:sldChg>
      <pc:sldChg chg="del">
        <pc:chgData name="Artanago, Kenwyn" userId="280bbbef-73a8-4da2-b05f-60f93405c8ba" providerId="ADAL" clId="{90396D97-E750-4C3D-8AE3-AA8D8721BFDF}" dt="2023-07-09T10:21:45.720" v="111" actId="2696"/>
        <pc:sldMkLst>
          <pc:docMk/>
          <pc:sldMk cId="2863320528" sldId="350"/>
        </pc:sldMkLst>
      </pc:sldChg>
      <pc:sldChg chg="del">
        <pc:chgData name="Artanago, Kenwyn" userId="280bbbef-73a8-4da2-b05f-60f93405c8ba" providerId="ADAL" clId="{90396D97-E750-4C3D-8AE3-AA8D8721BFDF}" dt="2023-07-09T10:21:45.720" v="111" actId="2696"/>
        <pc:sldMkLst>
          <pc:docMk/>
          <pc:sldMk cId="1280947483" sldId="351"/>
        </pc:sldMkLst>
      </pc:sldChg>
      <pc:sldChg chg="del">
        <pc:chgData name="Artanago, Kenwyn" userId="280bbbef-73a8-4da2-b05f-60f93405c8ba" providerId="ADAL" clId="{90396D97-E750-4C3D-8AE3-AA8D8721BFDF}" dt="2023-07-09T10:21:45.720" v="111" actId="2696"/>
        <pc:sldMkLst>
          <pc:docMk/>
          <pc:sldMk cId="1034347261" sldId="353"/>
        </pc:sldMkLst>
      </pc:sldChg>
      <pc:sldChg chg="addSp modSp mod">
        <pc:chgData name="Artanago, Kenwyn" userId="280bbbef-73a8-4da2-b05f-60f93405c8ba" providerId="ADAL" clId="{90396D97-E750-4C3D-8AE3-AA8D8721BFDF}" dt="2023-07-09T10:17:46.343" v="73" actId="14100"/>
        <pc:sldMkLst>
          <pc:docMk/>
          <pc:sldMk cId="2138632321" sldId="384"/>
        </pc:sldMkLst>
        <pc:picChg chg="add mod">
          <ac:chgData name="Artanago, Kenwyn" userId="280bbbef-73a8-4da2-b05f-60f93405c8ba" providerId="ADAL" clId="{90396D97-E750-4C3D-8AE3-AA8D8721BFDF}" dt="2023-07-09T10:17:46.343" v="73" actId="14100"/>
          <ac:picMkLst>
            <pc:docMk/>
            <pc:sldMk cId="2138632321" sldId="384"/>
            <ac:picMk id="5" creationId="{E342967C-A7F8-4CEB-9116-157DBC016855}"/>
          </ac:picMkLst>
        </pc:picChg>
      </pc:sldChg>
      <pc:sldChg chg="addSp modSp mod">
        <pc:chgData name="Artanago, Kenwyn" userId="280bbbef-73a8-4da2-b05f-60f93405c8ba" providerId="ADAL" clId="{90396D97-E750-4C3D-8AE3-AA8D8721BFDF}" dt="2023-07-09T10:17:57.398" v="78" actId="14100"/>
        <pc:sldMkLst>
          <pc:docMk/>
          <pc:sldMk cId="2287554166" sldId="385"/>
        </pc:sldMkLst>
        <pc:picChg chg="add mod">
          <ac:chgData name="Artanago, Kenwyn" userId="280bbbef-73a8-4da2-b05f-60f93405c8ba" providerId="ADAL" clId="{90396D97-E750-4C3D-8AE3-AA8D8721BFDF}" dt="2023-07-09T10:17:57.398" v="78" actId="14100"/>
          <ac:picMkLst>
            <pc:docMk/>
            <pc:sldMk cId="2287554166" sldId="385"/>
            <ac:picMk id="5" creationId="{D81E5494-0BBF-4333-BDDC-F91C3E3C905C}"/>
          </ac:picMkLst>
        </pc:picChg>
      </pc:sldChg>
      <pc:sldChg chg="addSp modSp mod">
        <pc:chgData name="Artanago, Kenwyn" userId="280bbbef-73a8-4da2-b05f-60f93405c8ba" providerId="ADAL" clId="{90396D97-E750-4C3D-8AE3-AA8D8721BFDF}" dt="2023-07-09T10:26:47.255" v="241" actId="27614"/>
        <pc:sldMkLst>
          <pc:docMk/>
          <pc:sldMk cId="2915271513" sldId="386"/>
        </pc:sldMkLst>
        <pc:picChg chg="add mod">
          <ac:chgData name="Artanago, Kenwyn" userId="280bbbef-73a8-4da2-b05f-60f93405c8ba" providerId="ADAL" clId="{90396D97-E750-4C3D-8AE3-AA8D8721BFDF}" dt="2023-07-09T10:26:47.255" v="241" actId="27614"/>
          <ac:picMkLst>
            <pc:docMk/>
            <pc:sldMk cId="2915271513" sldId="386"/>
            <ac:picMk id="6" creationId="{51823EF4-ED7A-48A9-B487-D7F34B072127}"/>
          </ac:picMkLst>
        </pc:picChg>
      </pc:sldChg>
      <pc:sldChg chg="addSp modSp mod">
        <pc:chgData name="Artanago, Kenwyn" userId="280bbbef-73a8-4da2-b05f-60f93405c8ba" providerId="ADAL" clId="{90396D97-E750-4C3D-8AE3-AA8D8721BFDF}" dt="2023-07-09T10:26:50.564" v="243" actId="27614"/>
        <pc:sldMkLst>
          <pc:docMk/>
          <pc:sldMk cId="3747739469" sldId="387"/>
        </pc:sldMkLst>
        <pc:picChg chg="add mod">
          <ac:chgData name="Artanago, Kenwyn" userId="280bbbef-73a8-4da2-b05f-60f93405c8ba" providerId="ADAL" clId="{90396D97-E750-4C3D-8AE3-AA8D8721BFDF}" dt="2023-07-09T10:26:50.564" v="243" actId="27614"/>
          <ac:picMkLst>
            <pc:docMk/>
            <pc:sldMk cId="3747739469" sldId="387"/>
            <ac:picMk id="6" creationId="{C9815606-D020-4E56-9888-20FD575C65C5}"/>
          </ac:picMkLst>
        </pc:picChg>
      </pc:sldChg>
      <pc:sldChg chg="addSp modSp mod">
        <pc:chgData name="Artanago, Kenwyn" userId="280bbbef-73a8-4da2-b05f-60f93405c8ba" providerId="ADAL" clId="{90396D97-E750-4C3D-8AE3-AA8D8721BFDF}" dt="2023-07-09T10:26:54.072" v="245" actId="27614"/>
        <pc:sldMkLst>
          <pc:docMk/>
          <pc:sldMk cId="2268274077" sldId="388"/>
        </pc:sldMkLst>
        <pc:picChg chg="add mod">
          <ac:chgData name="Artanago, Kenwyn" userId="280bbbef-73a8-4da2-b05f-60f93405c8ba" providerId="ADAL" clId="{90396D97-E750-4C3D-8AE3-AA8D8721BFDF}" dt="2023-07-09T10:26:54.072" v="245" actId="27614"/>
          <ac:picMkLst>
            <pc:docMk/>
            <pc:sldMk cId="2268274077" sldId="388"/>
            <ac:picMk id="6" creationId="{C2A8DFBA-64A9-4480-90E0-368093D1629A}"/>
          </ac:picMkLst>
        </pc:picChg>
      </pc:sldChg>
      <pc:sldChg chg="addSp modSp mod">
        <pc:chgData name="Artanago, Kenwyn" userId="280bbbef-73a8-4da2-b05f-60f93405c8ba" providerId="ADAL" clId="{90396D97-E750-4C3D-8AE3-AA8D8721BFDF}" dt="2023-07-09T10:26:57.700" v="247" actId="27614"/>
        <pc:sldMkLst>
          <pc:docMk/>
          <pc:sldMk cId="4123100765" sldId="389"/>
        </pc:sldMkLst>
        <pc:picChg chg="add mod">
          <ac:chgData name="Artanago, Kenwyn" userId="280bbbef-73a8-4da2-b05f-60f93405c8ba" providerId="ADAL" clId="{90396D97-E750-4C3D-8AE3-AA8D8721BFDF}" dt="2023-07-09T10:26:57.700" v="247" actId="27614"/>
          <ac:picMkLst>
            <pc:docMk/>
            <pc:sldMk cId="4123100765" sldId="389"/>
            <ac:picMk id="6" creationId="{891FA4DA-17C2-4254-929B-76E4B70A0BE3}"/>
          </ac:picMkLst>
        </pc:picChg>
      </pc:sldChg>
      <pc:sldChg chg="addSp modSp mod">
        <pc:chgData name="Artanago, Kenwyn" userId="280bbbef-73a8-4da2-b05f-60f93405c8ba" providerId="ADAL" clId="{90396D97-E750-4C3D-8AE3-AA8D8721BFDF}" dt="2023-07-09T10:27:01.784" v="249" actId="27614"/>
        <pc:sldMkLst>
          <pc:docMk/>
          <pc:sldMk cId="1167368597" sldId="390"/>
        </pc:sldMkLst>
        <pc:picChg chg="add mod">
          <ac:chgData name="Artanago, Kenwyn" userId="280bbbef-73a8-4da2-b05f-60f93405c8ba" providerId="ADAL" clId="{90396D97-E750-4C3D-8AE3-AA8D8721BFDF}" dt="2023-07-09T10:27:01.784" v="249" actId="27614"/>
          <ac:picMkLst>
            <pc:docMk/>
            <pc:sldMk cId="1167368597" sldId="390"/>
            <ac:picMk id="6" creationId="{05B86B4C-32A2-4CC0-8325-0FEDA120D531}"/>
          </ac:picMkLst>
        </pc:picChg>
      </pc:sldChg>
      <pc:sldChg chg="addSp modSp mod">
        <pc:chgData name="Artanago, Kenwyn" userId="280bbbef-73a8-4da2-b05f-60f93405c8ba" providerId="ADAL" clId="{90396D97-E750-4C3D-8AE3-AA8D8721BFDF}" dt="2023-07-09T10:27:05.183" v="251" actId="27614"/>
        <pc:sldMkLst>
          <pc:docMk/>
          <pc:sldMk cId="2202194069" sldId="391"/>
        </pc:sldMkLst>
        <pc:picChg chg="add mod">
          <ac:chgData name="Artanago, Kenwyn" userId="280bbbef-73a8-4da2-b05f-60f93405c8ba" providerId="ADAL" clId="{90396D97-E750-4C3D-8AE3-AA8D8721BFDF}" dt="2023-07-09T10:27:05.183" v="251" actId="27614"/>
          <ac:picMkLst>
            <pc:docMk/>
            <pc:sldMk cId="2202194069" sldId="391"/>
            <ac:picMk id="7" creationId="{4EFB2615-E76D-451E-B4F6-44738F99D829}"/>
          </ac:picMkLst>
        </pc:picChg>
      </pc:sldChg>
      <pc:sldChg chg="addSp modSp mod">
        <pc:chgData name="Artanago, Kenwyn" userId="280bbbef-73a8-4da2-b05f-60f93405c8ba" providerId="ADAL" clId="{90396D97-E750-4C3D-8AE3-AA8D8721BFDF}" dt="2023-07-09T10:27:08.915" v="254" actId="962"/>
        <pc:sldMkLst>
          <pc:docMk/>
          <pc:sldMk cId="2588376745" sldId="392"/>
        </pc:sldMkLst>
        <pc:picChg chg="add mod">
          <ac:chgData name="Artanago, Kenwyn" userId="280bbbef-73a8-4da2-b05f-60f93405c8ba" providerId="ADAL" clId="{90396D97-E750-4C3D-8AE3-AA8D8721BFDF}" dt="2023-07-09T10:27:08.915" v="254" actId="962"/>
          <ac:picMkLst>
            <pc:docMk/>
            <pc:sldMk cId="2588376745" sldId="392"/>
            <ac:picMk id="7" creationId="{CF199D84-0D92-4DEF-B1A6-BB26FBE94331}"/>
          </ac:picMkLst>
        </pc:picChg>
      </pc:sldChg>
      <pc:sldChg chg="addSp modSp mod">
        <pc:chgData name="Artanago, Kenwyn" userId="280bbbef-73a8-4da2-b05f-60f93405c8ba" providerId="ADAL" clId="{90396D97-E750-4C3D-8AE3-AA8D8721BFDF}" dt="2023-07-09T10:28:36.171" v="268" actId="962"/>
        <pc:sldMkLst>
          <pc:docMk/>
          <pc:sldMk cId="1201868625" sldId="393"/>
        </pc:sldMkLst>
        <pc:picChg chg="add mod">
          <ac:chgData name="Artanago, Kenwyn" userId="280bbbef-73a8-4da2-b05f-60f93405c8ba" providerId="ADAL" clId="{90396D97-E750-4C3D-8AE3-AA8D8721BFDF}" dt="2023-07-09T10:28:36.171" v="268" actId="962"/>
          <ac:picMkLst>
            <pc:docMk/>
            <pc:sldMk cId="1201868625" sldId="393"/>
            <ac:picMk id="4" creationId="{E85B54D5-2645-443E-A3D8-35064FDAA880}"/>
          </ac:picMkLst>
        </pc:picChg>
      </pc:sldChg>
      <pc:sldChg chg="addSp modSp add mod">
        <pc:chgData name="Artanago, Kenwyn" userId="280bbbef-73a8-4da2-b05f-60f93405c8ba" providerId="ADAL" clId="{90396D97-E750-4C3D-8AE3-AA8D8721BFDF}" dt="2023-07-09T10:18:10.705" v="84" actId="14100"/>
        <pc:sldMkLst>
          <pc:docMk/>
          <pc:sldMk cId="3947617216" sldId="394"/>
        </pc:sldMkLst>
        <pc:picChg chg="add mod">
          <ac:chgData name="Artanago, Kenwyn" userId="280bbbef-73a8-4da2-b05f-60f93405c8ba" providerId="ADAL" clId="{90396D97-E750-4C3D-8AE3-AA8D8721BFDF}" dt="2023-07-09T10:18:10.705" v="84" actId="14100"/>
          <ac:picMkLst>
            <pc:docMk/>
            <pc:sldMk cId="3947617216" sldId="394"/>
            <ac:picMk id="6" creationId="{C7B27025-0F21-4748-BB29-461CE6F29393}"/>
          </ac:picMkLst>
        </pc:picChg>
      </pc:sldChg>
      <pc:sldChg chg="addSp modSp add mod">
        <pc:chgData name="Artanago, Kenwyn" userId="280bbbef-73a8-4da2-b05f-60f93405c8ba" providerId="ADAL" clId="{90396D97-E750-4C3D-8AE3-AA8D8721BFDF}" dt="2023-07-09T10:23:35.676" v="131" actId="27614"/>
        <pc:sldMkLst>
          <pc:docMk/>
          <pc:sldMk cId="1042451822" sldId="395"/>
        </pc:sldMkLst>
        <pc:picChg chg="add mod">
          <ac:chgData name="Artanago, Kenwyn" userId="280bbbef-73a8-4da2-b05f-60f93405c8ba" providerId="ADAL" clId="{90396D97-E750-4C3D-8AE3-AA8D8721BFDF}" dt="2023-07-09T10:23:35.676" v="131" actId="27614"/>
          <ac:picMkLst>
            <pc:docMk/>
            <pc:sldMk cId="1042451822" sldId="395"/>
            <ac:picMk id="6" creationId="{D384400C-9F0A-4B55-83B0-62BC973F0AA0}"/>
          </ac:picMkLst>
        </pc:picChg>
      </pc:sldChg>
      <pc:sldChg chg="addSp modSp add mod replId">
        <pc:chgData name="Artanago, Kenwyn" userId="280bbbef-73a8-4da2-b05f-60f93405c8ba" providerId="ADAL" clId="{90396D97-E750-4C3D-8AE3-AA8D8721BFDF}" dt="2023-07-09T10:23:39.831" v="134" actId="962"/>
        <pc:sldMkLst>
          <pc:docMk/>
          <pc:sldMk cId="3510275573" sldId="396"/>
        </pc:sldMkLst>
        <pc:picChg chg="add mod">
          <ac:chgData name="Artanago, Kenwyn" userId="280bbbef-73a8-4da2-b05f-60f93405c8ba" providerId="ADAL" clId="{90396D97-E750-4C3D-8AE3-AA8D8721BFDF}" dt="2023-07-09T10:23:39.831" v="134" actId="962"/>
          <ac:picMkLst>
            <pc:docMk/>
            <pc:sldMk cId="3510275573" sldId="396"/>
            <ac:picMk id="6" creationId="{D32D0371-829D-4547-BFD2-230440DD2B07}"/>
          </ac:picMkLst>
        </pc:picChg>
      </pc:sldChg>
      <pc:sldChg chg="addSp modSp add mod replId">
        <pc:chgData name="Artanago, Kenwyn" userId="280bbbef-73a8-4da2-b05f-60f93405c8ba" providerId="ADAL" clId="{90396D97-E750-4C3D-8AE3-AA8D8721BFDF}" dt="2023-07-09T10:23:43.887" v="136" actId="27614"/>
        <pc:sldMkLst>
          <pc:docMk/>
          <pc:sldMk cId="2070663167" sldId="397"/>
        </pc:sldMkLst>
        <pc:picChg chg="add mod">
          <ac:chgData name="Artanago, Kenwyn" userId="280bbbef-73a8-4da2-b05f-60f93405c8ba" providerId="ADAL" clId="{90396D97-E750-4C3D-8AE3-AA8D8721BFDF}" dt="2023-07-09T10:23:43.887" v="136" actId="27614"/>
          <ac:picMkLst>
            <pc:docMk/>
            <pc:sldMk cId="2070663167" sldId="397"/>
            <ac:picMk id="6" creationId="{92321FA1-AA09-43A0-8A59-30BEEBF6C32B}"/>
          </ac:picMkLst>
        </pc:picChg>
      </pc:sldChg>
      <pc:sldChg chg="addSp modSp add mod">
        <pc:chgData name="Artanago, Kenwyn" userId="280bbbef-73a8-4da2-b05f-60f93405c8ba" providerId="ADAL" clId="{90396D97-E750-4C3D-8AE3-AA8D8721BFDF}" dt="2023-07-09T10:23:47.999" v="139" actId="962"/>
        <pc:sldMkLst>
          <pc:docMk/>
          <pc:sldMk cId="3313265396" sldId="398"/>
        </pc:sldMkLst>
        <pc:picChg chg="add mod">
          <ac:chgData name="Artanago, Kenwyn" userId="280bbbef-73a8-4da2-b05f-60f93405c8ba" providerId="ADAL" clId="{90396D97-E750-4C3D-8AE3-AA8D8721BFDF}" dt="2023-07-09T10:23:47.999" v="139" actId="962"/>
          <ac:picMkLst>
            <pc:docMk/>
            <pc:sldMk cId="3313265396" sldId="398"/>
            <ac:picMk id="6" creationId="{EBB0130C-4872-47D5-96D3-3A1E05D9EC31}"/>
          </ac:picMkLst>
        </pc:picChg>
      </pc:sldChg>
      <pc:sldChg chg="addSp modSp add mod replId">
        <pc:chgData name="Artanago, Kenwyn" userId="280bbbef-73a8-4da2-b05f-60f93405c8ba" providerId="ADAL" clId="{90396D97-E750-4C3D-8AE3-AA8D8721BFDF}" dt="2023-07-09T10:23:52.146" v="141" actId="27614"/>
        <pc:sldMkLst>
          <pc:docMk/>
          <pc:sldMk cId="959628280" sldId="399"/>
        </pc:sldMkLst>
        <pc:picChg chg="add mod">
          <ac:chgData name="Artanago, Kenwyn" userId="280bbbef-73a8-4da2-b05f-60f93405c8ba" providerId="ADAL" clId="{90396D97-E750-4C3D-8AE3-AA8D8721BFDF}" dt="2023-07-09T10:23:52.146" v="141" actId="27614"/>
          <ac:picMkLst>
            <pc:docMk/>
            <pc:sldMk cId="959628280" sldId="399"/>
            <ac:picMk id="6" creationId="{DC879329-B4B3-4BBE-9B63-C29A77D5B806}"/>
          </ac:picMkLst>
        </pc:picChg>
      </pc:sldChg>
      <pc:sldChg chg="addSp modSp add mod replId">
        <pc:chgData name="Artanago, Kenwyn" userId="280bbbef-73a8-4da2-b05f-60f93405c8ba" providerId="ADAL" clId="{90396D97-E750-4C3D-8AE3-AA8D8721BFDF}" dt="2023-07-09T10:23:56.920" v="144" actId="962"/>
        <pc:sldMkLst>
          <pc:docMk/>
          <pc:sldMk cId="3606197727" sldId="400"/>
        </pc:sldMkLst>
        <pc:picChg chg="add mod">
          <ac:chgData name="Artanago, Kenwyn" userId="280bbbef-73a8-4da2-b05f-60f93405c8ba" providerId="ADAL" clId="{90396D97-E750-4C3D-8AE3-AA8D8721BFDF}" dt="2023-07-09T10:23:56.920" v="144" actId="962"/>
          <ac:picMkLst>
            <pc:docMk/>
            <pc:sldMk cId="3606197727" sldId="400"/>
            <ac:picMk id="6" creationId="{EA1C0A22-B939-434C-AA72-6B07C333FEFD}"/>
          </ac:picMkLst>
        </pc:picChg>
      </pc:sldChg>
      <pc:sldChg chg="addSp modSp add mod">
        <pc:chgData name="Artanago, Kenwyn" userId="280bbbef-73a8-4da2-b05f-60f93405c8ba" providerId="ADAL" clId="{90396D97-E750-4C3D-8AE3-AA8D8721BFDF}" dt="2023-07-09T10:28:00.245" v="262" actId="962"/>
        <pc:sldMkLst>
          <pc:docMk/>
          <pc:sldMk cId="1163777359" sldId="401"/>
        </pc:sldMkLst>
        <pc:picChg chg="add mod">
          <ac:chgData name="Artanago, Kenwyn" userId="280bbbef-73a8-4da2-b05f-60f93405c8ba" providerId="ADAL" clId="{90396D97-E750-4C3D-8AE3-AA8D8721BFDF}" dt="2023-07-09T10:28:00.245" v="262" actId="962"/>
          <ac:picMkLst>
            <pc:docMk/>
            <pc:sldMk cId="1163777359" sldId="401"/>
            <ac:picMk id="5" creationId="{04DD9E67-12ED-4E7C-A7A5-D4BB9E830CAA}"/>
          </ac:picMkLst>
        </pc:picChg>
      </pc:sldChg>
      <pc:sldChg chg="addSp modSp add mod">
        <pc:chgData name="Artanago, Kenwyn" userId="280bbbef-73a8-4da2-b05f-60f93405c8ba" providerId="ADAL" clId="{90396D97-E750-4C3D-8AE3-AA8D8721BFDF}" dt="2023-07-09T10:28:04.223" v="265" actId="962"/>
        <pc:sldMkLst>
          <pc:docMk/>
          <pc:sldMk cId="837145516" sldId="402"/>
        </pc:sldMkLst>
        <pc:picChg chg="add mod">
          <ac:chgData name="Artanago, Kenwyn" userId="280bbbef-73a8-4da2-b05f-60f93405c8ba" providerId="ADAL" clId="{90396D97-E750-4C3D-8AE3-AA8D8721BFDF}" dt="2023-07-09T10:28:04.223" v="265" actId="962"/>
          <ac:picMkLst>
            <pc:docMk/>
            <pc:sldMk cId="837145516" sldId="402"/>
            <ac:picMk id="5" creationId="{FC878435-FD64-4EC3-904E-B8758D2CB918}"/>
          </ac:picMkLst>
        </pc:picChg>
      </pc:sldChg>
      <pc:sldMasterChg chg="modSldLayout">
        <pc:chgData name="Artanago, Kenwyn" userId="280bbbef-73a8-4da2-b05f-60f93405c8ba" providerId="ADAL" clId="{90396D97-E750-4C3D-8AE3-AA8D8721BFDF}" dt="2023-07-09T09:40:13.315" v="1" actId="20577"/>
        <pc:sldMasterMkLst>
          <pc:docMk/>
          <pc:sldMasterMk cId="0" sldId="2147483648"/>
        </pc:sldMasterMkLst>
        <pc:sldLayoutChg chg="modSp mod">
          <pc:chgData name="Artanago, Kenwyn" userId="280bbbef-73a8-4da2-b05f-60f93405c8ba" providerId="ADAL" clId="{90396D97-E750-4C3D-8AE3-AA8D8721BFDF}" dt="2023-07-09T09:40:13.315" v="1" actId="20577"/>
          <pc:sldLayoutMkLst>
            <pc:docMk/>
            <pc:sldMasterMk cId="0" sldId="2147483648"/>
            <pc:sldLayoutMk cId="0" sldId="2147483650"/>
          </pc:sldLayoutMkLst>
          <pc:spChg chg="mod">
            <ac:chgData name="Artanago, Kenwyn" userId="280bbbef-73a8-4da2-b05f-60f93405c8ba" providerId="ADAL" clId="{90396D97-E750-4C3D-8AE3-AA8D8721BFDF}" dt="2023-07-09T09:40:13.315" v="1" actId="20577"/>
            <ac:spMkLst>
              <pc:docMk/>
              <pc:sldMasterMk cId="0" sldId="2147483648"/>
              <pc:sldLayoutMk cId="0" sldId="2147483650"/>
              <ac:spMk id="18" creationId="{00000000-0000-0000-0000-000000000000}"/>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1" name="Google Shape;13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800"/>
              <a:buFont typeface="Calibri"/>
              <a:buNone/>
            </a:pPr>
            <a:r>
              <a:rPr lang="en-US" sz="1800"/>
              <a:t>Happy Sunday, Good morning brothers and sisters</a:t>
            </a:r>
            <a:endParaRPr sz="1800"/>
          </a:p>
          <a:p>
            <a:pPr marL="0" lvl="0" indent="0" algn="l" rtl="0">
              <a:lnSpc>
                <a:spcPct val="100000"/>
              </a:lnSpc>
              <a:spcBef>
                <a:spcPts val="0"/>
              </a:spcBef>
              <a:spcAft>
                <a:spcPts val="0"/>
              </a:spcAft>
              <a:buClr>
                <a:schemeClr val="dk1"/>
              </a:buClr>
              <a:buSzPts val="1800"/>
              <a:buFont typeface="Calibri"/>
              <a:buNone/>
            </a:pPr>
            <a:r>
              <a:rPr lang="en-US" sz="1800"/>
              <a:t>Welcome back to our church. Some of us have also come back from the Retreat. We hope our fellowship here will always keep growing and our relationship with God will keep getting stronger day by day. Grateful to God almighty that we may attend our today’s session and be gathered with fellow believers. Before we commence our service, let us practice the second hymn “Let The Beauty of Jesus Be Seen In Me“ (1 verse). ….</a:t>
            </a:r>
            <a:endParaRPr sz="1800"/>
          </a:p>
          <a:p>
            <a:pPr marL="0" lvl="0" indent="0" algn="l" rtl="0">
              <a:lnSpc>
                <a:spcPct val="100000"/>
              </a:lnSpc>
              <a:spcBef>
                <a:spcPts val="0"/>
              </a:spcBef>
              <a:spcAft>
                <a:spcPts val="0"/>
              </a:spcAft>
              <a:buClr>
                <a:schemeClr val="dk1"/>
              </a:buClr>
              <a:buSzPts val="1800"/>
              <a:buFont typeface="Calibri"/>
              <a:buNone/>
            </a:pPr>
            <a:endParaRPr sz="1800"/>
          </a:p>
          <a:p>
            <a:pPr marL="0" lvl="0" indent="0" algn="l" rtl="0">
              <a:lnSpc>
                <a:spcPct val="100000"/>
              </a:lnSpc>
              <a:spcBef>
                <a:spcPts val="0"/>
              </a:spcBef>
              <a:spcAft>
                <a:spcPts val="0"/>
              </a:spcAft>
              <a:buClr>
                <a:schemeClr val="dk1"/>
              </a:buClr>
              <a:buSzPts val="1800"/>
              <a:buFont typeface="Calibri"/>
              <a:buNone/>
            </a:pPr>
            <a:r>
              <a:rPr lang="en-US" sz="1800"/>
              <a:t>then: to remind silent phone &amp; no eating</a:t>
            </a:r>
            <a:endParaRPr sz="1800"/>
          </a:p>
          <a:p>
            <a:pPr marL="0" lvl="0" indent="0" algn="l" rtl="0">
              <a:lnSpc>
                <a:spcPct val="100000"/>
              </a:lnSpc>
              <a:spcBef>
                <a:spcPts val="0"/>
              </a:spcBef>
              <a:spcAft>
                <a:spcPts val="0"/>
              </a:spcAft>
              <a:buClr>
                <a:schemeClr val="dk1"/>
              </a:buClr>
              <a:buSzPts val="1800"/>
              <a:buFont typeface="Calibri"/>
              <a:buNone/>
            </a:pPr>
            <a:endParaRPr sz="18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6" name="Google Shape;136;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We’re about to start our Sunday Service. The congregation is invited to stand as we enter our quiet time. (After a moment to pray…..then…..):</a:t>
            </a:r>
            <a:endParaRPr sz="1800"/>
          </a:p>
          <a:p>
            <a:pPr marL="0" lvl="0" indent="0" algn="l" rtl="0">
              <a:lnSpc>
                <a:spcPct val="100000"/>
              </a:lnSpc>
              <a:spcBef>
                <a:spcPts val="0"/>
              </a:spcBef>
              <a:spcAft>
                <a:spcPts val="0"/>
              </a:spcAft>
              <a:buClr>
                <a:schemeClr val="dk1"/>
              </a:buClr>
              <a:buSzPts val="1100"/>
              <a:buFont typeface="Arial"/>
              <a:buNone/>
            </a:pPr>
            <a:r>
              <a:rPr lang="en-US" sz="1800"/>
              <a:t>“Blessed be the God and Father of our Lord Jesus Christ! According to his great mercy, he has caused us to be born again to a living hope through the resurrection of Jesus Christ from the dead”</a:t>
            </a:r>
            <a:endParaRPr sz="1800"/>
          </a:p>
          <a:p>
            <a:pPr marL="0" lvl="0" indent="0" algn="l" rtl="0">
              <a:lnSpc>
                <a:spcPct val="100000"/>
              </a:lnSpc>
              <a:spcBef>
                <a:spcPts val="0"/>
              </a:spcBef>
              <a:spcAft>
                <a:spcPts val="0"/>
              </a:spcAft>
              <a:buClr>
                <a:schemeClr val="dk1"/>
              </a:buClr>
              <a:buSzPts val="1100"/>
              <a:buFont typeface="Arial"/>
              <a:buNone/>
            </a:pPr>
            <a:r>
              <a:rPr lang="en-US" sz="1800"/>
              <a:t>We commence our service this morning in the name of the Triune God, God the Father, God the Son whom we know in the name of Jesus Christ, and God the Holy Spirit. Amen.</a:t>
            </a:r>
            <a:endParaRPr sz="1800"/>
          </a:p>
          <a:p>
            <a:pPr marL="0" lvl="0" indent="0" algn="l" rtl="0">
              <a:lnSpc>
                <a:spcPct val="100000"/>
              </a:lnSpc>
              <a:spcBef>
                <a:spcPts val="0"/>
              </a:spcBef>
              <a:spcAft>
                <a:spcPts val="0"/>
              </a:spcAft>
              <a:buClr>
                <a:schemeClr val="dk1"/>
              </a:buClr>
              <a:buSzPts val="1100"/>
              <a:buFont typeface="Arial"/>
              <a:buNone/>
            </a:pPr>
            <a:r>
              <a:rPr lang="en-US" sz="1800"/>
              <a:t>Let us sing our hymn of praise with our first song “The God Abraham Praise“,  (3 verses).</a:t>
            </a:r>
            <a:endParaRPr sz="18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22d98c10b2d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6" name="Google Shape;266;g22d98c10b2d_0_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We continue with the Bible reading.</a:t>
            </a:r>
            <a:endParaRPr sz="1800"/>
          </a:p>
          <a:p>
            <a:pPr marL="0" lvl="0" indent="0" algn="l" rtl="0">
              <a:lnSpc>
                <a:spcPct val="100000"/>
              </a:lnSpc>
              <a:spcBef>
                <a:spcPts val="0"/>
              </a:spcBef>
              <a:spcAft>
                <a:spcPts val="0"/>
              </a:spcAft>
              <a:buClr>
                <a:schemeClr val="dk1"/>
              </a:buClr>
              <a:buSzPts val="1100"/>
              <a:buFont typeface="Arial"/>
              <a:buNone/>
            </a:pPr>
            <a:r>
              <a:rPr lang="en-US" sz="1800"/>
              <a:t>I invite congregation to stand.</a:t>
            </a:r>
            <a:endParaRPr sz="1800"/>
          </a:p>
          <a:p>
            <a:pPr marL="0" lvl="0" indent="0" algn="l" rtl="0">
              <a:lnSpc>
                <a:spcPct val="100000"/>
              </a:lnSpc>
              <a:spcBef>
                <a:spcPts val="0"/>
              </a:spcBef>
              <a:spcAft>
                <a:spcPts val="0"/>
              </a:spcAft>
              <a:buClr>
                <a:schemeClr val="dk1"/>
              </a:buClr>
              <a:buSzPts val="1100"/>
              <a:buFont typeface="Arial"/>
              <a:buNone/>
            </a:pPr>
            <a:r>
              <a:rPr lang="en-US" sz="1800"/>
              <a:t>Today’s passage is taken from Isaiah 42 verse 1 to 9.</a:t>
            </a:r>
            <a:endParaRPr sz="1800"/>
          </a:p>
          <a:p>
            <a:pPr marL="0" lvl="0" indent="0" algn="l" rtl="0">
              <a:lnSpc>
                <a:spcPct val="100000"/>
              </a:lnSpc>
              <a:spcBef>
                <a:spcPts val="0"/>
              </a:spcBef>
              <a:spcAft>
                <a:spcPts val="0"/>
              </a:spcAft>
              <a:buClr>
                <a:schemeClr val="dk1"/>
              </a:buClr>
              <a:buSzPts val="1100"/>
              <a:buFont typeface="Arial"/>
              <a:buNone/>
            </a:pPr>
            <a:r>
              <a:rPr lang="en-US" sz="1800"/>
              <a:t>We will read all the verses together.</a:t>
            </a:r>
            <a:endParaRPr sz="1800"/>
          </a:p>
          <a:p>
            <a:pPr marL="0" lvl="0" indent="0" algn="l" rtl="0">
              <a:lnSpc>
                <a:spcPct val="100000"/>
              </a:lnSpc>
              <a:spcBef>
                <a:spcPts val="0"/>
              </a:spcBef>
              <a:spcAft>
                <a:spcPts val="0"/>
              </a:spcAft>
              <a:buClr>
                <a:schemeClr val="dk1"/>
              </a:buClr>
              <a:buSzPts val="1100"/>
              <a:buFont typeface="Arial"/>
              <a:buNone/>
            </a:pPr>
            <a:r>
              <a:rPr lang="en-US" sz="1800"/>
              <a:t>Isaiah 42 verse 1 to 9.</a:t>
            </a:r>
            <a:endParaRPr sz="18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
        <p:cNvGrpSpPr/>
        <p:nvPr/>
      </p:nvGrpSpPr>
      <p:grpSpPr>
        <a:xfrm>
          <a:off x="0" y="0"/>
          <a:ext cx="0" cy="0"/>
          <a:chOff x="0" y="0"/>
          <a:chExt cx="0" cy="0"/>
        </a:xfrm>
      </p:grpSpPr>
      <p:sp>
        <p:nvSpPr>
          <p:cNvPr id="271" name="Google Shape;271;g22d98c10b2d_0_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2" name="Google Shape;272;g22d98c10b2d_0_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9"/>
        <p:cNvGrpSpPr/>
        <p:nvPr/>
      </p:nvGrpSpPr>
      <p:grpSpPr>
        <a:xfrm>
          <a:off x="0" y="0"/>
          <a:ext cx="0" cy="0"/>
          <a:chOff x="0" y="0"/>
          <a:chExt cx="0" cy="0"/>
        </a:xfrm>
      </p:grpSpPr>
      <p:sp>
        <p:nvSpPr>
          <p:cNvPr id="340" name="Google Shape;340;p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1" name="Google Shape;341;p3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Lord’s Prayer (Doa Bapa Kami)</a:t>
            </a:r>
            <a:endParaRPr sz="18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p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6" name="Google Shape;346;p3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Lord’s Prayer (Doa Bapa Kami)</a:t>
            </a:r>
            <a:endParaRPr sz="18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1" name="Google Shape;351;p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Lord’s Prayer (Doa Bapa Kami)</a:t>
            </a:r>
            <a:endParaRPr sz="1800">
              <a:solidFill>
                <a:schemeClr val="dk1"/>
              </a:solidFill>
            </a:endParaRPr>
          </a:p>
          <a:p>
            <a:pPr marL="0" lvl="0" indent="0" algn="l" rtl="0">
              <a:lnSpc>
                <a:spcPct val="100000"/>
              </a:lnSpc>
              <a:spcBef>
                <a:spcPts val="0"/>
              </a:spcBef>
              <a:spcAft>
                <a:spcPts val="0"/>
              </a:spcAft>
              <a:buClr>
                <a:schemeClr val="dk1"/>
              </a:buClr>
              <a:buSzPts val="1100"/>
              <a:buFont typeface="Calibri"/>
              <a:buNone/>
            </a:pPr>
            <a:endParaRPr sz="1800">
              <a:solidFill>
                <a:schemeClr val="dk1"/>
              </a:solidFill>
            </a:endParaRPr>
          </a:p>
          <a:p>
            <a:pPr marL="0" lvl="0" indent="0" algn="l" rtl="0">
              <a:lnSpc>
                <a:spcPct val="100000"/>
              </a:lnSpc>
              <a:spcBef>
                <a:spcPts val="0"/>
              </a:spcBef>
              <a:spcAft>
                <a:spcPts val="0"/>
              </a:spcAft>
              <a:buClr>
                <a:schemeClr val="dk1"/>
              </a:buClr>
              <a:buSzPts val="1100"/>
              <a:buFont typeface="Arial"/>
              <a:buNone/>
            </a:pPr>
            <a:r>
              <a:rPr lang="en-US" sz="1800" b="1"/>
              <a:t>Dengan tetap bangkit berdiri, kita kembalikan puji dan hormat kepada Allah Tritunggal, kita naikan “Doxology”.</a:t>
            </a: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Congregation to remain standing, we will return all the glory to Triune God, we will sing “Doxology”.</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p1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60" name="Google Shape;360;p17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p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0" name="Google Shape;370;p6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t>Apostles’ Creed</a:t>
            </a:r>
            <a:endParaRPr sz="18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5" name="Google Shape;375;p6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8"/>
        <p:cNvGrpSpPr/>
        <p:nvPr/>
      </p:nvGrpSpPr>
      <p:grpSpPr>
        <a:xfrm>
          <a:off x="0" y="0"/>
          <a:ext cx="0" cy="0"/>
          <a:chOff x="0" y="0"/>
          <a:chExt cx="0" cy="0"/>
        </a:xfrm>
      </p:grpSpPr>
      <p:sp>
        <p:nvSpPr>
          <p:cNvPr id="379" name="Google Shape;379;p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0" name="Google Shape;380;p6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p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5" name="Google Shape;385;p6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8"/>
        <p:cNvGrpSpPr/>
        <p:nvPr/>
      </p:nvGrpSpPr>
      <p:grpSpPr>
        <a:xfrm>
          <a:off x="0" y="0"/>
          <a:ext cx="0" cy="0"/>
          <a:chOff x="0" y="0"/>
          <a:chExt cx="0" cy="0"/>
        </a:xfrm>
      </p:grpSpPr>
      <p:sp>
        <p:nvSpPr>
          <p:cNvPr id="389" name="Google Shape;389;p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90" name="Google Shape;390;p6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3"/>
        <p:cNvGrpSpPr/>
        <p:nvPr/>
      </p:nvGrpSpPr>
      <p:grpSpPr>
        <a:xfrm>
          <a:off x="0" y="0"/>
          <a:ext cx="0" cy="0"/>
          <a:chOff x="0" y="0"/>
          <a:chExt cx="0" cy="0"/>
        </a:xfrm>
      </p:grpSpPr>
      <p:sp>
        <p:nvSpPr>
          <p:cNvPr id="394" name="Google Shape;394;p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95" name="Google Shape;395;p6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00" name="Google Shape;400;p6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p:cNvGrpSpPr/>
        <p:nvPr/>
      </p:nvGrpSpPr>
      <p:grpSpPr>
        <a:xfrm>
          <a:off x="0" y="0"/>
          <a:ext cx="0" cy="0"/>
          <a:chOff x="0" y="0"/>
          <a:chExt cx="0" cy="0"/>
        </a:xfrm>
      </p:grpSpPr>
      <p:sp>
        <p:nvSpPr>
          <p:cNvPr id="403" name="Google Shape;403;p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04" name="Google Shape;404;p4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p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11" name="Google Shape;411;p4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18" name="Google Shape;418;p4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p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25" name="Google Shape;425;p4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0"/>
        <p:cNvGrpSpPr/>
        <p:nvPr/>
      </p:nvGrpSpPr>
      <p:grpSpPr>
        <a:xfrm>
          <a:off x="0" y="0"/>
          <a:ext cx="0" cy="0"/>
          <a:chOff x="0" y="0"/>
          <a:chExt cx="0" cy="0"/>
        </a:xfrm>
      </p:grpSpPr>
      <p:sp>
        <p:nvSpPr>
          <p:cNvPr id="431" name="Google Shape;431;p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32" name="Google Shape;432;p4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4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23" name="Google Shape;523;p4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4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23" name="Google Shape;523;p4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8722440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4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23" name="Google Shape;523;p4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95308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p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33" name="Google Shape;533;p8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t>Closing prayer: Dear Lord, Thank You for guiding us through the sermon from the beginning until end. Help us implement what we have learned today in our daily life. Let the truth of your words be with us, so that we may grow in peace, love, and wisdom. In the name of Jesus Christ our saviour we have prayed, Amen. </a:t>
            </a:r>
            <a:endParaRPr sz="1800"/>
          </a:p>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5"/>
        <p:cNvGrpSpPr/>
        <p:nvPr/>
      </p:nvGrpSpPr>
      <p:grpSpPr>
        <a:xfrm>
          <a:off x="0" y="0"/>
          <a:ext cx="0" cy="0"/>
          <a:chOff x="0" y="0"/>
          <a:chExt cx="0" cy="0"/>
        </a:xfrm>
      </p:grpSpPr>
      <p:sp>
        <p:nvSpPr>
          <p:cNvPr id="536" name="Google Shape;536;p8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37" name="Google Shape;537;p8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0"/>
        <p:cNvGrpSpPr/>
        <p:nvPr/>
      </p:nvGrpSpPr>
      <p:grpSpPr>
        <a:xfrm>
          <a:off x="0" y="0"/>
          <a:ext cx="0" cy="0"/>
          <a:chOff x="0" y="0"/>
          <a:chExt cx="0" cy="0"/>
        </a:xfrm>
      </p:grpSpPr>
      <p:sp>
        <p:nvSpPr>
          <p:cNvPr id="541" name="Google Shape;541;p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2" name="Google Shape;542;p8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just" rtl="0">
              <a:lnSpc>
                <a:spcPct val="115000"/>
              </a:lnSpc>
              <a:spcBef>
                <a:spcPts val="1200"/>
              </a:spcBef>
              <a:spcAft>
                <a:spcPts val="0"/>
              </a:spcAft>
              <a:buClr>
                <a:schemeClr val="dk1"/>
              </a:buClr>
              <a:buSzPts val="1100"/>
              <a:buFont typeface="Arial"/>
              <a:buNone/>
            </a:pPr>
            <a:r>
              <a:rPr lang="en-US" sz="1100" u="sng">
                <a:latin typeface="Arial"/>
                <a:ea typeface="Arial"/>
                <a:cs typeface="Arial"/>
                <a:sym typeface="Arial"/>
              </a:rPr>
              <a:t>The sermon is finished. You may be seated</a:t>
            </a:r>
            <a:r>
              <a:rPr lang="en-US" sz="1100">
                <a:latin typeface="Arial"/>
                <a:ea typeface="Arial"/>
                <a:cs typeface="Arial"/>
                <a:sym typeface="Arial"/>
              </a:rPr>
              <a:t> and take a silent moment. Happy Sunday and God Bless all of us.</a:t>
            </a:r>
            <a:endParaRPr sz="180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Google Shape;545;p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6" name="Google Shape;546;p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Google Shape;545;p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6" name="Google Shape;546;p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extLst>
      <p:ext uri="{BB962C8B-B14F-4D97-AF65-F5344CB8AC3E}">
        <p14:creationId xmlns:p14="http://schemas.microsoft.com/office/powerpoint/2010/main" val="12942976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9"/>
        <p:cNvGrpSpPr/>
        <p:nvPr/>
      </p:nvGrpSpPr>
      <p:grpSpPr>
        <a:xfrm>
          <a:off x="0" y="0"/>
          <a:ext cx="0" cy="0"/>
          <a:chOff x="0" y="0"/>
          <a:chExt cx="0" cy="0"/>
        </a:xfrm>
      </p:grpSpPr>
      <p:sp>
        <p:nvSpPr>
          <p:cNvPr id="550" name="Google Shape;550;p5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51" name="Google Shape;551;p5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4"/>
        <p:cNvGrpSpPr/>
        <p:nvPr/>
      </p:nvGrpSpPr>
      <p:grpSpPr>
        <a:xfrm>
          <a:off x="0" y="0"/>
          <a:ext cx="0" cy="0"/>
          <a:chOff x="0" y="0"/>
          <a:chExt cx="0" cy="0"/>
        </a:xfrm>
      </p:grpSpPr>
      <p:sp>
        <p:nvSpPr>
          <p:cNvPr id="555" name="Google Shape;555;p5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56" name="Google Shape;556;p5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1"/>
        <p:cNvGrpSpPr/>
        <p:nvPr/>
      </p:nvGrpSpPr>
      <p:grpSpPr>
        <a:xfrm>
          <a:off x="0" y="0"/>
          <a:ext cx="0" cy="0"/>
          <a:chOff x="0" y="0"/>
          <a:chExt cx="0" cy="0"/>
        </a:xfrm>
      </p:grpSpPr>
      <p:sp>
        <p:nvSpPr>
          <p:cNvPr id="562" name="Google Shape;562;g247ebc81067_0_5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63" name="Google Shape;563;g247ebc81067_0_5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1"/>
        <p:cNvGrpSpPr/>
        <p:nvPr/>
      </p:nvGrpSpPr>
      <p:grpSpPr>
        <a:xfrm>
          <a:off x="0" y="0"/>
          <a:ext cx="0" cy="0"/>
          <a:chOff x="0" y="0"/>
          <a:chExt cx="0" cy="0"/>
        </a:xfrm>
      </p:grpSpPr>
      <p:sp>
        <p:nvSpPr>
          <p:cNvPr id="562" name="Google Shape;562;g247ebc81067_0_5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63" name="Google Shape;563;g247ebc81067_0_5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282111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3"/>
        <p:cNvGrpSpPr/>
        <p:nvPr/>
      </p:nvGrpSpPr>
      <p:grpSpPr>
        <a:xfrm>
          <a:off x="0" y="0"/>
          <a:ext cx="0" cy="0"/>
          <a:chOff x="0" y="0"/>
          <a:chExt cx="0" cy="0"/>
        </a:xfrm>
      </p:grpSpPr>
      <p:sp>
        <p:nvSpPr>
          <p:cNvPr id="574" name="Google Shape;574;g238c28804b7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75" name="Google Shape;575;g238c28804b7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8"/>
        <p:cNvGrpSpPr/>
        <p:nvPr/>
      </p:nvGrpSpPr>
      <p:grpSpPr>
        <a:xfrm>
          <a:off x="0" y="0"/>
          <a:ext cx="0" cy="0"/>
          <a:chOff x="0" y="0"/>
          <a:chExt cx="0" cy="0"/>
        </a:xfrm>
      </p:grpSpPr>
      <p:sp>
        <p:nvSpPr>
          <p:cNvPr id="569" name="Google Shape;569;p5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70" name="Google Shape;570;p5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p3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04" name="Google Shape;504;p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0"/>
        <p:cNvGrpSpPr/>
        <p:nvPr/>
      </p:nvGrpSpPr>
      <p:grpSpPr>
        <a:xfrm>
          <a:off x="0" y="0"/>
          <a:ext cx="0" cy="0"/>
          <a:chOff x="0" y="0"/>
          <a:chExt cx="0" cy="0"/>
        </a:xfrm>
      </p:grpSpPr>
      <p:sp>
        <p:nvSpPr>
          <p:cNvPr id="581" name="Google Shape;581;g247ebc81067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82" name="Google Shape;582;g247ebc81067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7"/>
        <p:cNvGrpSpPr/>
        <p:nvPr/>
      </p:nvGrpSpPr>
      <p:grpSpPr>
        <a:xfrm>
          <a:off x="0" y="0"/>
          <a:ext cx="0" cy="0"/>
          <a:chOff x="0" y="0"/>
          <a:chExt cx="0" cy="0"/>
        </a:xfrm>
      </p:grpSpPr>
      <p:sp>
        <p:nvSpPr>
          <p:cNvPr id="588" name="Google Shape;588;p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89" name="Google Shape;589;p5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t>Before I’m reading out the announcements for this week, I invite all to stand and greet each other.</a:t>
            </a:r>
            <a:endParaRPr sz="1800"/>
          </a:p>
          <a:p>
            <a:pPr marL="0" lvl="0" indent="0" algn="l" rtl="0">
              <a:lnSpc>
                <a:spcPct val="100000"/>
              </a:lnSpc>
              <a:spcBef>
                <a:spcPts val="0"/>
              </a:spcBef>
              <a:spcAft>
                <a:spcPts val="0"/>
              </a:spcAft>
              <a:buClr>
                <a:schemeClr val="dk1"/>
              </a:buClr>
              <a:buSzPts val="1100"/>
              <a:buFont typeface="Calibri"/>
              <a:buNone/>
            </a:pPr>
            <a:r>
              <a:rPr lang="en-US" sz="1800"/>
              <a:t>You may return to your seats.</a:t>
            </a: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6"/>
        <p:cNvGrpSpPr/>
        <p:nvPr/>
      </p:nvGrpSpPr>
      <p:grpSpPr>
        <a:xfrm>
          <a:off x="0" y="0"/>
          <a:ext cx="0" cy="0"/>
          <a:chOff x="0" y="0"/>
          <a:chExt cx="0" cy="0"/>
        </a:xfrm>
      </p:grpSpPr>
      <p:sp>
        <p:nvSpPr>
          <p:cNvPr id="597" name="Google Shape;597;p6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98" name="Google Shape;598;p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1"/>
        <p:cNvGrpSpPr/>
        <p:nvPr/>
      </p:nvGrpSpPr>
      <p:grpSpPr>
        <a:xfrm>
          <a:off x="0" y="0"/>
          <a:ext cx="0" cy="0"/>
          <a:chOff x="0" y="0"/>
          <a:chExt cx="0" cy="0"/>
        </a:xfrm>
      </p:grpSpPr>
      <p:sp>
        <p:nvSpPr>
          <p:cNvPr id="602" name="Google Shape;602;p6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03" name="Google Shape;603;p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23c4c92a5cf_0_2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08" name="Google Shape;608;g23c4c92a5cf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p7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19" name="Google Shape;619;p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type="title" preserve="1">
  <p:cSld name="TITLE">
    <p:spTree>
      <p:nvGrpSpPr>
        <p:cNvPr id="1" name="Shape 28"/>
        <p:cNvGrpSpPr/>
        <p:nvPr/>
      </p:nvGrpSpPr>
      <p:grpSpPr>
        <a:xfrm>
          <a:off x="0" y="0"/>
          <a:ext cx="0" cy="0"/>
          <a:chOff x="0" y="0"/>
          <a:chExt cx="0" cy="0"/>
        </a:xfrm>
      </p:grpSpPr>
      <p:sp>
        <p:nvSpPr>
          <p:cNvPr id="29" name="Google Shape;29;p97"/>
          <p:cNvSpPr txBox="1">
            <a:spLocks noGrp="1"/>
          </p:cNvSpPr>
          <p:nvPr>
            <p:ph type="ctrTitle"/>
          </p:nvPr>
        </p:nvSpPr>
        <p:spPr>
          <a:xfrm>
            <a:off x="415611" y="992767"/>
            <a:ext cx="11360800" cy="27368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5200"/>
              <a:buNone/>
              <a:defRPr sz="6933"/>
            </a:lvl1pPr>
            <a:lvl2pPr lvl="1" algn="ctr">
              <a:lnSpc>
                <a:spcPct val="100000"/>
              </a:lnSpc>
              <a:spcBef>
                <a:spcPts val="0"/>
              </a:spcBef>
              <a:spcAft>
                <a:spcPts val="0"/>
              </a:spcAft>
              <a:buSzPts val="5200"/>
              <a:buNone/>
              <a:defRPr sz="6933"/>
            </a:lvl2pPr>
            <a:lvl3pPr lvl="2" algn="ctr">
              <a:lnSpc>
                <a:spcPct val="100000"/>
              </a:lnSpc>
              <a:spcBef>
                <a:spcPts val="0"/>
              </a:spcBef>
              <a:spcAft>
                <a:spcPts val="0"/>
              </a:spcAft>
              <a:buSzPts val="5200"/>
              <a:buNone/>
              <a:defRPr sz="6933"/>
            </a:lvl3pPr>
            <a:lvl4pPr lvl="3" algn="ctr">
              <a:lnSpc>
                <a:spcPct val="100000"/>
              </a:lnSpc>
              <a:spcBef>
                <a:spcPts val="0"/>
              </a:spcBef>
              <a:spcAft>
                <a:spcPts val="0"/>
              </a:spcAft>
              <a:buSzPts val="5200"/>
              <a:buNone/>
              <a:defRPr sz="6933"/>
            </a:lvl4pPr>
            <a:lvl5pPr lvl="4" algn="ctr">
              <a:lnSpc>
                <a:spcPct val="100000"/>
              </a:lnSpc>
              <a:spcBef>
                <a:spcPts val="0"/>
              </a:spcBef>
              <a:spcAft>
                <a:spcPts val="0"/>
              </a:spcAft>
              <a:buSzPts val="5200"/>
              <a:buNone/>
              <a:defRPr sz="6933"/>
            </a:lvl5pPr>
            <a:lvl6pPr lvl="5" algn="ctr">
              <a:lnSpc>
                <a:spcPct val="100000"/>
              </a:lnSpc>
              <a:spcBef>
                <a:spcPts val="0"/>
              </a:spcBef>
              <a:spcAft>
                <a:spcPts val="0"/>
              </a:spcAft>
              <a:buSzPts val="5200"/>
              <a:buNone/>
              <a:defRPr sz="6933"/>
            </a:lvl6pPr>
            <a:lvl7pPr lvl="6" algn="ctr">
              <a:lnSpc>
                <a:spcPct val="100000"/>
              </a:lnSpc>
              <a:spcBef>
                <a:spcPts val="0"/>
              </a:spcBef>
              <a:spcAft>
                <a:spcPts val="0"/>
              </a:spcAft>
              <a:buSzPts val="5200"/>
              <a:buNone/>
              <a:defRPr sz="6933"/>
            </a:lvl7pPr>
            <a:lvl8pPr lvl="7" algn="ctr">
              <a:lnSpc>
                <a:spcPct val="100000"/>
              </a:lnSpc>
              <a:spcBef>
                <a:spcPts val="0"/>
              </a:spcBef>
              <a:spcAft>
                <a:spcPts val="0"/>
              </a:spcAft>
              <a:buSzPts val="5200"/>
              <a:buNone/>
              <a:defRPr sz="6933"/>
            </a:lvl8pPr>
            <a:lvl9pPr lvl="8" algn="ctr">
              <a:lnSpc>
                <a:spcPct val="100000"/>
              </a:lnSpc>
              <a:spcBef>
                <a:spcPts val="0"/>
              </a:spcBef>
              <a:spcAft>
                <a:spcPts val="0"/>
              </a:spcAft>
              <a:buSzPts val="5200"/>
              <a:buNone/>
              <a:defRPr sz="6933"/>
            </a:lvl9pPr>
          </a:lstStyle>
          <a:p>
            <a:endParaRPr dirty="0"/>
          </a:p>
        </p:txBody>
      </p:sp>
      <p:sp>
        <p:nvSpPr>
          <p:cNvPr id="30" name="Google Shape;30;p97"/>
          <p:cNvSpPr txBox="1">
            <a:spLocks noGrp="1"/>
          </p:cNvSpPr>
          <p:nvPr>
            <p:ph type="subTitle" idx="1"/>
          </p:nvPr>
        </p:nvSpPr>
        <p:spPr>
          <a:xfrm>
            <a:off x="415600" y="3778833"/>
            <a:ext cx="11360800" cy="10568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3733"/>
            </a:lvl1pPr>
            <a:lvl2pPr lvl="1" algn="ctr">
              <a:lnSpc>
                <a:spcPct val="100000"/>
              </a:lnSpc>
              <a:spcBef>
                <a:spcPts val="0"/>
              </a:spcBef>
              <a:spcAft>
                <a:spcPts val="0"/>
              </a:spcAft>
              <a:buSzPts val="2800"/>
              <a:buNone/>
              <a:defRPr sz="3733"/>
            </a:lvl2pPr>
            <a:lvl3pPr lvl="2" algn="ctr">
              <a:lnSpc>
                <a:spcPct val="100000"/>
              </a:lnSpc>
              <a:spcBef>
                <a:spcPts val="0"/>
              </a:spcBef>
              <a:spcAft>
                <a:spcPts val="0"/>
              </a:spcAft>
              <a:buSzPts val="2800"/>
              <a:buNone/>
              <a:defRPr sz="3733"/>
            </a:lvl3pPr>
            <a:lvl4pPr lvl="3" algn="ctr">
              <a:lnSpc>
                <a:spcPct val="100000"/>
              </a:lnSpc>
              <a:spcBef>
                <a:spcPts val="0"/>
              </a:spcBef>
              <a:spcAft>
                <a:spcPts val="0"/>
              </a:spcAft>
              <a:buSzPts val="2800"/>
              <a:buNone/>
              <a:defRPr sz="3733"/>
            </a:lvl4pPr>
            <a:lvl5pPr lvl="4" algn="ctr">
              <a:lnSpc>
                <a:spcPct val="100000"/>
              </a:lnSpc>
              <a:spcBef>
                <a:spcPts val="0"/>
              </a:spcBef>
              <a:spcAft>
                <a:spcPts val="0"/>
              </a:spcAft>
              <a:buSzPts val="2800"/>
              <a:buNone/>
              <a:defRPr sz="3733"/>
            </a:lvl5pPr>
            <a:lvl6pPr lvl="5" algn="ctr">
              <a:lnSpc>
                <a:spcPct val="100000"/>
              </a:lnSpc>
              <a:spcBef>
                <a:spcPts val="0"/>
              </a:spcBef>
              <a:spcAft>
                <a:spcPts val="0"/>
              </a:spcAft>
              <a:buSzPts val="2800"/>
              <a:buNone/>
              <a:defRPr sz="3733"/>
            </a:lvl6pPr>
            <a:lvl7pPr lvl="6" algn="ctr">
              <a:lnSpc>
                <a:spcPct val="100000"/>
              </a:lnSpc>
              <a:spcBef>
                <a:spcPts val="0"/>
              </a:spcBef>
              <a:spcAft>
                <a:spcPts val="0"/>
              </a:spcAft>
              <a:buSzPts val="2800"/>
              <a:buNone/>
              <a:defRPr sz="3733"/>
            </a:lvl7pPr>
            <a:lvl8pPr lvl="7" algn="ctr">
              <a:lnSpc>
                <a:spcPct val="100000"/>
              </a:lnSpc>
              <a:spcBef>
                <a:spcPts val="0"/>
              </a:spcBef>
              <a:spcAft>
                <a:spcPts val="0"/>
              </a:spcAft>
              <a:buSzPts val="2800"/>
              <a:buNone/>
              <a:defRPr sz="3733"/>
            </a:lvl8pPr>
            <a:lvl9pPr lvl="8" algn="ctr">
              <a:lnSpc>
                <a:spcPct val="100000"/>
              </a:lnSpc>
              <a:spcBef>
                <a:spcPts val="0"/>
              </a:spcBef>
              <a:spcAft>
                <a:spcPts val="0"/>
              </a:spcAft>
              <a:buSzPts val="2800"/>
              <a:buNone/>
              <a:defRPr sz="3733"/>
            </a:lvl9pPr>
          </a:lstStyle>
          <a:p>
            <a:endParaRPr/>
          </a:p>
        </p:txBody>
      </p:sp>
      <p:sp>
        <p:nvSpPr>
          <p:cNvPr id="31" name="Google Shape;31;p97"/>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5881429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3"/>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eginnin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A62578A-D730-60EA-6EF4-91A8737058E9}"/>
              </a:ext>
            </a:extLst>
          </p:cNvPr>
          <p:cNvSpPr txBox="1"/>
          <p:nvPr userDrawn="1"/>
        </p:nvSpPr>
        <p:spPr>
          <a:xfrm>
            <a:off x="0" y="1690062"/>
            <a:ext cx="12192000" cy="3477875"/>
          </a:xfrm>
          <a:prstGeom prst="rect">
            <a:avLst/>
          </a:prstGeom>
          <a:noFill/>
        </p:spPr>
        <p:txBody>
          <a:bodyPr wrap="square">
            <a:spAutoFit/>
          </a:bodyPr>
          <a:lstStyle/>
          <a:p>
            <a:pPr marL="0" marR="0" lvl="0" indent="0" algn="ctr" rtl="0">
              <a:lnSpc>
                <a:spcPct val="100000"/>
              </a:lnSpc>
              <a:spcBef>
                <a:spcPts val="0"/>
              </a:spcBef>
              <a:spcAft>
                <a:spcPts val="0"/>
              </a:spcAft>
              <a:buClr>
                <a:srgbClr val="000000"/>
              </a:buClr>
              <a:buSzPts val="4800"/>
              <a:buFont typeface="Arial"/>
              <a:buNone/>
            </a:pPr>
            <a:r>
              <a:rPr lang="de-DE" sz="6000" b="1" i="0" u="none" strike="noStrike" cap="none" dirty="0">
                <a:solidFill>
                  <a:srgbClr val="F3F3F3"/>
                </a:solidFill>
                <a:latin typeface="Roboto Condensed"/>
                <a:ea typeface="Roboto Condensed"/>
                <a:cs typeface="Roboto Condensed"/>
                <a:sym typeface="Roboto Condensed"/>
              </a:rPr>
              <a:t>Unser Gottesdienst beginnt in Kürze</a:t>
            </a:r>
            <a:br>
              <a:rPr lang="de-DE" sz="4000" b="0" i="0" u="none" strike="noStrike" cap="none" dirty="0">
                <a:solidFill>
                  <a:srgbClr val="F3F3F3"/>
                </a:solidFill>
                <a:latin typeface="Roboto Condensed"/>
                <a:ea typeface="Roboto Condensed"/>
                <a:cs typeface="Roboto Condensed"/>
                <a:sym typeface="Roboto Condensed"/>
              </a:rPr>
            </a:br>
            <a:endParaRPr lang="de-DE" sz="4000" b="0" i="0" u="none" strike="noStrike" cap="none" dirty="0">
              <a:solidFill>
                <a:srgbClr val="F3F3F3"/>
              </a:solidFill>
              <a:latin typeface="Roboto Condensed"/>
              <a:ea typeface="Roboto Condensed"/>
              <a:cs typeface="Roboto Condensed"/>
              <a:sym typeface="Roboto Condensed"/>
            </a:endParaRPr>
          </a:p>
          <a:p>
            <a:pPr marL="0" marR="0" lvl="0" indent="0" algn="ctr" rtl="0">
              <a:lnSpc>
                <a:spcPct val="100000"/>
              </a:lnSpc>
              <a:spcBef>
                <a:spcPts val="0"/>
              </a:spcBef>
              <a:spcAft>
                <a:spcPts val="0"/>
              </a:spcAft>
              <a:buClr>
                <a:srgbClr val="000000"/>
              </a:buClr>
              <a:buSzPts val="3200"/>
              <a:buFont typeface="Arial"/>
              <a:buNone/>
            </a:pPr>
            <a:r>
              <a:rPr lang="de-DE" sz="4000" b="0" i="0" u="none" strike="noStrike" cap="none" dirty="0">
                <a:solidFill>
                  <a:srgbClr val="F3F3F3"/>
                </a:solidFill>
                <a:latin typeface="Roboto Condensed"/>
                <a:ea typeface="Roboto Condensed"/>
                <a:cs typeface="Roboto Condensed"/>
                <a:sym typeface="Roboto Condensed"/>
              </a:rPr>
              <a:t>Wir möchten alle daran erinnern, </a:t>
            </a:r>
            <a:endParaRPr lang="de-DE" sz="18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de-DE" sz="4000" b="0" i="0" u="none" strike="noStrike" cap="none" dirty="0">
                <a:solidFill>
                  <a:srgbClr val="F3F3F3"/>
                </a:solidFill>
                <a:latin typeface="Roboto Condensed"/>
                <a:ea typeface="Roboto Condensed"/>
                <a:cs typeface="Roboto Condensed"/>
                <a:sym typeface="Roboto Condensed"/>
              </a:rPr>
              <a:t>ihre Telefone auf lautlos zu stellen </a:t>
            </a:r>
            <a:endParaRPr lang="de-DE" sz="18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de-DE" sz="4000" b="0" i="0" u="none" strike="noStrike" cap="none" dirty="0">
                <a:solidFill>
                  <a:srgbClr val="F3F3F3"/>
                </a:solidFill>
                <a:latin typeface="Roboto Condensed"/>
                <a:ea typeface="Roboto Condensed"/>
                <a:cs typeface="Roboto Condensed"/>
                <a:sym typeface="Roboto Condensed"/>
              </a:rPr>
              <a:t>und während des Gottesdienstes nicht zu essen.</a:t>
            </a:r>
          </a:p>
        </p:txBody>
      </p:sp>
    </p:spTree>
    <p:extLst>
      <p:ext uri="{BB962C8B-B14F-4D97-AF65-F5344CB8AC3E}">
        <p14:creationId xmlns:p14="http://schemas.microsoft.com/office/powerpoint/2010/main" val="34742907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253F822B-6C3A-A79C-85B1-D6727056016E}"/>
              </a:ext>
            </a:extLst>
          </p:cNvPr>
          <p:cNvSpPr txBox="1"/>
          <p:nvPr userDrawn="1"/>
        </p:nvSpPr>
        <p:spPr>
          <a:xfrm>
            <a:off x="0" y="2159821"/>
            <a:ext cx="12192000" cy="461665"/>
          </a:xfrm>
          <a:prstGeom prst="rect">
            <a:avLst/>
          </a:prstGeom>
          <a:noFill/>
        </p:spPr>
        <p:txBody>
          <a:bodyPr wrap="square">
            <a:spAutoFit/>
          </a:bodyPr>
          <a:lstStyle/>
          <a:p>
            <a:pPr marL="0" marR="0" lvl="0" indent="0" algn="ctr" rtl="0">
              <a:lnSpc>
                <a:spcPct val="100000"/>
              </a:lnSpc>
              <a:spcBef>
                <a:spcPts val="0"/>
              </a:spcBef>
              <a:spcAft>
                <a:spcPts val="0"/>
              </a:spcAft>
              <a:buClr>
                <a:schemeClr val="lt2"/>
              </a:buClr>
              <a:buSzPts val="2800"/>
              <a:buFont typeface="Arial"/>
              <a:buNone/>
            </a:pPr>
            <a:r>
              <a:rPr lang="en-US" sz="2400" b="0" i="1" u="none" strike="noStrike" cap="none" dirty="0" err="1">
                <a:solidFill>
                  <a:schemeClr val="lt2"/>
                </a:solidFill>
                <a:latin typeface="Roboto Condensed"/>
                <a:ea typeface="Roboto Condensed"/>
                <a:cs typeface="Roboto Condensed"/>
                <a:sym typeface="Roboto Condensed"/>
              </a:rPr>
              <a:t>Predigt</a:t>
            </a:r>
            <a:endParaRPr lang="en-US" sz="2400" b="0" i="1" u="none" strike="noStrike" cap="none" dirty="0">
              <a:solidFill>
                <a:schemeClr val="lt2"/>
              </a:solidFill>
              <a:latin typeface="Roboto Condensed"/>
              <a:ea typeface="Roboto Condensed"/>
              <a:cs typeface="Roboto Condensed"/>
              <a:sym typeface="Roboto Condensed"/>
            </a:endParaRPr>
          </a:p>
        </p:txBody>
      </p:sp>
      <p:sp>
        <p:nvSpPr>
          <p:cNvPr id="9" name="TextBox 8">
            <a:extLst>
              <a:ext uri="{FF2B5EF4-FFF2-40B4-BE49-F238E27FC236}">
                <a16:creationId xmlns:a16="http://schemas.microsoft.com/office/drawing/2014/main" id="{1522A29E-68B9-F999-D9F1-3E02916BF922}"/>
              </a:ext>
            </a:extLst>
          </p:cNvPr>
          <p:cNvSpPr txBox="1"/>
          <p:nvPr userDrawn="1"/>
        </p:nvSpPr>
        <p:spPr>
          <a:xfrm>
            <a:off x="158405" y="3079842"/>
            <a:ext cx="11869806" cy="923330"/>
          </a:xfrm>
          <a:prstGeom prst="rect">
            <a:avLst/>
          </a:prstGeom>
          <a:noFill/>
        </p:spPr>
        <p:txBody>
          <a:bodyPr wrap="square">
            <a:spAutoFit/>
          </a:bodyPr>
          <a:lstStyle/>
          <a:p>
            <a:pPr algn="ctr"/>
            <a:r>
              <a:rPr lang="en-US" sz="5400" b="1" i="0" u="sng" strike="noStrike" cap="none" dirty="0" err="1">
                <a:solidFill>
                  <a:schemeClr val="dk1"/>
                </a:solidFill>
                <a:latin typeface="Roboto Condensed"/>
                <a:ea typeface="Roboto Condensed"/>
                <a:cs typeface="Roboto Condensed"/>
                <a:sym typeface="Roboto Condensed"/>
              </a:rPr>
              <a:t>Pfr</a:t>
            </a:r>
            <a:r>
              <a:rPr lang="en-US" sz="5400" b="1" i="0" u="sng" strike="noStrike" cap="none" dirty="0">
                <a:solidFill>
                  <a:schemeClr val="dk1"/>
                </a:solidFill>
                <a:latin typeface="Roboto Condensed"/>
                <a:ea typeface="Roboto Condensed"/>
                <a:cs typeface="Roboto Condensed"/>
                <a:sym typeface="Roboto Condensed"/>
              </a:rPr>
              <a:t>. Billy </a:t>
            </a:r>
            <a:r>
              <a:rPr lang="en-US" sz="5400" b="1" i="0" u="sng" strike="noStrike" cap="none" dirty="0" err="1">
                <a:solidFill>
                  <a:schemeClr val="dk1"/>
                </a:solidFill>
                <a:latin typeface="Roboto Condensed"/>
                <a:ea typeface="Roboto Condensed"/>
                <a:cs typeface="Roboto Condensed"/>
                <a:sym typeface="Roboto Condensed"/>
              </a:rPr>
              <a:t>Kristanto</a:t>
            </a:r>
            <a:endParaRPr lang="de-DE" sz="5400" dirty="0"/>
          </a:p>
        </p:txBody>
      </p:sp>
      <p:sp>
        <p:nvSpPr>
          <p:cNvPr id="11" name="TextBox 10">
            <a:extLst>
              <a:ext uri="{FF2B5EF4-FFF2-40B4-BE49-F238E27FC236}">
                <a16:creationId xmlns:a16="http://schemas.microsoft.com/office/drawing/2014/main" id="{BA1606FB-F784-4E5B-4E4D-5620CD45E2E6}"/>
              </a:ext>
            </a:extLst>
          </p:cNvPr>
          <p:cNvSpPr txBox="1"/>
          <p:nvPr userDrawn="1"/>
        </p:nvSpPr>
        <p:spPr>
          <a:xfrm>
            <a:off x="0" y="4112212"/>
            <a:ext cx="12192000" cy="523220"/>
          </a:xfrm>
          <a:prstGeom prst="rect">
            <a:avLst/>
          </a:prstGeom>
          <a:noFill/>
        </p:spPr>
        <p:txBody>
          <a:bodyPr wrap="square">
            <a:spAutoFit/>
          </a:bodyPr>
          <a:lstStyle/>
          <a:p>
            <a:pPr algn="ctr"/>
            <a:r>
              <a:rPr lang="en-US" sz="2800" b="0" i="1" u="none" strike="noStrike" cap="none" dirty="0" err="1">
                <a:solidFill>
                  <a:schemeClr val="dk1"/>
                </a:solidFill>
                <a:latin typeface="Roboto Condensed"/>
                <a:ea typeface="Roboto Condensed"/>
                <a:cs typeface="Roboto Condensed"/>
                <a:sym typeface="Roboto Condensed"/>
              </a:rPr>
              <a:t>Pdt</a:t>
            </a:r>
            <a:r>
              <a:rPr lang="en-US" sz="2800" b="0" i="1" u="none" strike="noStrike" cap="none" dirty="0">
                <a:solidFill>
                  <a:schemeClr val="dk1"/>
                </a:solidFill>
                <a:latin typeface="Roboto Condensed"/>
                <a:ea typeface="Roboto Condensed"/>
                <a:cs typeface="Roboto Condensed"/>
                <a:sym typeface="Roboto Condensed"/>
              </a:rPr>
              <a:t>.</a:t>
            </a:r>
            <a:r>
              <a:rPr lang="en-US" i="1" dirty="0">
                <a:latin typeface="Roboto Condensed"/>
                <a:ea typeface="Roboto Condensed"/>
                <a:cs typeface="Roboto Condensed"/>
                <a:sym typeface="Roboto Condensed"/>
              </a:rPr>
              <a:t> </a:t>
            </a:r>
            <a:r>
              <a:rPr lang="en-US" sz="2800" b="0" i="1" u="none" strike="noStrike" cap="none" dirty="0">
                <a:solidFill>
                  <a:schemeClr val="dk1"/>
                </a:solidFill>
                <a:latin typeface="Roboto Condensed"/>
                <a:ea typeface="Roboto Condensed"/>
                <a:cs typeface="Roboto Condensed"/>
                <a:sym typeface="Roboto Condensed"/>
              </a:rPr>
              <a:t>Billy</a:t>
            </a:r>
            <a:r>
              <a:rPr lang="en-US" i="1" dirty="0">
                <a:latin typeface="Roboto Condensed"/>
                <a:ea typeface="Roboto Condensed"/>
                <a:cs typeface="Roboto Condensed"/>
                <a:sym typeface="Roboto Condensed"/>
              </a:rPr>
              <a:t> </a:t>
            </a:r>
            <a:r>
              <a:rPr lang="en-US" sz="2800" b="0" i="1" u="none" strike="noStrike" cap="none" dirty="0" err="1">
                <a:solidFill>
                  <a:schemeClr val="dk1"/>
                </a:solidFill>
                <a:latin typeface="Roboto Condensed"/>
                <a:ea typeface="Roboto Condensed"/>
                <a:cs typeface="Roboto Condensed"/>
                <a:sym typeface="Roboto Condensed"/>
              </a:rPr>
              <a:t>Kristanto</a:t>
            </a:r>
            <a:endParaRPr lang="de-DE" sz="2800" b="0" i="1" u="none" strike="noStrike" cap="none" dirty="0">
              <a:solidFill>
                <a:schemeClr val="dk1"/>
              </a:solidFill>
              <a:latin typeface="Roboto Condensed"/>
              <a:ea typeface="Roboto Condensed"/>
              <a:cs typeface="Roboto Condensed"/>
              <a:sym typeface="Arial"/>
            </a:endParaRPr>
          </a:p>
        </p:txBody>
      </p:sp>
    </p:spTree>
    <p:extLst>
      <p:ext uri="{BB962C8B-B14F-4D97-AF65-F5344CB8AC3E}">
        <p14:creationId xmlns:p14="http://schemas.microsoft.com/office/powerpoint/2010/main" val="7713598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IBLE_READIN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253F822B-6C3A-A79C-85B1-D6727056016E}"/>
              </a:ext>
            </a:extLst>
          </p:cNvPr>
          <p:cNvSpPr txBox="1"/>
          <p:nvPr userDrawn="1"/>
        </p:nvSpPr>
        <p:spPr>
          <a:xfrm>
            <a:off x="0" y="2159821"/>
            <a:ext cx="12192000" cy="461665"/>
          </a:xfrm>
          <a:prstGeom prst="rect">
            <a:avLst/>
          </a:prstGeom>
          <a:noFill/>
        </p:spPr>
        <p:txBody>
          <a:bodyPr wrap="square">
            <a:spAutoFit/>
          </a:bodyPr>
          <a:lstStyle/>
          <a:p>
            <a:pPr marL="0" marR="0" lvl="0" indent="0" algn="ctr" rtl="0">
              <a:lnSpc>
                <a:spcPct val="100000"/>
              </a:lnSpc>
              <a:spcBef>
                <a:spcPts val="0"/>
              </a:spcBef>
              <a:spcAft>
                <a:spcPts val="0"/>
              </a:spcAft>
              <a:buClr>
                <a:schemeClr val="lt2"/>
              </a:buClr>
              <a:buSzPts val="2800"/>
              <a:buFont typeface="Arial"/>
              <a:buNone/>
            </a:pPr>
            <a:r>
              <a:rPr lang="en-US" sz="2400" b="0" i="1" u="none" strike="noStrike" cap="none" dirty="0" err="1">
                <a:solidFill>
                  <a:schemeClr val="lt2"/>
                </a:solidFill>
                <a:latin typeface="Roboto Condensed"/>
                <a:ea typeface="Roboto Condensed"/>
                <a:cs typeface="Roboto Condensed"/>
                <a:sym typeface="Roboto Condensed"/>
              </a:rPr>
              <a:t>Bibellesung</a:t>
            </a:r>
            <a:endParaRPr lang="en-US" sz="2400" b="0" i="1" u="none" strike="noStrike" cap="none" dirty="0">
              <a:solidFill>
                <a:schemeClr val="lt2"/>
              </a:solidFill>
              <a:latin typeface="Roboto Condensed"/>
              <a:ea typeface="Roboto Condensed"/>
              <a:cs typeface="Roboto Condensed"/>
              <a:sym typeface="Roboto Condensed"/>
            </a:endParaRPr>
          </a:p>
        </p:txBody>
      </p:sp>
      <p:sp>
        <p:nvSpPr>
          <p:cNvPr id="3" name="Text Placeholder 2">
            <a:extLst>
              <a:ext uri="{FF2B5EF4-FFF2-40B4-BE49-F238E27FC236}">
                <a16:creationId xmlns:a16="http://schemas.microsoft.com/office/drawing/2014/main" id="{59C9682E-1B95-700A-B294-80EFB991C6FF}"/>
              </a:ext>
            </a:extLst>
          </p:cNvPr>
          <p:cNvSpPr>
            <a:spLocks noGrp="1"/>
          </p:cNvSpPr>
          <p:nvPr>
            <p:ph type="body" sz="quarter" idx="10" hasCustomPrompt="1"/>
          </p:nvPr>
        </p:nvSpPr>
        <p:spPr>
          <a:xfrm>
            <a:off x="1362436" y="2909649"/>
            <a:ext cx="9467128" cy="914400"/>
          </a:xfrm>
        </p:spPr>
        <p:txBody>
          <a:bodyPr anchor="t"/>
          <a:lstStyle>
            <a:lvl1pPr marL="114300" indent="0" algn="ctr">
              <a:buNone/>
              <a:defRPr lang="en-US" sz="5400" b="1" i="0" u="sng" strike="noStrike" cap="none" dirty="0" smtClean="0">
                <a:solidFill>
                  <a:schemeClr val="dk1"/>
                </a:solidFill>
                <a:latin typeface="Roboto Condensed"/>
                <a:ea typeface="Roboto Condensed"/>
                <a:cs typeface="Roboto Condensed"/>
                <a:sym typeface="Arial"/>
              </a:defRPr>
            </a:lvl1pPr>
          </a:lstStyle>
          <a:p>
            <a:pPr lvl="0"/>
            <a:r>
              <a:rPr lang="en-US" dirty="0" err="1"/>
              <a:t>Jesaya</a:t>
            </a:r>
            <a:r>
              <a:rPr lang="en-US"/>
              <a:t> 43, 1-2</a:t>
            </a:r>
            <a:endParaRPr lang="de-DE" dirty="0"/>
          </a:p>
        </p:txBody>
      </p:sp>
    </p:spTree>
    <p:extLst>
      <p:ext uri="{BB962C8B-B14F-4D97-AF65-F5344CB8AC3E}">
        <p14:creationId xmlns:p14="http://schemas.microsoft.com/office/powerpoint/2010/main" val="42129680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IBLE_VERSE">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3F56DD7C-C4E9-DA2C-8BCB-2F911738563B}"/>
              </a:ext>
            </a:extLst>
          </p:cNvPr>
          <p:cNvSpPr>
            <a:spLocks noGrp="1"/>
          </p:cNvSpPr>
          <p:nvPr>
            <p:ph type="body" sz="quarter" idx="10"/>
          </p:nvPr>
        </p:nvSpPr>
        <p:spPr>
          <a:xfrm>
            <a:off x="563420" y="634712"/>
            <a:ext cx="5243491" cy="5562888"/>
          </a:xfrm>
        </p:spPr>
        <p:txBody>
          <a:bodyPr/>
          <a:lstStyle>
            <a:lvl1pPr marL="114300" indent="0">
              <a:buNone/>
              <a:defRPr lang="en-US" sz="3000" b="1" i="0" u="none" strike="noStrike" cap="none" dirty="0" smtClean="0">
                <a:solidFill>
                  <a:schemeClr val="dk1"/>
                </a:solidFill>
                <a:latin typeface="Roboto Condensed"/>
                <a:ea typeface="Roboto Condensed"/>
                <a:cs typeface="Roboto Condensed"/>
                <a:sym typeface="Arial"/>
              </a:defRPr>
            </a:lvl1pPr>
            <a:lvl2pPr>
              <a:defRPr lang="en-US" sz="3000" b="1" i="0" u="none" strike="noStrike" cap="none" dirty="0" smtClean="0">
                <a:solidFill>
                  <a:schemeClr val="dk1"/>
                </a:solidFill>
                <a:latin typeface="Roboto Condensed"/>
                <a:ea typeface="Roboto Condensed"/>
                <a:cs typeface="Roboto Condensed"/>
                <a:sym typeface="Arial"/>
              </a:defRPr>
            </a:lvl2pPr>
            <a:lvl3pPr>
              <a:defRPr lang="en-US" sz="3000" b="1" i="0" u="none" strike="noStrike" cap="none" dirty="0" smtClean="0">
                <a:solidFill>
                  <a:schemeClr val="dk1"/>
                </a:solidFill>
                <a:latin typeface="Roboto Condensed"/>
                <a:ea typeface="Roboto Condensed"/>
                <a:cs typeface="Roboto Condensed"/>
                <a:sym typeface="Arial"/>
              </a:defRPr>
            </a:lvl3pPr>
            <a:lvl4pPr>
              <a:defRPr lang="en-US" sz="3000" b="1" i="0" u="none" strike="noStrike" cap="none" dirty="0" smtClean="0">
                <a:solidFill>
                  <a:schemeClr val="dk1"/>
                </a:solidFill>
                <a:latin typeface="Roboto Condensed"/>
                <a:ea typeface="Roboto Condensed"/>
                <a:cs typeface="Roboto Condensed"/>
                <a:sym typeface="Arial"/>
              </a:defRPr>
            </a:lvl4pPr>
            <a:lvl5pPr>
              <a:defRPr lang="de-DE" sz="3000" b="1" i="0" u="none" strike="noStrike" cap="none" dirty="0">
                <a:solidFill>
                  <a:schemeClr val="dk1"/>
                </a:solidFill>
                <a:latin typeface="Roboto Condensed"/>
                <a:ea typeface="Roboto Condensed"/>
                <a:cs typeface="Roboto Condensed"/>
                <a:sym typeface="Arial"/>
              </a:defRPr>
            </a:lvl5pPr>
          </a:lstStyle>
          <a:p>
            <a:pPr lvl="0"/>
            <a:r>
              <a:rPr lang="en-US" dirty="0"/>
              <a:t>Click to edit Master text</a:t>
            </a:r>
            <a:endParaRPr lang="de-DE" dirty="0"/>
          </a:p>
        </p:txBody>
      </p:sp>
      <p:sp>
        <p:nvSpPr>
          <p:cNvPr id="6" name="Text Placeholder 5">
            <a:extLst>
              <a:ext uri="{FF2B5EF4-FFF2-40B4-BE49-F238E27FC236}">
                <a16:creationId xmlns:a16="http://schemas.microsoft.com/office/drawing/2014/main" id="{3CE6A4D9-9CE3-6AD9-7C7C-17968268DAD7}"/>
              </a:ext>
            </a:extLst>
          </p:cNvPr>
          <p:cNvSpPr>
            <a:spLocks noGrp="1"/>
          </p:cNvSpPr>
          <p:nvPr>
            <p:ph type="body" sz="quarter" idx="11"/>
          </p:nvPr>
        </p:nvSpPr>
        <p:spPr>
          <a:xfrm>
            <a:off x="6231118" y="634710"/>
            <a:ext cx="5397462" cy="5562887"/>
          </a:xfrm>
        </p:spPr>
        <p:txBody>
          <a:bodyPr/>
          <a:lstStyle>
            <a:lvl1pPr marL="114300" marR="0" indent="0" algn="l" rtl="0">
              <a:lnSpc>
                <a:spcPct val="100000"/>
              </a:lnSpc>
              <a:spcBef>
                <a:spcPts val="0"/>
              </a:spcBef>
              <a:spcAft>
                <a:spcPts val="0"/>
              </a:spcAft>
              <a:buClr>
                <a:srgbClr val="000000"/>
              </a:buClr>
              <a:buFont typeface="Arial"/>
              <a:buNone/>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1pPr>
            <a:lvl2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2pPr>
            <a:lvl3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3pPr>
            <a:lvl4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4pPr>
            <a:lvl5pPr marR="0" algn="l" rtl="0">
              <a:lnSpc>
                <a:spcPct val="100000"/>
              </a:lnSpc>
              <a:spcBef>
                <a:spcPts val="0"/>
              </a:spcBef>
              <a:spcAft>
                <a:spcPts val="0"/>
              </a:spcAft>
              <a:buClr>
                <a:srgbClr val="000000"/>
              </a:buClr>
              <a:buFont typeface="Arial"/>
              <a:defRPr lang="de-DE"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5pPr>
          </a:lstStyle>
          <a:p>
            <a:pPr lvl="0"/>
            <a:r>
              <a:rPr lang="en-US" dirty="0"/>
              <a:t>Click to edit Master text</a:t>
            </a:r>
          </a:p>
        </p:txBody>
      </p:sp>
    </p:spTree>
    <p:extLst>
      <p:ext uri="{BB962C8B-B14F-4D97-AF65-F5344CB8AC3E}">
        <p14:creationId xmlns:p14="http://schemas.microsoft.com/office/powerpoint/2010/main" val="11912957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7890E638-BD11-0954-D411-25CB025CCDD1}"/>
              </a:ext>
            </a:extLst>
          </p:cNvPr>
          <p:cNvSpPr>
            <a:spLocks noGrp="1"/>
          </p:cNvSpPr>
          <p:nvPr>
            <p:ph type="body" sz="quarter" idx="10"/>
          </p:nvPr>
        </p:nvSpPr>
        <p:spPr>
          <a:xfrm>
            <a:off x="508003" y="647558"/>
            <a:ext cx="11020978" cy="2340739"/>
          </a:xfrm>
        </p:spPr>
        <p:txBody>
          <a:bodyPr/>
          <a:lstStyle>
            <a:lvl1pPr marL="114300" indent="0">
              <a:buNone/>
              <a:defRPr lang="de-DE" sz="3800" b="1" i="0" u="none" strike="noStrike" cap="none" dirty="0">
                <a:solidFill>
                  <a:schemeClr val="dk1"/>
                </a:solidFill>
                <a:latin typeface="Roboto Condensed"/>
                <a:ea typeface="Roboto Condensed"/>
                <a:cs typeface="Roboto Condensed"/>
                <a:sym typeface="Arial"/>
              </a:defRPr>
            </a:lvl1pPr>
            <a:lvl2pPr>
              <a:defRPr lang="en-US" sz="3000" b="1" i="0" u="none" strike="noStrike" cap="none" dirty="0" smtClean="0">
                <a:solidFill>
                  <a:schemeClr val="dk1"/>
                </a:solidFill>
                <a:latin typeface="Roboto Condensed"/>
                <a:ea typeface="Roboto Condensed"/>
                <a:cs typeface="Roboto Condensed"/>
                <a:sym typeface="Arial"/>
              </a:defRPr>
            </a:lvl2pPr>
            <a:lvl3pPr>
              <a:defRPr lang="en-US" sz="3000" b="1" i="0" u="none" strike="noStrike" cap="none" dirty="0" smtClean="0">
                <a:solidFill>
                  <a:schemeClr val="dk1"/>
                </a:solidFill>
                <a:latin typeface="Roboto Condensed"/>
                <a:ea typeface="Roboto Condensed"/>
                <a:cs typeface="Roboto Condensed"/>
                <a:sym typeface="Arial"/>
              </a:defRPr>
            </a:lvl3pPr>
            <a:lvl4pPr>
              <a:defRPr lang="en-US" sz="3000" b="1" i="0" u="none" strike="noStrike" cap="none" dirty="0" smtClean="0">
                <a:solidFill>
                  <a:schemeClr val="dk1"/>
                </a:solidFill>
                <a:latin typeface="Roboto Condensed"/>
                <a:ea typeface="Roboto Condensed"/>
                <a:cs typeface="Roboto Condensed"/>
                <a:sym typeface="Arial"/>
              </a:defRPr>
            </a:lvl4pPr>
            <a:lvl5pPr>
              <a:defRPr lang="de-DE" sz="3000" b="1" i="0" u="none" strike="noStrike" cap="none" dirty="0">
                <a:solidFill>
                  <a:schemeClr val="dk1"/>
                </a:solidFill>
                <a:latin typeface="Roboto Condensed"/>
                <a:ea typeface="Roboto Condensed"/>
                <a:cs typeface="Roboto Condensed"/>
                <a:sym typeface="Arial"/>
              </a:defRPr>
            </a:lvl5pPr>
          </a:lstStyle>
          <a:p>
            <a:pPr lvl="0"/>
            <a:r>
              <a:rPr lang="en-US" dirty="0"/>
              <a:t>Click to edit Master text</a:t>
            </a:r>
            <a:endParaRPr lang="de-DE" dirty="0"/>
          </a:p>
        </p:txBody>
      </p:sp>
      <p:sp>
        <p:nvSpPr>
          <p:cNvPr id="3" name="Text Placeholder 5">
            <a:extLst>
              <a:ext uri="{FF2B5EF4-FFF2-40B4-BE49-F238E27FC236}">
                <a16:creationId xmlns:a16="http://schemas.microsoft.com/office/drawing/2014/main" id="{0F9D402A-E310-6EFF-1AF1-B5B8BE1591AB}"/>
              </a:ext>
            </a:extLst>
          </p:cNvPr>
          <p:cNvSpPr>
            <a:spLocks noGrp="1"/>
          </p:cNvSpPr>
          <p:nvPr>
            <p:ph type="body" sz="quarter" idx="11"/>
          </p:nvPr>
        </p:nvSpPr>
        <p:spPr>
          <a:xfrm>
            <a:off x="508003" y="3429000"/>
            <a:ext cx="11020978" cy="2863927"/>
          </a:xfrm>
        </p:spPr>
        <p:txBody>
          <a:bodyPr/>
          <a:lstStyle>
            <a:lvl1pPr marL="114300" marR="0" indent="0" algn="l" rtl="0">
              <a:lnSpc>
                <a:spcPct val="100000"/>
              </a:lnSpc>
              <a:spcBef>
                <a:spcPts val="0"/>
              </a:spcBef>
              <a:spcAft>
                <a:spcPts val="0"/>
              </a:spcAft>
              <a:buClr>
                <a:srgbClr val="000000"/>
              </a:buClr>
              <a:buFont typeface="Arial"/>
              <a:buNone/>
              <a:defRPr lang="en-US" sz="3600" b="0" i="1" u="none" strike="noStrike" cap="none" dirty="0" smtClean="0">
                <a:solidFill>
                  <a:schemeClr val="dk1"/>
                </a:solidFill>
                <a:latin typeface="Roboto Condensed"/>
                <a:ea typeface="Roboto Condensed"/>
                <a:cs typeface="Roboto Condensed"/>
                <a:sym typeface="Arial"/>
              </a:defRPr>
            </a:lvl1pPr>
            <a:lvl2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2pPr>
            <a:lvl3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3pPr>
            <a:lvl4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4pPr>
            <a:lvl5pPr marR="0" algn="l" rtl="0">
              <a:lnSpc>
                <a:spcPct val="100000"/>
              </a:lnSpc>
              <a:spcBef>
                <a:spcPts val="0"/>
              </a:spcBef>
              <a:spcAft>
                <a:spcPts val="0"/>
              </a:spcAft>
              <a:buClr>
                <a:srgbClr val="000000"/>
              </a:buClr>
              <a:buFont typeface="Arial"/>
              <a:defRPr lang="de-DE"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5pPr>
          </a:lstStyle>
          <a:p>
            <a:pPr lvl="0"/>
            <a:r>
              <a:rPr lang="en-US" dirty="0"/>
              <a:t>Click to edit Master text</a:t>
            </a:r>
          </a:p>
        </p:txBody>
      </p:sp>
    </p:spTree>
    <p:extLst>
      <p:ext uri="{BB962C8B-B14F-4D97-AF65-F5344CB8AC3E}">
        <p14:creationId xmlns:p14="http://schemas.microsoft.com/office/powerpoint/2010/main" val="26512896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slide 1">
  <p:cSld name="church_cover">
    <p:bg>
      <p:bgPr>
        <a:solidFill>
          <a:srgbClr val="360606"/>
        </a:solidFill>
        <a:effectLst/>
      </p:bgPr>
    </p:bg>
    <p:spTree>
      <p:nvGrpSpPr>
        <p:cNvPr id="1" name="Shape 15"/>
        <p:cNvGrpSpPr/>
        <p:nvPr/>
      </p:nvGrpSpPr>
      <p:grpSpPr>
        <a:xfrm>
          <a:off x="0" y="0"/>
          <a:ext cx="0" cy="0"/>
          <a:chOff x="0" y="0"/>
          <a:chExt cx="0" cy="0"/>
        </a:xfrm>
      </p:grpSpPr>
      <p:sp>
        <p:nvSpPr>
          <p:cNvPr id="16" name="Google Shape;16;p87"/>
          <p:cNvSpPr txBox="1"/>
          <p:nvPr/>
        </p:nvSpPr>
        <p:spPr>
          <a:xfrm>
            <a:off x="415600" y="3870118"/>
            <a:ext cx="11360800" cy="11948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FFFFFF"/>
              </a:buClr>
              <a:buSzPts val="5200"/>
              <a:buFont typeface="Arial"/>
              <a:buNone/>
            </a:pPr>
            <a:r>
              <a:rPr lang="en-US" sz="3200" b="1" i="0" u="none" strike="noStrike" cap="none">
                <a:solidFill>
                  <a:srgbClr val="FFFFFF"/>
                </a:solidFill>
                <a:latin typeface="Roboto Condensed"/>
                <a:ea typeface="Roboto Condensed"/>
                <a:cs typeface="Roboto Condensed"/>
                <a:sym typeface="Roboto Condensed"/>
              </a:rPr>
              <a:t>International Reformed Evangelical Church Hamburg</a:t>
            </a:r>
            <a:endParaRPr sz="3200" b="1" i="0" u="none" strike="noStrike" cap="none">
              <a:solidFill>
                <a:srgbClr val="FFFFFF"/>
              </a:solidFill>
              <a:latin typeface="Roboto Condensed"/>
              <a:ea typeface="Roboto Condensed"/>
              <a:cs typeface="Roboto Condensed"/>
              <a:sym typeface="Roboto Condensed"/>
            </a:endParaRPr>
          </a:p>
        </p:txBody>
      </p:sp>
      <p:pic>
        <p:nvPicPr>
          <p:cNvPr id="17" name="Google Shape;17;p87"/>
          <p:cNvPicPr preferRelativeResize="0"/>
          <p:nvPr/>
        </p:nvPicPr>
        <p:blipFill rotWithShape="1">
          <a:blip r:embed="rId2">
            <a:alphaModFix/>
          </a:blip>
          <a:srcRect/>
          <a:stretch/>
        </p:blipFill>
        <p:spPr>
          <a:xfrm>
            <a:off x="4114034" y="658862"/>
            <a:ext cx="3963932" cy="3963932"/>
          </a:xfrm>
          <a:prstGeom prst="rect">
            <a:avLst/>
          </a:prstGeom>
          <a:noFill/>
          <a:ln>
            <a:noFill/>
          </a:ln>
        </p:spPr>
      </p:pic>
      <p:sp>
        <p:nvSpPr>
          <p:cNvPr id="18" name="Google Shape;18;p87"/>
          <p:cNvSpPr txBox="1"/>
          <p:nvPr/>
        </p:nvSpPr>
        <p:spPr>
          <a:xfrm>
            <a:off x="415600" y="4754118"/>
            <a:ext cx="11360800" cy="621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D9D9D9"/>
              </a:buClr>
              <a:buSzPts val="2800"/>
              <a:buFont typeface="Arial"/>
              <a:buNone/>
            </a:pPr>
            <a:r>
              <a:rPr lang="en-US" sz="2400" b="0" i="0" u="none" strike="noStrike" cap="none" dirty="0">
                <a:solidFill>
                  <a:schemeClr val="dk1"/>
                </a:solidFill>
                <a:latin typeface="Roboto Condensed"/>
                <a:ea typeface="Roboto Condensed"/>
                <a:cs typeface="Roboto Condensed"/>
                <a:sym typeface="Roboto Condensed"/>
              </a:rPr>
              <a:t>16. July 2023</a:t>
            </a:r>
            <a:endParaRPr sz="1867" b="0" i="0" u="none" strike="noStrike" cap="none" dirty="0">
              <a:solidFill>
                <a:schemeClr val="dk1"/>
              </a:solidFill>
              <a:latin typeface="Roboto Condensed"/>
              <a:ea typeface="Roboto Condensed"/>
              <a:cs typeface="Roboto Condensed"/>
              <a:sym typeface="Roboto Condense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19"/>
        <p:cNvGrpSpPr/>
        <p:nvPr/>
      </p:nvGrpSpPr>
      <p:grpSpPr>
        <a:xfrm>
          <a:off x="0" y="0"/>
          <a:ext cx="0" cy="0"/>
          <a:chOff x="0" y="0"/>
          <a:chExt cx="0" cy="0"/>
        </a:xfrm>
      </p:grpSpPr>
      <p:sp>
        <p:nvSpPr>
          <p:cNvPr id="20" name="Google Shape;20;p96"/>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3800">
                <a:latin typeface="Roboto Condensed"/>
                <a:ea typeface="Roboto Condensed"/>
                <a:cs typeface="Roboto Condensed"/>
                <a:sym typeface="Roboto Condensed"/>
              </a:defRPr>
            </a:lvl1pPr>
            <a:lvl2pPr lvl="1" algn="l">
              <a:lnSpc>
                <a:spcPct val="100000"/>
              </a:lnSpc>
              <a:spcBef>
                <a:spcPts val="0"/>
              </a:spcBef>
              <a:spcAft>
                <a:spcPts val="0"/>
              </a:spcAft>
              <a:buSzPts val="4800"/>
              <a:buNone/>
              <a:defRPr sz="6400"/>
            </a:lvl2pPr>
            <a:lvl3pPr lvl="2" algn="l">
              <a:lnSpc>
                <a:spcPct val="100000"/>
              </a:lnSpc>
              <a:spcBef>
                <a:spcPts val="0"/>
              </a:spcBef>
              <a:spcAft>
                <a:spcPts val="0"/>
              </a:spcAft>
              <a:buSzPts val="4800"/>
              <a:buNone/>
              <a:defRPr sz="6400"/>
            </a:lvl3pPr>
            <a:lvl4pPr lvl="3" algn="l">
              <a:lnSpc>
                <a:spcPct val="100000"/>
              </a:lnSpc>
              <a:spcBef>
                <a:spcPts val="0"/>
              </a:spcBef>
              <a:spcAft>
                <a:spcPts val="0"/>
              </a:spcAft>
              <a:buSzPts val="4800"/>
              <a:buNone/>
              <a:defRPr sz="6400"/>
            </a:lvl4pPr>
            <a:lvl5pPr lvl="4" algn="l">
              <a:lnSpc>
                <a:spcPct val="100000"/>
              </a:lnSpc>
              <a:spcBef>
                <a:spcPts val="0"/>
              </a:spcBef>
              <a:spcAft>
                <a:spcPts val="0"/>
              </a:spcAft>
              <a:buSzPts val="4800"/>
              <a:buNone/>
              <a:defRPr sz="6400"/>
            </a:lvl5pPr>
            <a:lvl6pPr lvl="5" algn="l">
              <a:lnSpc>
                <a:spcPct val="100000"/>
              </a:lnSpc>
              <a:spcBef>
                <a:spcPts val="0"/>
              </a:spcBef>
              <a:spcAft>
                <a:spcPts val="0"/>
              </a:spcAft>
              <a:buSzPts val="4800"/>
              <a:buNone/>
              <a:defRPr sz="6400"/>
            </a:lvl6pPr>
            <a:lvl7pPr lvl="6" algn="l">
              <a:lnSpc>
                <a:spcPct val="100000"/>
              </a:lnSpc>
              <a:spcBef>
                <a:spcPts val="0"/>
              </a:spcBef>
              <a:spcAft>
                <a:spcPts val="0"/>
              </a:spcAft>
              <a:buSzPts val="4800"/>
              <a:buNone/>
              <a:defRPr sz="6400"/>
            </a:lvl7pPr>
            <a:lvl8pPr lvl="7" algn="l">
              <a:lnSpc>
                <a:spcPct val="100000"/>
              </a:lnSpc>
              <a:spcBef>
                <a:spcPts val="0"/>
              </a:spcBef>
              <a:spcAft>
                <a:spcPts val="0"/>
              </a:spcAft>
              <a:buSzPts val="4800"/>
              <a:buNone/>
              <a:defRPr sz="6400"/>
            </a:lvl8pPr>
            <a:lvl9pPr lvl="8" algn="l">
              <a:lnSpc>
                <a:spcPct val="100000"/>
              </a:lnSpc>
              <a:spcBef>
                <a:spcPts val="0"/>
              </a:spcBef>
              <a:spcAft>
                <a:spcPts val="0"/>
              </a:spcAft>
              <a:buSzPts val="4800"/>
              <a:buNone/>
              <a:defRPr sz="6400"/>
            </a:lvl9pPr>
          </a:lstStyle>
          <a:p>
            <a:endParaRPr/>
          </a:p>
        </p:txBody>
      </p:sp>
      <p:sp>
        <p:nvSpPr>
          <p:cNvPr id="21" name="Google Shape;21;p96"/>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el und Inhalt" type="obj">
  <p:cSld name="OBJECT">
    <p:spTree>
      <p:nvGrpSpPr>
        <p:cNvPr id="1" name="Shape 22"/>
        <p:cNvGrpSpPr/>
        <p:nvPr/>
      </p:nvGrpSpPr>
      <p:grpSpPr>
        <a:xfrm>
          <a:off x="0" y="0"/>
          <a:ext cx="0" cy="0"/>
          <a:chOff x="0" y="0"/>
          <a:chExt cx="0" cy="0"/>
        </a:xfrm>
      </p:grpSpPr>
      <p:sp>
        <p:nvSpPr>
          <p:cNvPr id="23" name="Google Shape;23;p71"/>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71"/>
          <p:cNvSpPr txBox="1">
            <a:spLocks noGrp="1"/>
          </p:cNvSpPr>
          <p:nvPr>
            <p:ph type="body" idx="1"/>
          </p:nvPr>
        </p:nvSpPr>
        <p:spPr>
          <a:xfrm>
            <a:off x="609600" y="1600201"/>
            <a:ext cx="10972800" cy="4525963"/>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25" name="Google Shape;25;p71"/>
          <p:cNvSpPr txBox="1">
            <a:spLocks noGrp="1"/>
          </p:cNvSpPr>
          <p:nvPr>
            <p:ph type="dt" idx="10"/>
          </p:nvPr>
        </p:nvSpPr>
        <p:spPr>
          <a:xfrm>
            <a:off x="609600" y="6356351"/>
            <a:ext cx="28448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6" name="Google Shape;26;p71"/>
          <p:cNvSpPr txBox="1">
            <a:spLocks noGrp="1"/>
          </p:cNvSpPr>
          <p:nvPr>
            <p:ph type="ftr" idx="11"/>
          </p:nvPr>
        </p:nvSpPr>
        <p:spPr>
          <a:xfrm>
            <a:off x="4165600" y="6356351"/>
            <a:ext cx="3860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7" name="Google Shape;27;p71"/>
          <p:cNvSpPr txBox="1">
            <a:spLocks noGrp="1"/>
          </p:cNvSpPr>
          <p:nvPr>
            <p:ph type="sldNum" idx="12"/>
          </p:nvPr>
        </p:nvSpPr>
        <p:spPr>
          <a:xfrm>
            <a:off x="8737600" y="6356351"/>
            <a:ext cx="28448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_AND_TWO_COLUMNS" type="twoColTx">
  <p:cSld name="TITLE_AND_TWO_COLUMNS">
    <p:spTree>
      <p:nvGrpSpPr>
        <p:cNvPr id="1" name="Shape 32"/>
        <p:cNvGrpSpPr/>
        <p:nvPr/>
      </p:nvGrpSpPr>
      <p:grpSpPr>
        <a:xfrm>
          <a:off x="0" y="0"/>
          <a:ext cx="0" cy="0"/>
          <a:chOff x="0" y="0"/>
          <a:chExt cx="0" cy="0"/>
        </a:xfrm>
      </p:grpSpPr>
      <p:sp>
        <p:nvSpPr>
          <p:cNvPr id="33" name="Google Shape;33;p98"/>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4" name="Google Shape;34;p98"/>
          <p:cNvSpPr txBox="1">
            <a:spLocks noGrp="1"/>
          </p:cNvSpPr>
          <p:nvPr>
            <p:ph type="body" idx="1"/>
          </p:nvPr>
        </p:nvSpPr>
        <p:spPr>
          <a:xfrm>
            <a:off x="415600" y="1536633"/>
            <a:ext cx="5333200" cy="45552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867"/>
            </a:lvl1pPr>
            <a:lvl2pPr marL="914400" lvl="1" indent="-304800" algn="l">
              <a:lnSpc>
                <a:spcPct val="115000"/>
              </a:lnSpc>
              <a:spcBef>
                <a:spcPts val="2133"/>
              </a:spcBef>
              <a:spcAft>
                <a:spcPts val="0"/>
              </a:spcAft>
              <a:buSzPts val="1200"/>
              <a:buChar char="○"/>
              <a:defRPr sz="1600"/>
            </a:lvl2pPr>
            <a:lvl3pPr marL="1371600" lvl="2" indent="-304800" algn="l">
              <a:lnSpc>
                <a:spcPct val="115000"/>
              </a:lnSpc>
              <a:spcBef>
                <a:spcPts val="2133"/>
              </a:spcBef>
              <a:spcAft>
                <a:spcPts val="0"/>
              </a:spcAft>
              <a:buSzPts val="1200"/>
              <a:buChar char="■"/>
              <a:defRPr sz="1600"/>
            </a:lvl3pPr>
            <a:lvl4pPr marL="1828800" lvl="3" indent="-304800" algn="l">
              <a:lnSpc>
                <a:spcPct val="115000"/>
              </a:lnSpc>
              <a:spcBef>
                <a:spcPts val="2133"/>
              </a:spcBef>
              <a:spcAft>
                <a:spcPts val="0"/>
              </a:spcAft>
              <a:buSzPts val="1200"/>
              <a:buChar char="●"/>
              <a:defRPr sz="1600"/>
            </a:lvl4pPr>
            <a:lvl5pPr marL="2286000" lvl="4" indent="-304800" algn="l">
              <a:lnSpc>
                <a:spcPct val="115000"/>
              </a:lnSpc>
              <a:spcBef>
                <a:spcPts val="2133"/>
              </a:spcBef>
              <a:spcAft>
                <a:spcPts val="0"/>
              </a:spcAft>
              <a:buSzPts val="1200"/>
              <a:buChar char="○"/>
              <a:defRPr sz="1600"/>
            </a:lvl5pPr>
            <a:lvl6pPr marL="2743200" lvl="5" indent="-304800" algn="l">
              <a:lnSpc>
                <a:spcPct val="115000"/>
              </a:lnSpc>
              <a:spcBef>
                <a:spcPts val="2133"/>
              </a:spcBef>
              <a:spcAft>
                <a:spcPts val="0"/>
              </a:spcAft>
              <a:buSzPts val="1200"/>
              <a:buChar char="■"/>
              <a:defRPr sz="1600"/>
            </a:lvl6pPr>
            <a:lvl7pPr marL="3200400" lvl="6" indent="-304800" algn="l">
              <a:lnSpc>
                <a:spcPct val="115000"/>
              </a:lnSpc>
              <a:spcBef>
                <a:spcPts val="2133"/>
              </a:spcBef>
              <a:spcAft>
                <a:spcPts val="0"/>
              </a:spcAft>
              <a:buSzPts val="1200"/>
              <a:buChar char="●"/>
              <a:defRPr sz="1600"/>
            </a:lvl7pPr>
            <a:lvl8pPr marL="3657600" lvl="7" indent="-304800" algn="l">
              <a:lnSpc>
                <a:spcPct val="115000"/>
              </a:lnSpc>
              <a:spcBef>
                <a:spcPts val="2133"/>
              </a:spcBef>
              <a:spcAft>
                <a:spcPts val="0"/>
              </a:spcAft>
              <a:buSzPts val="1200"/>
              <a:buChar char="○"/>
              <a:defRPr sz="1600"/>
            </a:lvl8pPr>
            <a:lvl9pPr marL="4114800" lvl="8" indent="-304800" algn="l">
              <a:lnSpc>
                <a:spcPct val="115000"/>
              </a:lnSpc>
              <a:spcBef>
                <a:spcPts val="2133"/>
              </a:spcBef>
              <a:spcAft>
                <a:spcPts val="2133"/>
              </a:spcAft>
              <a:buSzPts val="1200"/>
              <a:buChar char="■"/>
              <a:defRPr sz="1600"/>
            </a:lvl9pPr>
          </a:lstStyle>
          <a:p>
            <a:endParaRPr/>
          </a:p>
        </p:txBody>
      </p:sp>
      <p:sp>
        <p:nvSpPr>
          <p:cNvPr id="35" name="Google Shape;35;p98"/>
          <p:cNvSpPr txBox="1">
            <a:spLocks noGrp="1"/>
          </p:cNvSpPr>
          <p:nvPr>
            <p:ph type="body" idx="2"/>
          </p:nvPr>
        </p:nvSpPr>
        <p:spPr>
          <a:xfrm>
            <a:off x="6443200" y="1536633"/>
            <a:ext cx="5333200" cy="45552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867"/>
            </a:lvl1pPr>
            <a:lvl2pPr marL="914400" lvl="1" indent="-304800" algn="l">
              <a:lnSpc>
                <a:spcPct val="115000"/>
              </a:lnSpc>
              <a:spcBef>
                <a:spcPts val="2133"/>
              </a:spcBef>
              <a:spcAft>
                <a:spcPts val="0"/>
              </a:spcAft>
              <a:buSzPts val="1200"/>
              <a:buChar char="○"/>
              <a:defRPr sz="1600"/>
            </a:lvl2pPr>
            <a:lvl3pPr marL="1371600" lvl="2" indent="-304800" algn="l">
              <a:lnSpc>
                <a:spcPct val="115000"/>
              </a:lnSpc>
              <a:spcBef>
                <a:spcPts val="2133"/>
              </a:spcBef>
              <a:spcAft>
                <a:spcPts val="0"/>
              </a:spcAft>
              <a:buSzPts val="1200"/>
              <a:buChar char="■"/>
              <a:defRPr sz="1600"/>
            </a:lvl3pPr>
            <a:lvl4pPr marL="1828800" lvl="3" indent="-304800" algn="l">
              <a:lnSpc>
                <a:spcPct val="115000"/>
              </a:lnSpc>
              <a:spcBef>
                <a:spcPts val="2133"/>
              </a:spcBef>
              <a:spcAft>
                <a:spcPts val="0"/>
              </a:spcAft>
              <a:buSzPts val="1200"/>
              <a:buChar char="●"/>
              <a:defRPr sz="1600"/>
            </a:lvl4pPr>
            <a:lvl5pPr marL="2286000" lvl="4" indent="-304800" algn="l">
              <a:lnSpc>
                <a:spcPct val="115000"/>
              </a:lnSpc>
              <a:spcBef>
                <a:spcPts val="2133"/>
              </a:spcBef>
              <a:spcAft>
                <a:spcPts val="0"/>
              </a:spcAft>
              <a:buSzPts val="1200"/>
              <a:buChar char="○"/>
              <a:defRPr sz="1600"/>
            </a:lvl5pPr>
            <a:lvl6pPr marL="2743200" lvl="5" indent="-304800" algn="l">
              <a:lnSpc>
                <a:spcPct val="115000"/>
              </a:lnSpc>
              <a:spcBef>
                <a:spcPts val="2133"/>
              </a:spcBef>
              <a:spcAft>
                <a:spcPts val="0"/>
              </a:spcAft>
              <a:buSzPts val="1200"/>
              <a:buChar char="■"/>
              <a:defRPr sz="1600"/>
            </a:lvl6pPr>
            <a:lvl7pPr marL="3200400" lvl="6" indent="-304800" algn="l">
              <a:lnSpc>
                <a:spcPct val="115000"/>
              </a:lnSpc>
              <a:spcBef>
                <a:spcPts val="2133"/>
              </a:spcBef>
              <a:spcAft>
                <a:spcPts val="0"/>
              </a:spcAft>
              <a:buSzPts val="1200"/>
              <a:buChar char="●"/>
              <a:defRPr sz="1600"/>
            </a:lvl7pPr>
            <a:lvl8pPr marL="3657600" lvl="7" indent="-304800" algn="l">
              <a:lnSpc>
                <a:spcPct val="115000"/>
              </a:lnSpc>
              <a:spcBef>
                <a:spcPts val="2133"/>
              </a:spcBef>
              <a:spcAft>
                <a:spcPts val="0"/>
              </a:spcAft>
              <a:buSzPts val="1200"/>
              <a:buChar char="○"/>
              <a:defRPr sz="1600"/>
            </a:lvl8pPr>
            <a:lvl9pPr marL="4114800" lvl="8" indent="-304800" algn="l">
              <a:lnSpc>
                <a:spcPct val="115000"/>
              </a:lnSpc>
              <a:spcBef>
                <a:spcPts val="2133"/>
              </a:spcBef>
              <a:spcAft>
                <a:spcPts val="2133"/>
              </a:spcAft>
              <a:buSzPts val="1200"/>
              <a:buChar char="■"/>
              <a:defRPr sz="1600"/>
            </a:lvl9pPr>
          </a:lstStyle>
          <a:p>
            <a:endParaRPr/>
          </a:p>
        </p:txBody>
      </p:sp>
      <p:sp>
        <p:nvSpPr>
          <p:cNvPr id="36" name="Google Shape;36;p98"/>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_ONLY" type="titleOnly">
  <p:cSld name="TITLE_ONLY">
    <p:spTree>
      <p:nvGrpSpPr>
        <p:cNvPr id="1" name="Shape 37"/>
        <p:cNvGrpSpPr/>
        <p:nvPr/>
      </p:nvGrpSpPr>
      <p:grpSpPr>
        <a:xfrm>
          <a:off x="0" y="0"/>
          <a:ext cx="0" cy="0"/>
          <a:chOff x="0" y="0"/>
          <a:chExt cx="0" cy="0"/>
        </a:xfrm>
      </p:grpSpPr>
      <p:sp>
        <p:nvSpPr>
          <p:cNvPr id="38" name="Google Shape;38;p99"/>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9" name="Google Shape;39;p99"/>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0"/>
        <p:cNvGrpSpPr/>
        <p:nvPr/>
      </p:nvGrpSpPr>
      <p:grpSpPr>
        <a:xfrm>
          <a:off x="0" y="0"/>
          <a:ext cx="0" cy="0"/>
          <a:chOff x="0" y="0"/>
          <a:chExt cx="0" cy="0"/>
        </a:xfrm>
      </p:grpSpPr>
      <p:sp>
        <p:nvSpPr>
          <p:cNvPr id="41" name="Google Shape;41;p100"/>
          <p:cNvSpPr txBox="1">
            <a:spLocks noGrp="1"/>
          </p:cNvSpPr>
          <p:nvPr>
            <p:ph type="title"/>
          </p:nvPr>
        </p:nvSpPr>
        <p:spPr>
          <a:xfrm>
            <a:off x="415600" y="740800"/>
            <a:ext cx="3744000" cy="1007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3200"/>
            </a:lvl1pPr>
            <a:lvl2pPr lvl="1" algn="l">
              <a:lnSpc>
                <a:spcPct val="100000"/>
              </a:lnSpc>
              <a:spcBef>
                <a:spcPts val="0"/>
              </a:spcBef>
              <a:spcAft>
                <a:spcPts val="0"/>
              </a:spcAft>
              <a:buSzPts val="2400"/>
              <a:buNone/>
              <a:defRPr sz="3200"/>
            </a:lvl2pPr>
            <a:lvl3pPr lvl="2" algn="l">
              <a:lnSpc>
                <a:spcPct val="100000"/>
              </a:lnSpc>
              <a:spcBef>
                <a:spcPts val="0"/>
              </a:spcBef>
              <a:spcAft>
                <a:spcPts val="0"/>
              </a:spcAft>
              <a:buSzPts val="2400"/>
              <a:buNone/>
              <a:defRPr sz="3200"/>
            </a:lvl3pPr>
            <a:lvl4pPr lvl="3" algn="l">
              <a:lnSpc>
                <a:spcPct val="100000"/>
              </a:lnSpc>
              <a:spcBef>
                <a:spcPts val="0"/>
              </a:spcBef>
              <a:spcAft>
                <a:spcPts val="0"/>
              </a:spcAft>
              <a:buSzPts val="2400"/>
              <a:buNone/>
              <a:defRPr sz="3200"/>
            </a:lvl4pPr>
            <a:lvl5pPr lvl="4" algn="l">
              <a:lnSpc>
                <a:spcPct val="100000"/>
              </a:lnSpc>
              <a:spcBef>
                <a:spcPts val="0"/>
              </a:spcBef>
              <a:spcAft>
                <a:spcPts val="0"/>
              </a:spcAft>
              <a:buSzPts val="2400"/>
              <a:buNone/>
              <a:defRPr sz="3200"/>
            </a:lvl5pPr>
            <a:lvl6pPr lvl="5" algn="l">
              <a:lnSpc>
                <a:spcPct val="100000"/>
              </a:lnSpc>
              <a:spcBef>
                <a:spcPts val="0"/>
              </a:spcBef>
              <a:spcAft>
                <a:spcPts val="0"/>
              </a:spcAft>
              <a:buSzPts val="2400"/>
              <a:buNone/>
              <a:defRPr sz="3200"/>
            </a:lvl6pPr>
            <a:lvl7pPr lvl="6" algn="l">
              <a:lnSpc>
                <a:spcPct val="100000"/>
              </a:lnSpc>
              <a:spcBef>
                <a:spcPts val="0"/>
              </a:spcBef>
              <a:spcAft>
                <a:spcPts val="0"/>
              </a:spcAft>
              <a:buSzPts val="2400"/>
              <a:buNone/>
              <a:defRPr sz="3200"/>
            </a:lvl7pPr>
            <a:lvl8pPr lvl="7" algn="l">
              <a:lnSpc>
                <a:spcPct val="100000"/>
              </a:lnSpc>
              <a:spcBef>
                <a:spcPts val="0"/>
              </a:spcBef>
              <a:spcAft>
                <a:spcPts val="0"/>
              </a:spcAft>
              <a:buSzPts val="2400"/>
              <a:buNone/>
              <a:defRPr sz="3200"/>
            </a:lvl8pPr>
            <a:lvl9pPr lvl="8" algn="l">
              <a:lnSpc>
                <a:spcPct val="100000"/>
              </a:lnSpc>
              <a:spcBef>
                <a:spcPts val="0"/>
              </a:spcBef>
              <a:spcAft>
                <a:spcPts val="0"/>
              </a:spcAft>
              <a:buSzPts val="2400"/>
              <a:buNone/>
              <a:defRPr sz="3200"/>
            </a:lvl9pPr>
          </a:lstStyle>
          <a:p>
            <a:endParaRPr/>
          </a:p>
        </p:txBody>
      </p:sp>
      <p:sp>
        <p:nvSpPr>
          <p:cNvPr id="42" name="Google Shape;42;p100"/>
          <p:cNvSpPr txBox="1">
            <a:spLocks noGrp="1"/>
          </p:cNvSpPr>
          <p:nvPr>
            <p:ph type="body" idx="1"/>
          </p:nvPr>
        </p:nvSpPr>
        <p:spPr>
          <a:xfrm>
            <a:off x="415600" y="1852800"/>
            <a:ext cx="3744000" cy="4239200"/>
          </a:xfrm>
          <a:prstGeom prst="rect">
            <a:avLst/>
          </a:prstGeom>
          <a:noFill/>
          <a:ln>
            <a:noFill/>
          </a:ln>
        </p:spPr>
        <p:txBody>
          <a:bodyPr spcFirstLastPara="1" wrap="square" lIns="91425" tIns="91425" rIns="91425" bIns="91425" anchor="t" anchorCtr="0">
            <a:noAutofit/>
          </a:bodyPr>
          <a:lstStyle>
            <a:lvl1pPr marL="457200" lvl="0" indent="-304800" algn="l">
              <a:lnSpc>
                <a:spcPct val="115000"/>
              </a:lnSpc>
              <a:spcBef>
                <a:spcPts val="0"/>
              </a:spcBef>
              <a:spcAft>
                <a:spcPts val="0"/>
              </a:spcAft>
              <a:buSzPts val="1200"/>
              <a:buChar char="●"/>
              <a:defRPr sz="1600"/>
            </a:lvl1pPr>
            <a:lvl2pPr marL="914400" lvl="1" indent="-304800" algn="l">
              <a:lnSpc>
                <a:spcPct val="115000"/>
              </a:lnSpc>
              <a:spcBef>
                <a:spcPts val="2133"/>
              </a:spcBef>
              <a:spcAft>
                <a:spcPts val="0"/>
              </a:spcAft>
              <a:buSzPts val="1200"/>
              <a:buChar char="○"/>
              <a:defRPr sz="1600"/>
            </a:lvl2pPr>
            <a:lvl3pPr marL="1371600" lvl="2" indent="-304800" algn="l">
              <a:lnSpc>
                <a:spcPct val="115000"/>
              </a:lnSpc>
              <a:spcBef>
                <a:spcPts val="2133"/>
              </a:spcBef>
              <a:spcAft>
                <a:spcPts val="0"/>
              </a:spcAft>
              <a:buSzPts val="1200"/>
              <a:buChar char="■"/>
              <a:defRPr sz="1600"/>
            </a:lvl3pPr>
            <a:lvl4pPr marL="1828800" lvl="3" indent="-304800" algn="l">
              <a:lnSpc>
                <a:spcPct val="115000"/>
              </a:lnSpc>
              <a:spcBef>
                <a:spcPts val="2133"/>
              </a:spcBef>
              <a:spcAft>
                <a:spcPts val="0"/>
              </a:spcAft>
              <a:buSzPts val="1200"/>
              <a:buChar char="●"/>
              <a:defRPr sz="1600"/>
            </a:lvl4pPr>
            <a:lvl5pPr marL="2286000" lvl="4" indent="-304800" algn="l">
              <a:lnSpc>
                <a:spcPct val="115000"/>
              </a:lnSpc>
              <a:spcBef>
                <a:spcPts val="2133"/>
              </a:spcBef>
              <a:spcAft>
                <a:spcPts val="0"/>
              </a:spcAft>
              <a:buSzPts val="1200"/>
              <a:buChar char="○"/>
              <a:defRPr sz="1600"/>
            </a:lvl5pPr>
            <a:lvl6pPr marL="2743200" lvl="5" indent="-304800" algn="l">
              <a:lnSpc>
                <a:spcPct val="115000"/>
              </a:lnSpc>
              <a:spcBef>
                <a:spcPts val="2133"/>
              </a:spcBef>
              <a:spcAft>
                <a:spcPts val="0"/>
              </a:spcAft>
              <a:buSzPts val="1200"/>
              <a:buChar char="■"/>
              <a:defRPr sz="1600"/>
            </a:lvl6pPr>
            <a:lvl7pPr marL="3200400" lvl="6" indent="-304800" algn="l">
              <a:lnSpc>
                <a:spcPct val="115000"/>
              </a:lnSpc>
              <a:spcBef>
                <a:spcPts val="2133"/>
              </a:spcBef>
              <a:spcAft>
                <a:spcPts val="0"/>
              </a:spcAft>
              <a:buSzPts val="1200"/>
              <a:buChar char="●"/>
              <a:defRPr sz="1600"/>
            </a:lvl7pPr>
            <a:lvl8pPr marL="3657600" lvl="7" indent="-304800" algn="l">
              <a:lnSpc>
                <a:spcPct val="115000"/>
              </a:lnSpc>
              <a:spcBef>
                <a:spcPts val="2133"/>
              </a:spcBef>
              <a:spcAft>
                <a:spcPts val="0"/>
              </a:spcAft>
              <a:buSzPts val="1200"/>
              <a:buChar char="○"/>
              <a:defRPr sz="1600"/>
            </a:lvl8pPr>
            <a:lvl9pPr marL="4114800" lvl="8" indent="-304800" algn="l">
              <a:lnSpc>
                <a:spcPct val="115000"/>
              </a:lnSpc>
              <a:spcBef>
                <a:spcPts val="2133"/>
              </a:spcBef>
              <a:spcAft>
                <a:spcPts val="2133"/>
              </a:spcAft>
              <a:buSzPts val="1200"/>
              <a:buChar char="■"/>
              <a:defRPr sz="1600"/>
            </a:lvl9pPr>
          </a:lstStyle>
          <a:p>
            <a:endParaRPr/>
          </a:p>
        </p:txBody>
      </p:sp>
      <p:sp>
        <p:nvSpPr>
          <p:cNvPr id="43" name="Google Shape;43;p100"/>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44"/>
        <p:cNvGrpSpPr/>
        <p:nvPr/>
      </p:nvGrpSpPr>
      <p:grpSpPr>
        <a:xfrm>
          <a:off x="0" y="0"/>
          <a:ext cx="0" cy="0"/>
          <a:chOff x="0" y="0"/>
          <a:chExt cx="0" cy="0"/>
        </a:xfrm>
      </p:grpSpPr>
      <p:sp>
        <p:nvSpPr>
          <p:cNvPr id="45" name="Google Shape;45;p101"/>
          <p:cNvSpPr/>
          <p:nvPr/>
        </p:nvSpPr>
        <p:spPr>
          <a:xfrm>
            <a:off x="6096000" y="33"/>
            <a:ext cx="6096000" cy="6858000"/>
          </a:xfrm>
          <a:prstGeom prst="rect">
            <a:avLst/>
          </a:prstGeom>
          <a:solidFill>
            <a:schemeClr val="dk2"/>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chemeClr val="dk1"/>
              </a:buClr>
              <a:buSzPts val="2400"/>
              <a:buFont typeface="Arial"/>
              <a:buNone/>
            </a:pPr>
            <a:endParaRPr sz="2400" b="0" i="0" u="none" strike="noStrike" cap="none">
              <a:solidFill>
                <a:schemeClr val="dk1"/>
              </a:solidFill>
              <a:latin typeface="Arial"/>
              <a:ea typeface="Arial"/>
              <a:cs typeface="Arial"/>
              <a:sym typeface="Arial"/>
            </a:endParaRPr>
          </a:p>
        </p:txBody>
      </p:sp>
      <p:sp>
        <p:nvSpPr>
          <p:cNvPr id="46" name="Google Shape;46;p101"/>
          <p:cNvSpPr txBox="1">
            <a:spLocks noGrp="1"/>
          </p:cNvSpPr>
          <p:nvPr>
            <p:ph type="title"/>
          </p:nvPr>
        </p:nvSpPr>
        <p:spPr>
          <a:xfrm>
            <a:off x="354000" y="1644233"/>
            <a:ext cx="5393600" cy="19764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5600"/>
            </a:lvl1pPr>
            <a:lvl2pPr lvl="1" algn="ctr">
              <a:lnSpc>
                <a:spcPct val="100000"/>
              </a:lnSpc>
              <a:spcBef>
                <a:spcPts val="0"/>
              </a:spcBef>
              <a:spcAft>
                <a:spcPts val="0"/>
              </a:spcAft>
              <a:buSzPts val="4200"/>
              <a:buNone/>
              <a:defRPr sz="5600"/>
            </a:lvl2pPr>
            <a:lvl3pPr lvl="2" algn="ctr">
              <a:lnSpc>
                <a:spcPct val="100000"/>
              </a:lnSpc>
              <a:spcBef>
                <a:spcPts val="0"/>
              </a:spcBef>
              <a:spcAft>
                <a:spcPts val="0"/>
              </a:spcAft>
              <a:buSzPts val="4200"/>
              <a:buNone/>
              <a:defRPr sz="5600"/>
            </a:lvl3pPr>
            <a:lvl4pPr lvl="3" algn="ctr">
              <a:lnSpc>
                <a:spcPct val="100000"/>
              </a:lnSpc>
              <a:spcBef>
                <a:spcPts val="0"/>
              </a:spcBef>
              <a:spcAft>
                <a:spcPts val="0"/>
              </a:spcAft>
              <a:buSzPts val="4200"/>
              <a:buNone/>
              <a:defRPr sz="5600"/>
            </a:lvl4pPr>
            <a:lvl5pPr lvl="4" algn="ctr">
              <a:lnSpc>
                <a:spcPct val="100000"/>
              </a:lnSpc>
              <a:spcBef>
                <a:spcPts val="0"/>
              </a:spcBef>
              <a:spcAft>
                <a:spcPts val="0"/>
              </a:spcAft>
              <a:buSzPts val="4200"/>
              <a:buNone/>
              <a:defRPr sz="5600"/>
            </a:lvl5pPr>
            <a:lvl6pPr lvl="5" algn="ctr">
              <a:lnSpc>
                <a:spcPct val="100000"/>
              </a:lnSpc>
              <a:spcBef>
                <a:spcPts val="0"/>
              </a:spcBef>
              <a:spcAft>
                <a:spcPts val="0"/>
              </a:spcAft>
              <a:buSzPts val="4200"/>
              <a:buNone/>
              <a:defRPr sz="5600"/>
            </a:lvl6pPr>
            <a:lvl7pPr lvl="6" algn="ctr">
              <a:lnSpc>
                <a:spcPct val="100000"/>
              </a:lnSpc>
              <a:spcBef>
                <a:spcPts val="0"/>
              </a:spcBef>
              <a:spcAft>
                <a:spcPts val="0"/>
              </a:spcAft>
              <a:buSzPts val="4200"/>
              <a:buNone/>
              <a:defRPr sz="5600"/>
            </a:lvl7pPr>
            <a:lvl8pPr lvl="7" algn="ctr">
              <a:lnSpc>
                <a:spcPct val="100000"/>
              </a:lnSpc>
              <a:spcBef>
                <a:spcPts val="0"/>
              </a:spcBef>
              <a:spcAft>
                <a:spcPts val="0"/>
              </a:spcAft>
              <a:buSzPts val="4200"/>
              <a:buNone/>
              <a:defRPr sz="5600"/>
            </a:lvl8pPr>
            <a:lvl9pPr lvl="8" algn="ctr">
              <a:lnSpc>
                <a:spcPct val="100000"/>
              </a:lnSpc>
              <a:spcBef>
                <a:spcPts val="0"/>
              </a:spcBef>
              <a:spcAft>
                <a:spcPts val="0"/>
              </a:spcAft>
              <a:buSzPts val="4200"/>
              <a:buNone/>
              <a:defRPr sz="5600"/>
            </a:lvl9pPr>
          </a:lstStyle>
          <a:p>
            <a:endParaRPr/>
          </a:p>
        </p:txBody>
      </p:sp>
      <p:sp>
        <p:nvSpPr>
          <p:cNvPr id="47" name="Google Shape;47;p101"/>
          <p:cNvSpPr txBox="1">
            <a:spLocks noGrp="1"/>
          </p:cNvSpPr>
          <p:nvPr>
            <p:ph type="subTitle" idx="1"/>
          </p:nvPr>
        </p:nvSpPr>
        <p:spPr>
          <a:xfrm>
            <a:off x="354000" y="3737433"/>
            <a:ext cx="5393600" cy="16468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800"/>
            </a:lvl1pPr>
            <a:lvl2pPr lvl="1" algn="ctr">
              <a:lnSpc>
                <a:spcPct val="100000"/>
              </a:lnSpc>
              <a:spcBef>
                <a:spcPts val="0"/>
              </a:spcBef>
              <a:spcAft>
                <a:spcPts val="0"/>
              </a:spcAft>
              <a:buSzPts val="2100"/>
              <a:buNone/>
              <a:defRPr sz="2800"/>
            </a:lvl2pPr>
            <a:lvl3pPr lvl="2" algn="ctr">
              <a:lnSpc>
                <a:spcPct val="100000"/>
              </a:lnSpc>
              <a:spcBef>
                <a:spcPts val="0"/>
              </a:spcBef>
              <a:spcAft>
                <a:spcPts val="0"/>
              </a:spcAft>
              <a:buSzPts val="2100"/>
              <a:buNone/>
              <a:defRPr sz="2800"/>
            </a:lvl3pPr>
            <a:lvl4pPr lvl="3" algn="ctr">
              <a:lnSpc>
                <a:spcPct val="100000"/>
              </a:lnSpc>
              <a:spcBef>
                <a:spcPts val="0"/>
              </a:spcBef>
              <a:spcAft>
                <a:spcPts val="0"/>
              </a:spcAft>
              <a:buSzPts val="2100"/>
              <a:buNone/>
              <a:defRPr sz="2800"/>
            </a:lvl4pPr>
            <a:lvl5pPr lvl="4" algn="ctr">
              <a:lnSpc>
                <a:spcPct val="100000"/>
              </a:lnSpc>
              <a:spcBef>
                <a:spcPts val="0"/>
              </a:spcBef>
              <a:spcAft>
                <a:spcPts val="0"/>
              </a:spcAft>
              <a:buSzPts val="2100"/>
              <a:buNone/>
              <a:defRPr sz="2800"/>
            </a:lvl5pPr>
            <a:lvl6pPr lvl="5" algn="ctr">
              <a:lnSpc>
                <a:spcPct val="100000"/>
              </a:lnSpc>
              <a:spcBef>
                <a:spcPts val="0"/>
              </a:spcBef>
              <a:spcAft>
                <a:spcPts val="0"/>
              </a:spcAft>
              <a:buSzPts val="2100"/>
              <a:buNone/>
              <a:defRPr sz="2800"/>
            </a:lvl6pPr>
            <a:lvl7pPr lvl="6" algn="ctr">
              <a:lnSpc>
                <a:spcPct val="100000"/>
              </a:lnSpc>
              <a:spcBef>
                <a:spcPts val="0"/>
              </a:spcBef>
              <a:spcAft>
                <a:spcPts val="0"/>
              </a:spcAft>
              <a:buSzPts val="2100"/>
              <a:buNone/>
              <a:defRPr sz="2800"/>
            </a:lvl7pPr>
            <a:lvl8pPr lvl="7" algn="ctr">
              <a:lnSpc>
                <a:spcPct val="100000"/>
              </a:lnSpc>
              <a:spcBef>
                <a:spcPts val="0"/>
              </a:spcBef>
              <a:spcAft>
                <a:spcPts val="0"/>
              </a:spcAft>
              <a:buSzPts val="2100"/>
              <a:buNone/>
              <a:defRPr sz="2800"/>
            </a:lvl8pPr>
            <a:lvl9pPr lvl="8" algn="ctr">
              <a:lnSpc>
                <a:spcPct val="100000"/>
              </a:lnSpc>
              <a:spcBef>
                <a:spcPts val="0"/>
              </a:spcBef>
              <a:spcAft>
                <a:spcPts val="0"/>
              </a:spcAft>
              <a:buSzPts val="2100"/>
              <a:buNone/>
              <a:defRPr sz="2800"/>
            </a:lvl9pPr>
          </a:lstStyle>
          <a:p>
            <a:endParaRPr/>
          </a:p>
        </p:txBody>
      </p:sp>
      <p:sp>
        <p:nvSpPr>
          <p:cNvPr id="48" name="Google Shape;48;p101"/>
          <p:cNvSpPr txBox="1">
            <a:spLocks noGrp="1"/>
          </p:cNvSpPr>
          <p:nvPr>
            <p:ph type="body" idx="2"/>
          </p:nvPr>
        </p:nvSpPr>
        <p:spPr>
          <a:xfrm>
            <a:off x="6586000" y="965600"/>
            <a:ext cx="5116000" cy="4926800"/>
          </a:xfrm>
          <a:prstGeom prst="rect">
            <a:avLst/>
          </a:prstGeom>
          <a:noFill/>
          <a:ln>
            <a:noFill/>
          </a:ln>
        </p:spPr>
        <p:txBody>
          <a:bodyPr spcFirstLastPara="1" wrap="square" lIns="91425" tIns="91425" rIns="91425" bIns="91425" anchor="ctr" anchorCtr="0">
            <a:noAutofit/>
          </a:bodyPr>
          <a:lstStyle>
            <a:lvl1pPr marL="457200" lvl="0" indent="-342900" algn="l">
              <a:lnSpc>
                <a:spcPct val="115000"/>
              </a:lnSpc>
              <a:spcBef>
                <a:spcPts val="0"/>
              </a:spcBef>
              <a:spcAft>
                <a:spcPts val="0"/>
              </a:spcAft>
              <a:buClr>
                <a:schemeClr val="dk1"/>
              </a:buClr>
              <a:buSzPts val="1800"/>
              <a:buChar char="●"/>
              <a:defRPr>
                <a:solidFill>
                  <a:schemeClr val="dk1"/>
                </a:solidFill>
              </a:defRPr>
            </a:lvl1pPr>
            <a:lvl2pPr marL="914400" lvl="1" indent="-317500" algn="l">
              <a:lnSpc>
                <a:spcPct val="115000"/>
              </a:lnSpc>
              <a:spcBef>
                <a:spcPts val="2133"/>
              </a:spcBef>
              <a:spcAft>
                <a:spcPts val="0"/>
              </a:spcAft>
              <a:buClr>
                <a:schemeClr val="dk1"/>
              </a:buClr>
              <a:buSzPts val="1400"/>
              <a:buChar char="○"/>
              <a:defRPr>
                <a:solidFill>
                  <a:schemeClr val="dk1"/>
                </a:solidFill>
              </a:defRPr>
            </a:lvl2pPr>
            <a:lvl3pPr marL="1371600" lvl="2" indent="-317500" algn="l">
              <a:lnSpc>
                <a:spcPct val="115000"/>
              </a:lnSpc>
              <a:spcBef>
                <a:spcPts val="2133"/>
              </a:spcBef>
              <a:spcAft>
                <a:spcPts val="0"/>
              </a:spcAft>
              <a:buClr>
                <a:schemeClr val="dk1"/>
              </a:buClr>
              <a:buSzPts val="1400"/>
              <a:buChar char="■"/>
              <a:defRPr>
                <a:solidFill>
                  <a:schemeClr val="dk1"/>
                </a:solidFill>
              </a:defRPr>
            </a:lvl3pPr>
            <a:lvl4pPr marL="1828800" lvl="3" indent="-317500" algn="l">
              <a:lnSpc>
                <a:spcPct val="115000"/>
              </a:lnSpc>
              <a:spcBef>
                <a:spcPts val="2133"/>
              </a:spcBef>
              <a:spcAft>
                <a:spcPts val="0"/>
              </a:spcAft>
              <a:buClr>
                <a:schemeClr val="dk1"/>
              </a:buClr>
              <a:buSzPts val="1400"/>
              <a:buChar char="●"/>
              <a:defRPr>
                <a:solidFill>
                  <a:schemeClr val="dk1"/>
                </a:solidFill>
              </a:defRPr>
            </a:lvl4pPr>
            <a:lvl5pPr marL="2286000" lvl="4" indent="-317500" algn="l">
              <a:lnSpc>
                <a:spcPct val="115000"/>
              </a:lnSpc>
              <a:spcBef>
                <a:spcPts val="2133"/>
              </a:spcBef>
              <a:spcAft>
                <a:spcPts val="0"/>
              </a:spcAft>
              <a:buClr>
                <a:schemeClr val="dk1"/>
              </a:buClr>
              <a:buSzPts val="1400"/>
              <a:buChar char="○"/>
              <a:defRPr>
                <a:solidFill>
                  <a:schemeClr val="dk1"/>
                </a:solidFill>
              </a:defRPr>
            </a:lvl5pPr>
            <a:lvl6pPr marL="2743200" lvl="5" indent="-317500" algn="l">
              <a:lnSpc>
                <a:spcPct val="115000"/>
              </a:lnSpc>
              <a:spcBef>
                <a:spcPts val="2133"/>
              </a:spcBef>
              <a:spcAft>
                <a:spcPts val="0"/>
              </a:spcAft>
              <a:buClr>
                <a:schemeClr val="dk1"/>
              </a:buClr>
              <a:buSzPts val="1400"/>
              <a:buChar char="■"/>
              <a:defRPr>
                <a:solidFill>
                  <a:schemeClr val="dk1"/>
                </a:solidFill>
              </a:defRPr>
            </a:lvl6pPr>
            <a:lvl7pPr marL="3200400" lvl="6" indent="-317500" algn="l">
              <a:lnSpc>
                <a:spcPct val="115000"/>
              </a:lnSpc>
              <a:spcBef>
                <a:spcPts val="2133"/>
              </a:spcBef>
              <a:spcAft>
                <a:spcPts val="0"/>
              </a:spcAft>
              <a:buClr>
                <a:schemeClr val="dk1"/>
              </a:buClr>
              <a:buSzPts val="1400"/>
              <a:buChar char="●"/>
              <a:defRPr>
                <a:solidFill>
                  <a:schemeClr val="dk1"/>
                </a:solidFill>
              </a:defRPr>
            </a:lvl7pPr>
            <a:lvl8pPr marL="3657600" lvl="7" indent="-317500" algn="l">
              <a:lnSpc>
                <a:spcPct val="115000"/>
              </a:lnSpc>
              <a:spcBef>
                <a:spcPts val="2133"/>
              </a:spcBef>
              <a:spcAft>
                <a:spcPts val="0"/>
              </a:spcAft>
              <a:buClr>
                <a:schemeClr val="dk1"/>
              </a:buClr>
              <a:buSzPts val="1400"/>
              <a:buChar char="○"/>
              <a:defRPr>
                <a:solidFill>
                  <a:schemeClr val="dk1"/>
                </a:solidFill>
              </a:defRPr>
            </a:lvl8pPr>
            <a:lvl9pPr marL="4114800" lvl="8" indent="-317500" algn="l">
              <a:lnSpc>
                <a:spcPct val="115000"/>
              </a:lnSpc>
              <a:spcBef>
                <a:spcPts val="2133"/>
              </a:spcBef>
              <a:spcAft>
                <a:spcPts val="2133"/>
              </a:spcAft>
              <a:buClr>
                <a:schemeClr val="dk1"/>
              </a:buClr>
              <a:buSzPts val="1400"/>
              <a:buChar char="■"/>
              <a:defRPr>
                <a:solidFill>
                  <a:schemeClr val="dk1"/>
                </a:solidFill>
              </a:defRPr>
            </a:lvl9pPr>
          </a:lstStyle>
          <a:p>
            <a:endParaRPr/>
          </a:p>
        </p:txBody>
      </p:sp>
      <p:sp>
        <p:nvSpPr>
          <p:cNvPr id="49" name="Google Shape;49;p101"/>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50"/>
        <p:cNvGrpSpPr/>
        <p:nvPr/>
      </p:nvGrpSpPr>
      <p:grpSpPr>
        <a:xfrm>
          <a:off x="0" y="0"/>
          <a:ext cx="0" cy="0"/>
          <a:chOff x="0" y="0"/>
          <a:chExt cx="0" cy="0"/>
        </a:xfrm>
      </p:grpSpPr>
      <p:sp>
        <p:nvSpPr>
          <p:cNvPr id="51" name="Google Shape;51;p102"/>
          <p:cNvSpPr txBox="1">
            <a:spLocks noGrp="1"/>
          </p:cNvSpPr>
          <p:nvPr>
            <p:ph type="body" idx="1"/>
          </p:nvPr>
        </p:nvSpPr>
        <p:spPr>
          <a:xfrm>
            <a:off x="415600" y="5640767"/>
            <a:ext cx="7998400" cy="806800"/>
          </a:xfrm>
          <a:prstGeom prst="rect">
            <a:avLst/>
          </a:prstGeom>
          <a:noFill/>
          <a:ln>
            <a:noFill/>
          </a:ln>
        </p:spPr>
        <p:txBody>
          <a:bodyPr spcFirstLastPara="1" wrap="square" lIns="91425" tIns="91425" rIns="91425" bIns="91425" anchor="ctr" anchorCtr="0">
            <a:noAutofit/>
          </a:bodyPr>
          <a:lstStyle>
            <a:lvl1pPr marL="457200" lvl="0" indent="-228600" algn="l">
              <a:lnSpc>
                <a:spcPct val="100000"/>
              </a:lnSpc>
              <a:spcBef>
                <a:spcPts val="0"/>
              </a:spcBef>
              <a:spcAft>
                <a:spcPts val="0"/>
              </a:spcAft>
              <a:buSzPts val="1800"/>
              <a:buNone/>
              <a:defRPr/>
            </a:lvl1pPr>
            <a:lvl2pPr marL="914400" lvl="1" indent="-317500" algn="l">
              <a:lnSpc>
                <a:spcPct val="115000"/>
              </a:lnSpc>
              <a:spcBef>
                <a:spcPts val="1600"/>
              </a:spcBef>
              <a:spcAft>
                <a:spcPts val="0"/>
              </a:spcAft>
              <a:buSzPts val="1400"/>
              <a:buChar char="○"/>
              <a:defRPr/>
            </a:lvl2pPr>
            <a:lvl3pPr marL="1371600" lvl="2" indent="-317500" algn="l">
              <a:lnSpc>
                <a:spcPct val="115000"/>
              </a:lnSpc>
              <a:spcBef>
                <a:spcPts val="1600"/>
              </a:spcBef>
              <a:spcAft>
                <a:spcPts val="0"/>
              </a:spcAft>
              <a:buSzPts val="1400"/>
              <a:buChar char="■"/>
              <a:defRPr/>
            </a:lvl3pPr>
            <a:lvl4pPr marL="1828800" lvl="3" indent="-317500" algn="l">
              <a:lnSpc>
                <a:spcPct val="115000"/>
              </a:lnSpc>
              <a:spcBef>
                <a:spcPts val="1600"/>
              </a:spcBef>
              <a:spcAft>
                <a:spcPts val="0"/>
              </a:spcAft>
              <a:buSzPts val="1400"/>
              <a:buChar char="●"/>
              <a:defRPr/>
            </a:lvl4pPr>
            <a:lvl5pPr marL="2286000" lvl="4" indent="-317500" algn="l">
              <a:lnSpc>
                <a:spcPct val="115000"/>
              </a:lnSpc>
              <a:spcBef>
                <a:spcPts val="1600"/>
              </a:spcBef>
              <a:spcAft>
                <a:spcPts val="0"/>
              </a:spcAft>
              <a:buSzPts val="1400"/>
              <a:buChar char="○"/>
              <a:defRPr/>
            </a:lvl5pPr>
            <a:lvl6pPr marL="2743200" lvl="5" indent="-317500" algn="l">
              <a:lnSpc>
                <a:spcPct val="115000"/>
              </a:lnSpc>
              <a:spcBef>
                <a:spcPts val="1600"/>
              </a:spcBef>
              <a:spcAft>
                <a:spcPts val="0"/>
              </a:spcAft>
              <a:buSzPts val="1400"/>
              <a:buChar char="■"/>
              <a:defRPr/>
            </a:lvl6pPr>
            <a:lvl7pPr marL="3200400" lvl="6" indent="-317500" algn="l">
              <a:lnSpc>
                <a:spcPct val="115000"/>
              </a:lnSpc>
              <a:spcBef>
                <a:spcPts val="1600"/>
              </a:spcBef>
              <a:spcAft>
                <a:spcPts val="0"/>
              </a:spcAft>
              <a:buSzPts val="1400"/>
              <a:buChar char="●"/>
              <a:defRPr/>
            </a:lvl7pPr>
            <a:lvl8pPr marL="3657600" lvl="7" indent="-317500" algn="l">
              <a:lnSpc>
                <a:spcPct val="115000"/>
              </a:lnSpc>
              <a:spcBef>
                <a:spcPts val="1600"/>
              </a:spcBef>
              <a:spcAft>
                <a:spcPts val="0"/>
              </a:spcAft>
              <a:buSzPts val="1400"/>
              <a:buChar char="○"/>
              <a:defRPr/>
            </a:lvl8pPr>
            <a:lvl9pPr marL="4114800" lvl="8" indent="-317500" algn="l">
              <a:lnSpc>
                <a:spcPct val="115000"/>
              </a:lnSpc>
              <a:spcBef>
                <a:spcPts val="1600"/>
              </a:spcBef>
              <a:spcAft>
                <a:spcPts val="1600"/>
              </a:spcAft>
              <a:buSzPts val="1400"/>
              <a:buChar char="■"/>
              <a:defRPr/>
            </a:lvl9pPr>
          </a:lstStyle>
          <a:p>
            <a:endParaRPr/>
          </a:p>
        </p:txBody>
      </p:sp>
      <p:sp>
        <p:nvSpPr>
          <p:cNvPr id="52" name="Google Shape;52;p102"/>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53"/>
        <p:cNvGrpSpPr/>
        <p:nvPr/>
      </p:nvGrpSpPr>
      <p:grpSpPr>
        <a:xfrm>
          <a:off x="0" y="0"/>
          <a:ext cx="0" cy="0"/>
          <a:chOff x="0" y="0"/>
          <a:chExt cx="0" cy="0"/>
        </a:xfrm>
      </p:grpSpPr>
      <p:sp>
        <p:nvSpPr>
          <p:cNvPr id="54" name="Google Shape;54;p103"/>
          <p:cNvSpPr txBox="1">
            <a:spLocks noGrp="1"/>
          </p:cNvSpPr>
          <p:nvPr>
            <p:ph type="title"/>
          </p:nvPr>
        </p:nvSpPr>
        <p:spPr>
          <a:xfrm>
            <a:off x="415600" y="1474833"/>
            <a:ext cx="11360800" cy="26180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12000"/>
              <a:buNone/>
              <a:defRPr sz="16000"/>
            </a:lvl1pPr>
            <a:lvl2pPr lvl="1" algn="ctr">
              <a:lnSpc>
                <a:spcPct val="100000"/>
              </a:lnSpc>
              <a:spcBef>
                <a:spcPts val="0"/>
              </a:spcBef>
              <a:spcAft>
                <a:spcPts val="0"/>
              </a:spcAft>
              <a:buSzPts val="12000"/>
              <a:buNone/>
              <a:defRPr sz="16000"/>
            </a:lvl2pPr>
            <a:lvl3pPr lvl="2" algn="ctr">
              <a:lnSpc>
                <a:spcPct val="100000"/>
              </a:lnSpc>
              <a:spcBef>
                <a:spcPts val="0"/>
              </a:spcBef>
              <a:spcAft>
                <a:spcPts val="0"/>
              </a:spcAft>
              <a:buSzPts val="12000"/>
              <a:buNone/>
              <a:defRPr sz="16000"/>
            </a:lvl3pPr>
            <a:lvl4pPr lvl="3" algn="ctr">
              <a:lnSpc>
                <a:spcPct val="100000"/>
              </a:lnSpc>
              <a:spcBef>
                <a:spcPts val="0"/>
              </a:spcBef>
              <a:spcAft>
                <a:spcPts val="0"/>
              </a:spcAft>
              <a:buSzPts val="12000"/>
              <a:buNone/>
              <a:defRPr sz="16000"/>
            </a:lvl4pPr>
            <a:lvl5pPr lvl="4" algn="ctr">
              <a:lnSpc>
                <a:spcPct val="100000"/>
              </a:lnSpc>
              <a:spcBef>
                <a:spcPts val="0"/>
              </a:spcBef>
              <a:spcAft>
                <a:spcPts val="0"/>
              </a:spcAft>
              <a:buSzPts val="12000"/>
              <a:buNone/>
              <a:defRPr sz="16000"/>
            </a:lvl5pPr>
            <a:lvl6pPr lvl="5" algn="ctr">
              <a:lnSpc>
                <a:spcPct val="100000"/>
              </a:lnSpc>
              <a:spcBef>
                <a:spcPts val="0"/>
              </a:spcBef>
              <a:spcAft>
                <a:spcPts val="0"/>
              </a:spcAft>
              <a:buSzPts val="12000"/>
              <a:buNone/>
              <a:defRPr sz="16000"/>
            </a:lvl6pPr>
            <a:lvl7pPr lvl="6" algn="ctr">
              <a:lnSpc>
                <a:spcPct val="100000"/>
              </a:lnSpc>
              <a:spcBef>
                <a:spcPts val="0"/>
              </a:spcBef>
              <a:spcAft>
                <a:spcPts val="0"/>
              </a:spcAft>
              <a:buSzPts val="12000"/>
              <a:buNone/>
              <a:defRPr sz="16000"/>
            </a:lvl7pPr>
            <a:lvl8pPr lvl="7" algn="ctr">
              <a:lnSpc>
                <a:spcPct val="100000"/>
              </a:lnSpc>
              <a:spcBef>
                <a:spcPts val="0"/>
              </a:spcBef>
              <a:spcAft>
                <a:spcPts val="0"/>
              </a:spcAft>
              <a:buSzPts val="12000"/>
              <a:buNone/>
              <a:defRPr sz="16000"/>
            </a:lvl8pPr>
            <a:lvl9pPr lvl="8" algn="ctr">
              <a:lnSpc>
                <a:spcPct val="100000"/>
              </a:lnSpc>
              <a:spcBef>
                <a:spcPts val="0"/>
              </a:spcBef>
              <a:spcAft>
                <a:spcPts val="0"/>
              </a:spcAft>
              <a:buSzPts val="12000"/>
              <a:buNone/>
              <a:defRPr sz="16000"/>
            </a:lvl9pPr>
          </a:lstStyle>
          <a:p>
            <a:endParaRPr/>
          </a:p>
        </p:txBody>
      </p:sp>
      <p:sp>
        <p:nvSpPr>
          <p:cNvPr id="55" name="Google Shape;55;p103"/>
          <p:cNvSpPr txBox="1">
            <a:spLocks noGrp="1"/>
          </p:cNvSpPr>
          <p:nvPr>
            <p:ph type="body" idx="1"/>
          </p:nvPr>
        </p:nvSpPr>
        <p:spPr>
          <a:xfrm>
            <a:off x="415600" y="4202967"/>
            <a:ext cx="11360800" cy="1734400"/>
          </a:xfrm>
          <a:prstGeom prst="rect">
            <a:avLst/>
          </a:prstGeom>
          <a:noFill/>
          <a:ln>
            <a:noFill/>
          </a:ln>
        </p:spPr>
        <p:txBody>
          <a:bodyPr spcFirstLastPara="1" wrap="square" lIns="91425" tIns="91425" rIns="91425" bIns="91425" anchor="t" anchorCtr="0">
            <a:no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2133"/>
              </a:spcBef>
              <a:spcAft>
                <a:spcPts val="0"/>
              </a:spcAft>
              <a:buSzPts val="1400"/>
              <a:buChar char="○"/>
              <a:defRPr/>
            </a:lvl2pPr>
            <a:lvl3pPr marL="1371600" lvl="2" indent="-317500" algn="ctr">
              <a:lnSpc>
                <a:spcPct val="115000"/>
              </a:lnSpc>
              <a:spcBef>
                <a:spcPts val="2133"/>
              </a:spcBef>
              <a:spcAft>
                <a:spcPts val="0"/>
              </a:spcAft>
              <a:buSzPts val="1400"/>
              <a:buChar char="■"/>
              <a:defRPr/>
            </a:lvl3pPr>
            <a:lvl4pPr marL="1828800" lvl="3" indent="-317500" algn="ctr">
              <a:lnSpc>
                <a:spcPct val="115000"/>
              </a:lnSpc>
              <a:spcBef>
                <a:spcPts val="2133"/>
              </a:spcBef>
              <a:spcAft>
                <a:spcPts val="0"/>
              </a:spcAft>
              <a:buSzPts val="1400"/>
              <a:buChar char="●"/>
              <a:defRPr/>
            </a:lvl4pPr>
            <a:lvl5pPr marL="2286000" lvl="4" indent="-317500" algn="ctr">
              <a:lnSpc>
                <a:spcPct val="115000"/>
              </a:lnSpc>
              <a:spcBef>
                <a:spcPts val="2133"/>
              </a:spcBef>
              <a:spcAft>
                <a:spcPts val="0"/>
              </a:spcAft>
              <a:buSzPts val="1400"/>
              <a:buChar char="○"/>
              <a:defRPr/>
            </a:lvl5pPr>
            <a:lvl6pPr marL="2743200" lvl="5" indent="-317500" algn="ctr">
              <a:lnSpc>
                <a:spcPct val="115000"/>
              </a:lnSpc>
              <a:spcBef>
                <a:spcPts val="2133"/>
              </a:spcBef>
              <a:spcAft>
                <a:spcPts val="0"/>
              </a:spcAft>
              <a:buSzPts val="1400"/>
              <a:buChar char="■"/>
              <a:defRPr/>
            </a:lvl6pPr>
            <a:lvl7pPr marL="3200400" lvl="6" indent="-317500" algn="ctr">
              <a:lnSpc>
                <a:spcPct val="115000"/>
              </a:lnSpc>
              <a:spcBef>
                <a:spcPts val="2133"/>
              </a:spcBef>
              <a:spcAft>
                <a:spcPts val="0"/>
              </a:spcAft>
              <a:buSzPts val="1400"/>
              <a:buChar char="●"/>
              <a:defRPr/>
            </a:lvl7pPr>
            <a:lvl8pPr marL="3657600" lvl="7" indent="-317500" algn="ctr">
              <a:lnSpc>
                <a:spcPct val="115000"/>
              </a:lnSpc>
              <a:spcBef>
                <a:spcPts val="2133"/>
              </a:spcBef>
              <a:spcAft>
                <a:spcPts val="0"/>
              </a:spcAft>
              <a:buSzPts val="1400"/>
              <a:buChar char="○"/>
              <a:defRPr/>
            </a:lvl8pPr>
            <a:lvl9pPr marL="4114800" lvl="8" indent="-317500" algn="ctr">
              <a:lnSpc>
                <a:spcPct val="115000"/>
              </a:lnSpc>
              <a:spcBef>
                <a:spcPts val="2133"/>
              </a:spcBef>
              <a:spcAft>
                <a:spcPts val="2133"/>
              </a:spcAft>
              <a:buSzPts val="1400"/>
              <a:buChar char="■"/>
              <a:defRPr/>
            </a:lvl9pPr>
          </a:lstStyle>
          <a:p>
            <a:endParaRPr/>
          </a:p>
        </p:txBody>
      </p:sp>
      <p:sp>
        <p:nvSpPr>
          <p:cNvPr id="56" name="Google Shape;56;p103"/>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BJECT" type="obj">
  <p:cSld name="OBJECT">
    <p:spTree>
      <p:nvGrpSpPr>
        <p:cNvPr id="1" name="Shape 64"/>
        <p:cNvGrpSpPr/>
        <p:nvPr/>
      </p:nvGrpSpPr>
      <p:grpSpPr>
        <a:xfrm>
          <a:off x="0" y="0"/>
          <a:ext cx="0" cy="0"/>
          <a:chOff x="0" y="0"/>
          <a:chExt cx="0" cy="0"/>
        </a:xfrm>
      </p:grpSpPr>
      <p:sp>
        <p:nvSpPr>
          <p:cNvPr id="65" name="Google Shape;65;p90"/>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90"/>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7" name="Google Shape;67;p90"/>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90"/>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9" name="Google Shape;69;p90"/>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_ONLY" type="titleOnly">
  <p:cSld name="TITLE_ONLY">
    <p:spTree>
      <p:nvGrpSpPr>
        <p:cNvPr id="1" name="Shape 70"/>
        <p:cNvGrpSpPr/>
        <p:nvPr/>
      </p:nvGrpSpPr>
      <p:grpSpPr>
        <a:xfrm>
          <a:off x="0" y="0"/>
          <a:ext cx="0" cy="0"/>
          <a:chOff x="0" y="0"/>
          <a:chExt cx="0" cy="0"/>
        </a:xfrm>
      </p:grpSpPr>
      <p:sp>
        <p:nvSpPr>
          <p:cNvPr id="71" name="Google Shape;71;p121"/>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21"/>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121"/>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21"/>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type="title">
  <p:cSld name="TITLE">
    <p:spTree>
      <p:nvGrpSpPr>
        <p:cNvPr id="1" name="Shape 75"/>
        <p:cNvGrpSpPr/>
        <p:nvPr/>
      </p:nvGrpSpPr>
      <p:grpSpPr>
        <a:xfrm>
          <a:off x="0" y="0"/>
          <a:ext cx="0" cy="0"/>
          <a:chOff x="0" y="0"/>
          <a:chExt cx="0" cy="0"/>
        </a:xfrm>
      </p:grpSpPr>
      <p:sp>
        <p:nvSpPr>
          <p:cNvPr id="76" name="Google Shape;76;p122"/>
          <p:cNvSpPr txBox="1">
            <a:spLocks noGrp="1"/>
          </p:cNvSpPr>
          <p:nvPr>
            <p:ph type="ctrTitle"/>
          </p:nvPr>
        </p:nvSpPr>
        <p:spPr>
          <a:xfrm>
            <a:off x="1524000" y="1122363"/>
            <a:ext cx="9144000" cy="23877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22"/>
          <p:cNvSpPr txBox="1">
            <a:spLocks noGrp="1"/>
          </p:cNvSpPr>
          <p:nvPr>
            <p:ph type="subTitle" idx="1"/>
          </p:nvPr>
        </p:nvSpPr>
        <p:spPr>
          <a:xfrm>
            <a:off x="1524000" y="3602038"/>
            <a:ext cx="9144000" cy="1655700"/>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78" name="Google Shape;78;p122"/>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122"/>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22"/>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_HEADER" type="secHead">
  <p:cSld name="SECTION_HEADER">
    <p:spTree>
      <p:nvGrpSpPr>
        <p:cNvPr id="1" name="Shape 81"/>
        <p:cNvGrpSpPr/>
        <p:nvPr/>
      </p:nvGrpSpPr>
      <p:grpSpPr>
        <a:xfrm>
          <a:off x="0" y="0"/>
          <a:ext cx="0" cy="0"/>
          <a:chOff x="0" y="0"/>
          <a:chExt cx="0" cy="0"/>
        </a:xfrm>
      </p:grpSpPr>
      <p:sp>
        <p:nvSpPr>
          <p:cNvPr id="82" name="Google Shape;82;p123"/>
          <p:cNvSpPr txBox="1">
            <a:spLocks noGrp="1"/>
          </p:cNvSpPr>
          <p:nvPr>
            <p:ph type="title"/>
          </p:nvPr>
        </p:nvSpPr>
        <p:spPr>
          <a:xfrm>
            <a:off x="831850" y="1709738"/>
            <a:ext cx="10515600" cy="28527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23"/>
          <p:cNvSpPr txBox="1">
            <a:spLocks noGrp="1"/>
          </p:cNvSpPr>
          <p:nvPr>
            <p:ph type="body" idx="1"/>
          </p:nvPr>
        </p:nvSpPr>
        <p:spPr>
          <a:xfrm>
            <a:off x="831850" y="4589463"/>
            <a:ext cx="10515600" cy="15003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84" name="Google Shape;84;p123"/>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5" name="Google Shape;85;p123"/>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6" name="Google Shape;86;p123"/>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WO_OBJECTS" type="twoObj">
  <p:cSld name="TWO_OBJECTS">
    <p:spTree>
      <p:nvGrpSpPr>
        <p:cNvPr id="1" name="Shape 87"/>
        <p:cNvGrpSpPr/>
        <p:nvPr/>
      </p:nvGrpSpPr>
      <p:grpSpPr>
        <a:xfrm>
          <a:off x="0" y="0"/>
          <a:ext cx="0" cy="0"/>
          <a:chOff x="0" y="0"/>
          <a:chExt cx="0" cy="0"/>
        </a:xfrm>
      </p:grpSpPr>
      <p:sp>
        <p:nvSpPr>
          <p:cNvPr id="88" name="Google Shape;88;p124"/>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9" name="Google Shape;89;p124"/>
          <p:cNvSpPr txBox="1">
            <a:spLocks noGrp="1"/>
          </p:cNvSpPr>
          <p:nvPr>
            <p:ph type="body" idx="1"/>
          </p:nvPr>
        </p:nvSpPr>
        <p:spPr>
          <a:xfrm>
            <a:off x="838200" y="1825625"/>
            <a:ext cx="5181600" cy="43512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0" name="Google Shape;90;p124"/>
          <p:cNvSpPr txBox="1">
            <a:spLocks noGrp="1"/>
          </p:cNvSpPr>
          <p:nvPr>
            <p:ph type="body" idx="2"/>
          </p:nvPr>
        </p:nvSpPr>
        <p:spPr>
          <a:xfrm>
            <a:off x="6172200" y="1825625"/>
            <a:ext cx="5181600" cy="43512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1" name="Google Shape;91;p124"/>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2" name="Google Shape;92;p124"/>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3" name="Google Shape;93;p124"/>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WO_OBJECTS_WITH_TEXT" type="twoTxTwoObj">
  <p:cSld name="TWO_OBJECTS_WITH_TEXT">
    <p:spTree>
      <p:nvGrpSpPr>
        <p:cNvPr id="1" name="Shape 94"/>
        <p:cNvGrpSpPr/>
        <p:nvPr/>
      </p:nvGrpSpPr>
      <p:grpSpPr>
        <a:xfrm>
          <a:off x="0" y="0"/>
          <a:ext cx="0" cy="0"/>
          <a:chOff x="0" y="0"/>
          <a:chExt cx="0" cy="0"/>
        </a:xfrm>
      </p:grpSpPr>
      <p:sp>
        <p:nvSpPr>
          <p:cNvPr id="95" name="Google Shape;95;p125"/>
          <p:cNvSpPr txBox="1">
            <a:spLocks noGrp="1"/>
          </p:cNvSpPr>
          <p:nvPr>
            <p:ph type="title"/>
          </p:nvPr>
        </p:nvSpPr>
        <p:spPr>
          <a:xfrm>
            <a:off x="839788"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6" name="Google Shape;96;p125"/>
          <p:cNvSpPr txBox="1">
            <a:spLocks noGrp="1"/>
          </p:cNvSpPr>
          <p:nvPr>
            <p:ph type="body" idx="1"/>
          </p:nvPr>
        </p:nvSpPr>
        <p:spPr>
          <a:xfrm>
            <a:off x="839788" y="1681163"/>
            <a:ext cx="5157900" cy="823800"/>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97" name="Google Shape;97;p125"/>
          <p:cNvSpPr txBox="1">
            <a:spLocks noGrp="1"/>
          </p:cNvSpPr>
          <p:nvPr>
            <p:ph type="body" idx="2"/>
          </p:nvPr>
        </p:nvSpPr>
        <p:spPr>
          <a:xfrm>
            <a:off x="839788" y="2505075"/>
            <a:ext cx="5157900" cy="3684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8" name="Google Shape;98;p125"/>
          <p:cNvSpPr txBox="1">
            <a:spLocks noGrp="1"/>
          </p:cNvSpPr>
          <p:nvPr>
            <p:ph type="body" idx="3"/>
          </p:nvPr>
        </p:nvSpPr>
        <p:spPr>
          <a:xfrm>
            <a:off x="6172200" y="1681163"/>
            <a:ext cx="5183100" cy="823800"/>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99" name="Google Shape;99;p125"/>
          <p:cNvSpPr txBox="1">
            <a:spLocks noGrp="1"/>
          </p:cNvSpPr>
          <p:nvPr>
            <p:ph type="body" idx="4"/>
          </p:nvPr>
        </p:nvSpPr>
        <p:spPr>
          <a:xfrm>
            <a:off x="6172200" y="2505075"/>
            <a:ext cx="5183100" cy="3684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0" name="Google Shape;100;p125"/>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1" name="Google Shape;101;p125"/>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2" name="Google Shape;102;p125"/>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OBJECT_WITH_CAPTION_TEXT" type="objTx">
  <p:cSld name="OBJECT_WITH_CAPTION_TEXT">
    <p:spTree>
      <p:nvGrpSpPr>
        <p:cNvPr id="1" name="Shape 103"/>
        <p:cNvGrpSpPr/>
        <p:nvPr/>
      </p:nvGrpSpPr>
      <p:grpSpPr>
        <a:xfrm>
          <a:off x="0" y="0"/>
          <a:ext cx="0" cy="0"/>
          <a:chOff x="0" y="0"/>
          <a:chExt cx="0" cy="0"/>
        </a:xfrm>
      </p:grpSpPr>
      <p:sp>
        <p:nvSpPr>
          <p:cNvPr id="104" name="Google Shape;104;p126"/>
          <p:cNvSpPr txBox="1">
            <a:spLocks noGrp="1"/>
          </p:cNvSpPr>
          <p:nvPr>
            <p:ph type="title"/>
          </p:nvPr>
        </p:nvSpPr>
        <p:spPr>
          <a:xfrm>
            <a:off x="839788" y="457200"/>
            <a:ext cx="3932100"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5" name="Google Shape;105;p126"/>
          <p:cNvSpPr txBox="1">
            <a:spLocks noGrp="1"/>
          </p:cNvSpPr>
          <p:nvPr>
            <p:ph type="body" idx="1"/>
          </p:nvPr>
        </p:nvSpPr>
        <p:spPr>
          <a:xfrm>
            <a:off x="5183188" y="987425"/>
            <a:ext cx="6172200" cy="4873500"/>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106" name="Google Shape;106;p126"/>
          <p:cNvSpPr txBox="1">
            <a:spLocks noGrp="1"/>
          </p:cNvSpPr>
          <p:nvPr>
            <p:ph type="body" idx="2"/>
          </p:nvPr>
        </p:nvSpPr>
        <p:spPr>
          <a:xfrm>
            <a:off x="839788" y="2057400"/>
            <a:ext cx="3932100" cy="38115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107" name="Google Shape;107;p126"/>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8" name="Google Shape;108;p126"/>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9" name="Google Shape;109;p126"/>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PICTURE_WITH_CAPTION_TEXT" type="picTx">
  <p:cSld name="PICTURE_WITH_CAPTION_TEXT">
    <p:spTree>
      <p:nvGrpSpPr>
        <p:cNvPr id="1" name="Shape 110"/>
        <p:cNvGrpSpPr/>
        <p:nvPr/>
      </p:nvGrpSpPr>
      <p:grpSpPr>
        <a:xfrm>
          <a:off x="0" y="0"/>
          <a:ext cx="0" cy="0"/>
          <a:chOff x="0" y="0"/>
          <a:chExt cx="0" cy="0"/>
        </a:xfrm>
      </p:grpSpPr>
      <p:sp>
        <p:nvSpPr>
          <p:cNvPr id="111" name="Google Shape;111;p127"/>
          <p:cNvSpPr txBox="1">
            <a:spLocks noGrp="1"/>
          </p:cNvSpPr>
          <p:nvPr>
            <p:ph type="title"/>
          </p:nvPr>
        </p:nvSpPr>
        <p:spPr>
          <a:xfrm>
            <a:off x="839788" y="457200"/>
            <a:ext cx="3932100"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2" name="Google Shape;112;p127"/>
          <p:cNvSpPr>
            <a:spLocks noGrp="1"/>
          </p:cNvSpPr>
          <p:nvPr>
            <p:ph type="pic" idx="2"/>
          </p:nvPr>
        </p:nvSpPr>
        <p:spPr>
          <a:xfrm>
            <a:off x="5183188" y="987425"/>
            <a:ext cx="6172200" cy="4873500"/>
          </a:xfrm>
          <a:prstGeom prst="rect">
            <a:avLst/>
          </a:prstGeom>
          <a:noFill/>
          <a:ln>
            <a:noFill/>
          </a:ln>
        </p:spPr>
      </p:sp>
      <p:sp>
        <p:nvSpPr>
          <p:cNvPr id="113" name="Google Shape;113;p127"/>
          <p:cNvSpPr txBox="1">
            <a:spLocks noGrp="1"/>
          </p:cNvSpPr>
          <p:nvPr>
            <p:ph type="body" idx="1"/>
          </p:nvPr>
        </p:nvSpPr>
        <p:spPr>
          <a:xfrm>
            <a:off x="839788" y="2057400"/>
            <a:ext cx="3932100" cy="38115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114" name="Google Shape;114;p127"/>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5" name="Google Shape;115;p127"/>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6" name="Google Shape;116;p127"/>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VERTICAL_TEXT" type="vertTx">
  <p:cSld name="VERTICAL_TEXT">
    <p:spTree>
      <p:nvGrpSpPr>
        <p:cNvPr id="1" name="Shape 117"/>
        <p:cNvGrpSpPr/>
        <p:nvPr/>
      </p:nvGrpSpPr>
      <p:grpSpPr>
        <a:xfrm>
          <a:off x="0" y="0"/>
          <a:ext cx="0" cy="0"/>
          <a:chOff x="0" y="0"/>
          <a:chExt cx="0" cy="0"/>
        </a:xfrm>
      </p:grpSpPr>
      <p:sp>
        <p:nvSpPr>
          <p:cNvPr id="118" name="Google Shape;118;p128"/>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9" name="Google Shape;119;p128"/>
          <p:cNvSpPr txBox="1">
            <a:spLocks noGrp="1"/>
          </p:cNvSpPr>
          <p:nvPr>
            <p:ph type="body" idx="1"/>
          </p:nvPr>
        </p:nvSpPr>
        <p:spPr>
          <a:xfrm rot="5400000">
            <a:off x="3920400" y="-1256575"/>
            <a:ext cx="4351200"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0" name="Google Shape;120;p128"/>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1" name="Google Shape;121;p128"/>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2" name="Google Shape;122;p128"/>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VERTICAL_TITLE_AND_VERTICAL_TEXT" type="vertTitleAndTx">
  <p:cSld name="VERTICAL_TITLE_AND_VERTICAL_TEXT">
    <p:spTree>
      <p:nvGrpSpPr>
        <p:cNvPr id="1" name="Shape 123"/>
        <p:cNvGrpSpPr/>
        <p:nvPr/>
      </p:nvGrpSpPr>
      <p:grpSpPr>
        <a:xfrm>
          <a:off x="0" y="0"/>
          <a:ext cx="0" cy="0"/>
          <a:chOff x="0" y="0"/>
          <a:chExt cx="0" cy="0"/>
        </a:xfrm>
      </p:grpSpPr>
      <p:sp>
        <p:nvSpPr>
          <p:cNvPr id="124" name="Google Shape;124;p129"/>
          <p:cNvSpPr txBox="1">
            <a:spLocks noGrp="1"/>
          </p:cNvSpPr>
          <p:nvPr>
            <p:ph type="title"/>
          </p:nvPr>
        </p:nvSpPr>
        <p:spPr>
          <a:xfrm rot="5400000">
            <a:off x="7133400" y="1956625"/>
            <a:ext cx="5811900"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5" name="Google Shape;125;p129"/>
          <p:cNvSpPr txBox="1">
            <a:spLocks noGrp="1"/>
          </p:cNvSpPr>
          <p:nvPr>
            <p:ph type="body" idx="1"/>
          </p:nvPr>
        </p:nvSpPr>
        <p:spPr>
          <a:xfrm rot="5400000">
            <a:off x="1799400" y="-596075"/>
            <a:ext cx="5811900"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6" name="Google Shape;126;p129"/>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7" name="Google Shape;127;p129"/>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8" name="Google Shape;128;p129"/>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4.xml"/><Relationship Id="rId3" Type="http://schemas.openxmlformats.org/officeDocument/2006/relationships/slideLayout" Target="../slideLayouts/slideLayout19.xml"/><Relationship Id="rId7" Type="http://schemas.openxmlformats.org/officeDocument/2006/relationships/slideLayout" Target="../slideLayouts/slideLayout23.xml"/><Relationship Id="rId12" Type="http://schemas.openxmlformats.org/officeDocument/2006/relationships/image" Target="../media/image2.png"/><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theme" Target="../theme/theme2.xml"/><Relationship Id="rId5" Type="http://schemas.openxmlformats.org/officeDocument/2006/relationships/slideLayout" Target="../slideLayouts/slideLayout21.xml"/><Relationship Id="rId10" Type="http://schemas.openxmlformats.org/officeDocument/2006/relationships/slideLayout" Target="../slideLayouts/slideLayout26.xml"/><Relationship Id="rId4" Type="http://schemas.openxmlformats.org/officeDocument/2006/relationships/slideLayout" Target="../slideLayouts/slideLayout20.xml"/><Relationship Id="rId9"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85"/>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11" name="Google Shape;11;p85"/>
          <p:cNvSpPr txBox="1">
            <a:spLocks noGrp="1"/>
          </p:cNvSpPr>
          <p:nvPr>
            <p:ph type="body" idx="1"/>
          </p:nvPr>
        </p:nvSpPr>
        <p:spPr>
          <a:xfrm>
            <a:off x="415600" y="1536633"/>
            <a:ext cx="11360800" cy="4555200"/>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Arial"/>
              <a:buChar char="●"/>
              <a:defRPr sz="1800" b="0" i="0" u="none" strike="noStrike" cap="none">
                <a:solidFill>
                  <a:schemeClr val="lt2"/>
                </a:solidFill>
                <a:latin typeface="Arial"/>
                <a:ea typeface="Arial"/>
                <a:cs typeface="Arial"/>
                <a:sym typeface="Arial"/>
              </a:defRPr>
            </a:lvl1pPr>
            <a:lvl2pPr marL="914400" marR="0" lvl="1"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2pPr>
            <a:lvl3pPr marL="1371600" marR="0" lvl="2"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3pPr>
            <a:lvl4pPr marL="1828800" marR="0" lvl="3"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4pPr>
            <a:lvl5pPr marL="2286000" marR="0" lvl="4"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5pPr>
            <a:lvl6pPr marL="2743200" marR="0" lvl="5"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6pPr>
            <a:lvl7pPr marL="3200400" marR="0" lvl="6"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7pPr>
            <a:lvl8pPr marL="3657600" marR="0" lvl="7"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8pPr>
            <a:lvl9pPr marL="4114800" marR="0" lvl="8" indent="-317500" algn="l" rtl="0">
              <a:lnSpc>
                <a:spcPct val="115000"/>
              </a:lnSpc>
              <a:spcBef>
                <a:spcPts val="1600"/>
              </a:spcBef>
              <a:spcAft>
                <a:spcPts val="1600"/>
              </a:spcAft>
              <a:buClr>
                <a:schemeClr val="lt2"/>
              </a:buClr>
              <a:buSzPts val="1400"/>
              <a:buFont typeface="Arial"/>
              <a:buChar char="■"/>
              <a:defRPr sz="1867" b="0" i="0" u="none" strike="noStrike" cap="none">
                <a:solidFill>
                  <a:schemeClr val="lt2"/>
                </a:solidFill>
                <a:latin typeface="Arial"/>
                <a:ea typeface="Arial"/>
                <a:cs typeface="Arial"/>
                <a:sym typeface="Arial"/>
              </a:defRPr>
            </a:lvl9pPr>
          </a:lstStyle>
          <a:p>
            <a:endParaRPr/>
          </a:p>
        </p:txBody>
      </p:sp>
      <p:sp>
        <p:nvSpPr>
          <p:cNvPr id="12" name="Google Shape;12;p85"/>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76" r:id="rId1"/>
    <p:sldLayoutId id="2147483649" r:id="rId2"/>
    <p:sldLayoutId id="2147483672" r:id="rId3"/>
    <p:sldLayoutId id="2147483671" r:id="rId4"/>
    <p:sldLayoutId id="2147483673" r:id="rId5"/>
    <p:sldLayoutId id="2147483674" r:id="rId6"/>
    <p:sldLayoutId id="2147483675" r:id="rId7"/>
    <p:sldLayoutId id="2147483650" r:id="rId8"/>
    <p:sldLayoutId id="2147483651" r:id="rId9"/>
    <p:sldLayoutId id="2147483652" r:id="rId10"/>
    <p:sldLayoutId id="2147483654" r:id="rId11"/>
    <p:sldLayoutId id="2147483655" r:id="rId12"/>
    <p:sldLayoutId id="2147483656" r:id="rId13"/>
    <p:sldLayoutId id="2147483657" r:id="rId14"/>
    <p:sldLayoutId id="2147483658" r:id="rId15"/>
    <p:sldLayoutId id="2147483659"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360606"/>
        </a:solidFill>
        <a:effectLst/>
      </p:bgPr>
    </p:bg>
    <p:spTree>
      <p:nvGrpSpPr>
        <p:cNvPr id="1" name="Shape 57"/>
        <p:cNvGrpSpPr/>
        <p:nvPr/>
      </p:nvGrpSpPr>
      <p:grpSpPr>
        <a:xfrm>
          <a:off x="0" y="0"/>
          <a:ext cx="0" cy="0"/>
          <a:chOff x="0" y="0"/>
          <a:chExt cx="0" cy="0"/>
        </a:xfrm>
      </p:grpSpPr>
      <p:sp>
        <p:nvSpPr>
          <p:cNvPr id="58" name="Google Shape;58;p88"/>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59" name="Google Shape;59;p88"/>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60" name="Google Shape;60;p88"/>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61" name="Google Shape;61;p88"/>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62" name="Google Shape;62;p88"/>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63" name="Google Shape;63;p88" descr="Logo&#10;&#10;Description automatically generated"/>
          <p:cNvPicPr preferRelativeResize="0"/>
          <p:nvPr/>
        </p:nvPicPr>
        <p:blipFill rotWithShape="1">
          <a:blip r:embed="rId12">
            <a:alphaModFix/>
          </a:blip>
          <a:srcRect/>
          <a:stretch/>
        </p:blipFill>
        <p:spPr>
          <a:xfrm>
            <a:off x="77474" y="5383635"/>
            <a:ext cx="868823" cy="1474365"/>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5.JPG"/><Relationship Id="rId4" Type="http://schemas.openxmlformats.org/officeDocument/2006/relationships/image" Target="../media/image4.JPG"/></Relationships>
</file>

<file path=ppt/slides/_rels/slide2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6.JPG"/><Relationship Id="rId5" Type="http://schemas.openxmlformats.org/officeDocument/2006/relationships/image" Target="../media/image5.JPG"/><Relationship Id="rId4" Type="http://schemas.openxmlformats.org/officeDocument/2006/relationships/image" Target="../media/image4.JPG"/></Relationships>
</file>

<file path=ppt/slides/_rels/slide2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7.JPG"/><Relationship Id="rId5" Type="http://schemas.openxmlformats.org/officeDocument/2006/relationships/image" Target="../media/image5.JPG"/><Relationship Id="rId4" Type="http://schemas.openxmlformats.org/officeDocument/2006/relationships/image" Target="../media/image4.JP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25.xml"/><Relationship Id="rId1" Type="http://schemas.openxmlformats.org/officeDocument/2006/relationships/slideLayout" Target="../slideLayouts/slideLayout1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10.jpeg"/></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8.xml"/><Relationship Id="rId1" Type="http://schemas.openxmlformats.org/officeDocument/2006/relationships/slideLayout" Target="../slideLayouts/slideLayout10.xml"/></Relationships>
</file>

<file path=ppt/slides/_rels/slide3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9.xml"/><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0.xml"/><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41.xm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Shape 132"/>
        <p:cNvGrpSpPr/>
        <p:nvPr/>
      </p:nvGrpSpPr>
      <p:grpSpPr>
        <a:xfrm>
          <a:off x="0" y="0"/>
          <a:ext cx="0" cy="0"/>
          <a:chOff x="0" y="0"/>
          <a:chExt cx="0" cy="0"/>
        </a:xfrm>
      </p:grpSpPr>
      <p:sp>
        <p:nvSpPr>
          <p:cNvPr id="133" name="Google Shape;133;p1"/>
          <p:cNvSpPr txBox="1"/>
          <p:nvPr/>
        </p:nvSpPr>
        <p:spPr>
          <a:xfrm>
            <a:off x="635267" y="548633"/>
            <a:ext cx="10915200" cy="57172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4800"/>
              <a:buFont typeface="Arial"/>
              <a:buNone/>
            </a:pPr>
            <a:r>
              <a:rPr lang="en-US" sz="4800" b="1" i="0" u="none" strike="noStrike" cap="none">
                <a:solidFill>
                  <a:srgbClr val="F3F3F3"/>
                </a:solidFill>
                <a:latin typeface="Roboto Condensed"/>
                <a:ea typeface="Roboto Condensed"/>
                <a:cs typeface="Roboto Condensed"/>
                <a:sym typeface="Roboto Condensed"/>
              </a:rPr>
              <a:t>Unser Gottesdienst beginnt in Kürze</a:t>
            </a:r>
            <a:br>
              <a:rPr lang="en-US" sz="3200" b="0" i="0" u="none" strike="noStrike" cap="none">
                <a:solidFill>
                  <a:srgbClr val="F3F3F3"/>
                </a:solidFill>
                <a:latin typeface="Roboto Condensed"/>
                <a:ea typeface="Roboto Condensed"/>
                <a:cs typeface="Roboto Condensed"/>
                <a:sym typeface="Roboto Condensed"/>
              </a:rPr>
            </a:br>
            <a:endParaRPr sz="3200" b="0" i="0" u="none" strike="noStrike" cap="none">
              <a:solidFill>
                <a:srgbClr val="F3F3F3"/>
              </a:solidFill>
              <a:latin typeface="Roboto Condensed"/>
              <a:ea typeface="Roboto Condensed"/>
              <a:cs typeface="Roboto Condensed"/>
              <a:sym typeface="Roboto Condensed"/>
            </a:endParaRPr>
          </a:p>
          <a:p>
            <a:pPr marL="0" marR="0" lvl="0" indent="0" algn="ctr" rtl="0">
              <a:lnSpc>
                <a:spcPct val="100000"/>
              </a:lnSpc>
              <a:spcBef>
                <a:spcPts val="0"/>
              </a:spcBef>
              <a:spcAft>
                <a:spcPts val="0"/>
              </a:spcAft>
              <a:buClr>
                <a:srgbClr val="000000"/>
              </a:buClr>
              <a:buSzPts val="3200"/>
              <a:buFont typeface="Arial"/>
              <a:buNone/>
            </a:pPr>
            <a:r>
              <a:rPr lang="en-US" sz="3200" b="0" i="0" u="none" strike="noStrike" cap="none">
                <a:solidFill>
                  <a:srgbClr val="F3F3F3"/>
                </a:solidFill>
                <a:latin typeface="Roboto Condensed"/>
                <a:ea typeface="Roboto Condensed"/>
                <a:cs typeface="Roboto Condensed"/>
                <a:sym typeface="Roboto Condensed"/>
              </a:rPr>
              <a:t>Wir möchten alle daran erinnern, </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en-US" sz="3200" b="0" i="0" u="none" strike="noStrike" cap="none">
                <a:solidFill>
                  <a:srgbClr val="F3F3F3"/>
                </a:solidFill>
                <a:latin typeface="Roboto Condensed"/>
                <a:ea typeface="Roboto Condensed"/>
                <a:cs typeface="Roboto Condensed"/>
                <a:sym typeface="Roboto Condensed"/>
              </a:rPr>
              <a:t>ihre Telefone auf lautlos zu stellen </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en-US" sz="3200" b="0" i="0" u="none" strike="noStrike" cap="none">
                <a:solidFill>
                  <a:srgbClr val="F3F3F3"/>
                </a:solidFill>
                <a:latin typeface="Roboto Condensed"/>
                <a:ea typeface="Roboto Condensed"/>
                <a:cs typeface="Roboto Condensed"/>
                <a:sym typeface="Roboto Condensed"/>
              </a:rPr>
              <a:t>und während des Gottesdienstes nicht zu essen.</a:t>
            </a:r>
            <a:endParaRPr sz="3200" b="0" i="0" u="none" strike="noStrike" cap="none">
              <a:solidFill>
                <a:srgbClr val="F3F3F3"/>
              </a:solidFill>
              <a:latin typeface="Roboto Condensed"/>
              <a:ea typeface="Roboto Condensed"/>
              <a:cs typeface="Roboto Condensed"/>
              <a:sym typeface="Roboto Condensed"/>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37"/>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g22d98c10b2d_0_4"/>
          <p:cNvSpPr txBox="1"/>
          <p:nvPr/>
        </p:nvSpPr>
        <p:spPr>
          <a:xfrm>
            <a:off x="415600" y="2981567"/>
            <a:ext cx="11360700" cy="11949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rgbClr val="FFFFFF"/>
              </a:buClr>
              <a:buSzPts val="5200"/>
              <a:buFont typeface="Arial"/>
              <a:buNone/>
            </a:pPr>
            <a:r>
              <a:rPr lang="en-US" sz="4800" b="1" i="0" u="sng" strike="noStrike" cap="none" dirty="0" err="1">
                <a:solidFill>
                  <a:srgbClr val="FFFFFF"/>
                </a:solidFill>
                <a:latin typeface="Roboto Condensed"/>
                <a:ea typeface="Roboto Condensed"/>
                <a:cs typeface="Roboto Condensed"/>
                <a:sym typeface="Roboto Condensed"/>
              </a:rPr>
              <a:t>Jesaja</a:t>
            </a:r>
            <a:r>
              <a:rPr lang="en-US" sz="4800" b="1" i="0" u="sng" strike="noStrike" cap="none" dirty="0">
                <a:solidFill>
                  <a:srgbClr val="FFFFFF"/>
                </a:solidFill>
                <a:latin typeface="Roboto Condensed"/>
                <a:ea typeface="Roboto Condensed"/>
                <a:cs typeface="Roboto Condensed"/>
                <a:sym typeface="Roboto Condensed"/>
              </a:rPr>
              <a:t> 43,1-7</a:t>
            </a:r>
            <a:endParaRPr sz="4800" b="0" i="0" u="sng" strike="noStrike" cap="none" dirty="0">
              <a:solidFill>
                <a:srgbClr val="FFFFFF"/>
              </a:solidFill>
              <a:latin typeface="Roboto Condensed"/>
              <a:ea typeface="Roboto Condensed"/>
              <a:cs typeface="Roboto Condensed"/>
              <a:sym typeface="Roboto Condensed"/>
            </a:endParaRPr>
          </a:p>
        </p:txBody>
      </p:sp>
      <p:sp>
        <p:nvSpPr>
          <p:cNvPr id="269" name="Google Shape;269;g22d98c10b2d_0_4"/>
          <p:cNvSpPr txBox="1"/>
          <p:nvPr/>
        </p:nvSpPr>
        <p:spPr>
          <a:xfrm>
            <a:off x="415600" y="2450033"/>
            <a:ext cx="11360700" cy="621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50000"/>
              </a:lnSpc>
              <a:spcBef>
                <a:spcPts val="0"/>
              </a:spcBef>
              <a:spcAft>
                <a:spcPts val="0"/>
              </a:spcAft>
              <a:buClr>
                <a:srgbClr val="FFFFFF"/>
              </a:buClr>
              <a:buSzPts val="5200"/>
              <a:buFont typeface="Arial"/>
              <a:buNone/>
            </a:pPr>
            <a:r>
              <a:rPr lang="en-US" sz="2667" b="0" i="1" u="none" strike="noStrike" cap="none">
                <a:solidFill>
                  <a:srgbClr val="FFFFFF"/>
                </a:solidFill>
                <a:latin typeface="Roboto Condensed"/>
                <a:ea typeface="Roboto Condensed"/>
                <a:cs typeface="Roboto Condensed"/>
                <a:sym typeface="Roboto Condensed"/>
              </a:rPr>
              <a:t>Bibellesung</a:t>
            </a:r>
            <a:endParaRPr sz="2400" b="0" i="1" u="none" strike="noStrike" cap="none">
              <a:solidFill>
                <a:srgbClr val="ADADAD"/>
              </a:solidFill>
              <a:latin typeface="Roboto Condensed"/>
              <a:ea typeface="Roboto Condensed"/>
              <a:cs typeface="Roboto Condensed"/>
              <a:sym typeface="Roboto Condense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73"/>
        <p:cNvGrpSpPr/>
        <p:nvPr/>
      </p:nvGrpSpPr>
      <p:grpSpPr>
        <a:xfrm>
          <a:off x="0" y="0"/>
          <a:ext cx="0" cy="0"/>
          <a:chOff x="0" y="0"/>
          <a:chExt cx="0" cy="0"/>
        </a:xfrm>
      </p:grpSpPr>
      <p:sp>
        <p:nvSpPr>
          <p:cNvPr id="274" name="Google Shape;274;g22d98c10b2d_0_8"/>
          <p:cNvSpPr txBox="1">
            <a:spLocks noGrp="1"/>
          </p:cNvSpPr>
          <p:nvPr>
            <p:ph type="title"/>
          </p:nvPr>
        </p:nvSpPr>
        <p:spPr>
          <a:xfrm>
            <a:off x="679249" y="701800"/>
            <a:ext cx="9057300" cy="54543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de-DE" sz="3000" b="1" dirty="0">
                <a:latin typeface="Roboto Condensed"/>
                <a:ea typeface="Roboto Condensed"/>
                <a:cs typeface="Roboto Condensed"/>
                <a:sym typeface="Roboto Condensed"/>
              </a:rPr>
              <a:t>1 Und nun spricht der Herr, der dich geschaffen hat, Jakob, und dich gemacht hat, Israel: Fürchte dich nicht, denn ich habe dich erlöst; ich habe dich bei deinem Namen gerufen; du bist mein!</a:t>
            </a:r>
            <a:br>
              <a:rPr lang="de-DE" sz="3000" b="1" dirty="0">
                <a:latin typeface="Roboto Condensed"/>
                <a:ea typeface="Roboto Condensed"/>
                <a:cs typeface="Roboto Condensed"/>
                <a:sym typeface="Roboto Condensed"/>
              </a:rPr>
            </a:br>
            <a:br>
              <a:rPr lang="en-US" sz="3000" b="1" dirty="0">
                <a:solidFill>
                  <a:schemeClr val="dk1"/>
                </a:solidFill>
                <a:latin typeface="Roboto"/>
                <a:ea typeface="Roboto"/>
                <a:cs typeface="Roboto"/>
                <a:sym typeface="Roboto"/>
              </a:rPr>
            </a:b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Tetapi</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sekarang</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beginilah</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firman</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TUHAN yang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menciptakan</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hai</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Yakub, yang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membentuk</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hai</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Israel: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Janganlah</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takut</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sebab</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Aku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telah</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menebus</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Aku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telah</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memanggil</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dengan</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namamu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ini</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kepunyaan</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-Ku.</a:t>
            </a:r>
            <a:endParaRPr lang="en-US" sz="3000" i="1" dirty="0">
              <a:solidFill>
                <a:schemeClr val="tx1"/>
              </a:solidFill>
              <a:latin typeface="Roboto" panose="02000000000000000000" pitchFamily="2" charset="0"/>
              <a:ea typeface="Roboto" panose="02000000000000000000" pitchFamily="2" charset="0"/>
              <a:cs typeface="Roboto" panose="02000000000000000000" pitchFamily="2" charset="0"/>
              <a:sym typeface="Robot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343" name="Google Shape;343;p34"/>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Vater unser im Himmel, geheiligt werde dein Name.</a:t>
            </a:r>
            <a:br>
              <a:rPr lang="en-US" b="1"/>
            </a:br>
            <a:r>
              <a:rPr lang="en-US" b="1"/>
              <a:t>Dein Reich komme.Dein Wille geschehe,</a:t>
            </a:r>
            <a:br>
              <a:rPr lang="en-US" b="1"/>
            </a:br>
            <a:r>
              <a:rPr lang="en-US" b="1"/>
              <a:t>wie im Himmel, so auf Erden. </a:t>
            </a:r>
            <a:br>
              <a:rPr lang="en-US"/>
            </a:br>
            <a:br>
              <a:rPr lang="en-US"/>
            </a:br>
            <a:r>
              <a:rPr lang="en-US" sz="3600" i="1"/>
              <a:t>Bapa kami yang di sorga, dikuduskanlah nama-Mu,</a:t>
            </a:r>
            <a:br>
              <a:rPr lang="en-US" sz="3600" i="1"/>
            </a:br>
            <a:r>
              <a:rPr lang="en-US" sz="3600" i="1"/>
              <a:t>datanglah Kerajaan-Mu, jadilah kehendak-Mu</a:t>
            </a:r>
            <a:br>
              <a:rPr lang="en-US" sz="3600" i="1"/>
            </a:br>
            <a:r>
              <a:rPr lang="en-US" sz="3600" i="1"/>
              <a:t>di bumi seperti di sorga.</a:t>
            </a:r>
            <a:endParaRPr i="1"/>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sp>
        <p:nvSpPr>
          <p:cNvPr id="348" name="Google Shape;348;p35"/>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Unser tägliches Brot gib uns heute,</a:t>
            </a:r>
            <a:br>
              <a:rPr lang="en-US" b="1"/>
            </a:br>
            <a:r>
              <a:rPr lang="en-US" b="1"/>
              <a:t>und vergib uns unsre Schuld,</a:t>
            </a:r>
            <a:br>
              <a:rPr lang="en-US" b="1"/>
            </a:br>
            <a:r>
              <a:rPr lang="en-US" b="1"/>
              <a:t>wie auch wir vergeben unseren Schuldigern.</a:t>
            </a:r>
            <a:br>
              <a:rPr lang="en-US"/>
            </a:br>
            <a:br>
              <a:rPr lang="en-US"/>
            </a:br>
            <a:r>
              <a:rPr lang="en-US" i="1"/>
              <a:t>Berikanlah kami pada hari ini</a:t>
            </a:r>
            <a:br>
              <a:rPr lang="en-US" i="1"/>
            </a:br>
            <a:r>
              <a:rPr lang="en-US" i="1"/>
              <a:t>makanan kami yang secukupnya</a:t>
            </a:r>
            <a:br>
              <a:rPr lang="en-US" i="1"/>
            </a:br>
            <a:r>
              <a:rPr lang="en-US" i="1"/>
              <a:t>dan ampunilah kami akan kesalahan kami,</a:t>
            </a:r>
            <a:br>
              <a:rPr lang="en-US" i="1"/>
            </a:br>
            <a:r>
              <a:rPr lang="en-US" i="1"/>
              <a:t>seperti kami juga mengampuni</a:t>
            </a:r>
            <a:br>
              <a:rPr lang="en-US" i="1"/>
            </a:br>
            <a:r>
              <a:rPr lang="en-US" i="1"/>
              <a:t>orang yang bersalah kepada kami;</a:t>
            </a:r>
            <a:endParaRPr i="1"/>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53" name="Google Shape;353;p36"/>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Und führe uns nicht in Versuchung,</a:t>
            </a:r>
            <a:br>
              <a:rPr lang="en-US" b="1"/>
            </a:br>
            <a:r>
              <a:rPr lang="en-US" b="1"/>
              <a:t>sondern erlöse uns von dem Bösen.</a:t>
            </a:r>
            <a:br>
              <a:rPr lang="en-US" b="1"/>
            </a:br>
            <a:r>
              <a:rPr lang="en-US" b="1"/>
              <a:t>Denn dein ist das Reich</a:t>
            </a:r>
            <a:br>
              <a:rPr lang="en-US" b="1"/>
            </a:br>
            <a:r>
              <a:rPr lang="en-US" b="1"/>
              <a:t>und die Kraft und die Herrlichkeit in Ewigkeit.</a:t>
            </a:r>
            <a:br>
              <a:rPr lang="en-US" b="1"/>
            </a:br>
            <a:r>
              <a:rPr lang="en-US" b="1"/>
              <a:t>Amen.</a:t>
            </a:r>
            <a:br>
              <a:rPr lang="en-US" b="1"/>
            </a:br>
            <a:br>
              <a:rPr lang="en-US"/>
            </a:br>
            <a:r>
              <a:rPr lang="en-US" sz="3400" i="1"/>
              <a:t>dan janganlah membawa kami ke dalam pencobaan,</a:t>
            </a:r>
            <a:br>
              <a:rPr lang="en-US" sz="3400" i="1"/>
            </a:br>
            <a:r>
              <a:rPr lang="en-US" sz="3400" i="1"/>
              <a:t>tetapi lepaskanlah kami daripada yang jahat.</a:t>
            </a:r>
            <a:br>
              <a:rPr lang="en-US" sz="3400" i="1"/>
            </a:br>
            <a:r>
              <a:rPr lang="en-US" sz="3400" i="1"/>
              <a:t>Karena Engkaulah yang empunya Kerajaan dan kuasa</a:t>
            </a:r>
            <a:br>
              <a:rPr lang="en-US" sz="3400" i="1"/>
            </a:br>
            <a:r>
              <a:rPr lang="en-US" sz="3400" i="1"/>
              <a:t>dan kemuliaan sampai selama-lamanya. Amin.</a:t>
            </a:r>
            <a:endParaRPr i="1"/>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174"/>
          <p:cNvSpPr txBox="1">
            <a:spLocks noGrp="1"/>
          </p:cNvSpPr>
          <p:nvPr>
            <p:ph type="ctrTitle" idx="4294967295"/>
          </p:nvPr>
        </p:nvSpPr>
        <p:spPr>
          <a:xfrm>
            <a:off x="415600" y="2804211"/>
            <a:ext cx="11360700" cy="11949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chemeClr val="dk1"/>
              </a:buClr>
              <a:buSzPts val="5200"/>
              <a:buFont typeface="Arial"/>
              <a:buNone/>
            </a:pPr>
            <a:r>
              <a:rPr lang="en-US" sz="5400" b="1" i="0" u="sng" strike="noStrike" cap="none" dirty="0" err="1">
                <a:solidFill>
                  <a:schemeClr val="dk1"/>
                </a:solidFill>
                <a:latin typeface="Roboto Condensed"/>
                <a:ea typeface="Roboto Condensed"/>
                <a:cs typeface="Roboto Condensed"/>
                <a:sym typeface="Roboto Condensed"/>
              </a:rPr>
              <a:t>Pfr</a:t>
            </a:r>
            <a:r>
              <a:rPr lang="en-US" sz="5400" b="1" i="0" u="sng" strike="noStrike" cap="none" dirty="0">
                <a:solidFill>
                  <a:schemeClr val="dk1"/>
                </a:solidFill>
                <a:latin typeface="Roboto Condensed"/>
                <a:ea typeface="Roboto Condensed"/>
                <a:cs typeface="Roboto Condensed"/>
                <a:sym typeface="Roboto Condensed"/>
              </a:rPr>
              <a:t>. Billy </a:t>
            </a:r>
            <a:r>
              <a:rPr lang="en-US" sz="5400" b="1" i="0" u="sng" strike="noStrike" cap="none" dirty="0" err="1">
                <a:solidFill>
                  <a:schemeClr val="dk1"/>
                </a:solidFill>
                <a:latin typeface="Roboto Condensed"/>
                <a:ea typeface="Roboto Condensed"/>
                <a:cs typeface="Roboto Condensed"/>
                <a:sym typeface="Roboto Condensed"/>
              </a:rPr>
              <a:t>Kristanto</a:t>
            </a:r>
            <a:br>
              <a:rPr lang="en-US" sz="5400" b="1" i="0" u="sng" strike="noStrike" cap="none" dirty="0">
                <a:solidFill>
                  <a:schemeClr val="dk1"/>
                </a:solidFill>
                <a:latin typeface="Roboto Condensed"/>
                <a:ea typeface="Roboto Condensed"/>
                <a:cs typeface="Roboto Condensed"/>
                <a:sym typeface="Roboto Condensed"/>
              </a:rPr>
            </a:br>
            <a:r>
              <a:rPr lang="en-US" i="1" dirty="0" err="1">
                <a:latin typeface="Roboto Condensed"/>
                <a:ea typeface="Roboto Condensed"/>
                <a:cs typeface="Roboto Condensed"/>
                <a:sym typeface="Roboto Condensed"/>
              </a:rPr>
              <a:t>Pfr</a:t>
            </a:r>
            <a:r>
              <a:rPr lang="en-US" i="1" dirty="0">
                <a:latin typeface="Roboto Condensed"/>
                <a:ea typeface="Roboto Condensed"/>
                <a:cs typeface="Roboto Condensed"/>
                <a:sym typeface="Roboto Condensed"/>
              </a:rPr>
              <a:t>. Billy </a:t>
            </a:r>
            <a:r>
              <a:rPr lang="en-US" i="1" dirty="0" err="1">
                <a:latin typeface="Roboto Condensed"/>
                <a:ea typeface="Roboto Condensed"/>
                <a:cs typeface="Roboto Condensed"/>
                <a:sym typeface="Roboto Condensed"/>
              </a:rPr>
              <a:t>Kristanto</a:t>
            </a:r>
            <a:endParaRPr sz="2800" b="0" i="1" u="none" strike="noStrike" cap="none" dirty="0">
              <a:solidFill>
                <a:schemeClr val="dk1"/>
              </a:solidFill>
              <a:latin typeface="Roboto Condensed"/>
              <a:ea typeface="Roboto Condensed"/>
              <a:cs typeface="Roboto Condensed"/>
              <a:sym typeface="Roboto Condensed"/>
            </a:endParaRPr>
          </a:p>
        </p:txBody>
      </p:sp>
      <p:sp>
        <p:nvSpPr>
          <p:cNvPr id="363" name="Google Shape;363;p174"/>
          <p:cNvSpPr txBox="1">
            <a:spLocks noGrp="1"/>
          </p:cNvSpPr>
          <p:nvPr>
            <p:ph type="subTitle" idx="4294967295"/>
          </p:nvPr>
        </p:nvSpPr>
        <p:spPr>
          <a:xfrm>
            <a:off x="415600" y="2163711"/>
            <a:ext cx="11360700" cy="621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2400" b="0" i="1" u="none" strike="noStrike" cap="none" dirty="0" err="1">
                <a:solidFill>
                  <a:schemeClr val="lt2"/>
                </a:solidFill>
                <a:latin typeface="Roboto Condensed"/>
                <a:ea typeface="Roboto Condensed"/>
                <a:cs typeface="Roboto Condensed"/>
                <a:sym typeface="Roboto Condensed"/>
              </a:rPr>
              <a:t>Predigt</a:t>
            </a:r>
            <a:endParaRPr sz="2400" b="0" i="1" u="none" strike="noStrike" cap="none" dirty="0">
              <a:solidFill>
                <a:schemeClr val="lt2"/>
              </a:solidFill>
              <a:latin typeface="Roboto Condensed"/>
              <a:ea typeface="Roboto Condensed"/>
              <a:cs typeface="Roboto Condensed"/>
              <a:sym typeface="Roboto Condensed"/>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61"/>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1333"/>
              </a:spcBef>
              <a:spcAft>
                <a:spcPts val="0"/>
              </a:spcAft>
              <a:buSzPts val="4800"/>
              <a:buNone/>
            </a:pPr>
            <a:r>
              <a:rPr lang="en-US" b="1">
                <a:solidFill>
                  <a:schemeClr val="dk1"/>
                </a:solidFill>
              </a:rPr>
              <a:t>Ich glaube an Gott, den Vater, den Allmächtigen,</a:t>
            </a:r>
            <a:br>
              <a:rPr lang="en-US" b="1">
                <a:solidFill>
                  <a:schemeClr val="dk1"/>
                </a:solidFill>
              </a:rPr>
            </a:br>
            <a:r>
              <a:rPr lang="en-US" b="1">
                <a:solidFill>
                  <a:schemeClr val="dk1"/>
                </a:solidFill>
              </a:rPr>
              <a:t>den Schöpfer des Himmels und der Erde.</a:t>
            </a:r>
            <a:br>
              <a:rPr lang="en-US" b="1">
                <a:solidFill>
                  <a:schemeClr val="dk1"/>
                </a:solidFill>
              </a:rPr>
            </a:br>
            <a:r>
              <a:rPr lang="en-US" b="1">
                <a:solidFill>
                  <a:schemeClr val="dk1"/>
                </a:solidFill>
              </a:rPr>
              <a:t>Und an Jesus Christus,</a:t>
            </a:r>
            <a:br>
              <a:rPr lang="en-US" b="1">
                <a:solidFill>
                  <a:schemeClr val="dk1"/>
                </a:solidFill>
              </a:rPr>
            </a:br>
            <a:r>
              <a:rPr lang="en-US" b="1">
                <a:solidFill>
                  <a:schemeClr val="dk1"/>
                </a:solidFill>
              </a:rPr>
              <a:t>seinen eingeborenen Sohn, unsern Herrn,</a:t>
            </a:r>
            <a:br>
              <a:rPr lang="en-US">
                <a:solidFill>
                  <a:schemeClr val="dk1"/>
                </a:solidFill>
              </a:rPr>
            </a:br>
            <a:br>
              <a:rPr lang="en-US">
                <a:solidFill>
                  <a:schemeClr val="dk1"/>
                </a:solidFill>
              </a:rPr>
            </a:br>
            <a:r>
              <a:rPr lang="en-US" sz="3600" i="1">
                <a:solidFill>
                  <a:schemeClr val="dk1"/>
                </a:solidFill>
              </a:rPr>
              <a:t>Aku percaya kepada Allah, Bapa yang Maha Kuasa,</a:t>
            </a:r>
            <a:br>
              <a:rPr lang="en-US" sz="3600" i="1">
                <a:solidFill>
                  <a:schemeClr val="dk1"/>
                </a:solidFill>
              </a:rPr>
            </a:br>
            <a:r>
              <a:rPr lang="en-US" sz="3600" i="1">
                <a:solidFill>
                  <a:schemeClr val="dk1"/>
                </a:solidFill>
              </a:rPr>
              <a:t>khalik langit dan bumi.</a:t>
            </a:r>
            <a:br>
              <a:rPr lang="en-US" sz="3600" i="1">
                <a:solidFill>
                  <a:schemeClr val="dk1"/>
                </a:solidFill>
              </a:rPr>
            </a:br>
            <a:r>
              <a:rPr lang="en-US" sz="3600" i="1">
                <a:solidFill>
                  <a:schemeClr val="dk1"/>
                </a:solidFill>
              </a:rPr>
              <a:t>Dan kepada Yesus Kristus, Anak-Nya yang tunggal,</a:t>
            </a:r>
            <a:br>
              <a:rPr lang="en-US" sz="3600" i="1">
                <a:solidFill>
                  <a:schemeClr val="dk1"/>
                </a:solidFill>
              </a:rPr>
            </a:br>
            <a:r>
              <a:rPr lang="en-US" sz="3600" i="1">
                <a:solidFill>
                  <a:schemeClr val="dk1"/>
                </a:solidFill>
              </a:rPr>
              <a:t>Tuhan kita,</a:t>
            </a:r>
            <a:endParaRPr sz="36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sp>
        <p:nvSpPr>
          <p:cNvPr id="377" name="Google Shape;377;p62"/>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1333"/>
              </a:spcBef>
              <a:spcAft>
                <a:spcPts val="0"/>
              </a:spcAft>
              <a:buSzPts val="4800"/>
              <a:buNone/>
            </a:pPr>
            <a:r>
              <a:rPr lang="en-US" b="1">
                <a:solidFill>
                  <a:schemeClr val="dk1"/>
                </a:solidFill>
              </a:rPr>
              <a:t>empfangen durch den Heiligen Geist,</a:t>
            </a:r>
            <a:br>
              <a:rPr lang="en-US" b="1">
                <a:solidFill>
                  <a:schemeClr val="dk1"/>
                </a:solidFill>
              </a:rPr>
            </a:br>
            <a:r>
              <a:rPr lang="en-US" b="1">
                <a:solidFill>
                  <a:schemeClr val="dk1"/>
                </a:solidFill>
              </a:rPr>
              <a:t>geboren von der Jungfrau Maria,</a:t>
            </a:r>
            <a:br>
              <a:rPr lang="en-US" b="1">
                <a:solidFill>
                  <a:schemeClr val="dk1"/>
                </a:solidFill>
              </a:rPr>
            </a:br>
            <a:r>
              <a:rPr lang="en-US" b="1">
                <a:solidFill>
                  <a:schemeClr val="dk1"/>
                </a:solidFill>
              </a:rPr>
              <a:t>gelitten unter Pontius Pilatus,</a:t>
            </a:r>
            <a:br>
              <a:rPr lang="en-US" b="1">
                <a:solidFill>
                  <a:schemeClr val="dk1"/>
                </a:solidFill>
              </a:rPr>
            </a:br>
            <a:br>
              <a:rPr lang="en-US" b="1">
                <a:solidFill>
                  <a:schemeClr val="dk1"/>
                </a:solidFill>
              </a:rPr>
            </a:br>
            <a:r>
              <a:rPr lang="en-US" i="1">
                <a:solidFill>
                  <a:schemeClr val="dk1"/>
                </a:solidFill>
              </a:rPr>
              <a:t>yang dikandung dari Roh Kudus,</a:t>
            </a:r>
            <a:br>
              <a:rPr lang="en-US" i="1">
                <a:solidFill>
                  <a:schemeClr val="dk1"/>
                </a:solidFill>
              </a:rPr>
            </a:br>
            <a:r>
              <a:rPr lang="en-US" i="1">
                <a:solidFill>
                  <a:schemeClr val="dk1"/>
                </a:solidFill>
              </a:rPr>
              <a:t>lahir dari anak dara Maria.</a:t>
            </a:r>
            <a:br>
              <a:rPr lang="en-US" i="1">
                <a:solidFill>
                  <a:schemeClr val="dk1"/>
                </a:solidFill>
              </a:rPr>
            </a:br>
            <a:r>
              <a:rPr lang="en-US" i="1">
                <a:solidFill>
                  <a:schemeClr val="dk1"/>
                </a:solidFill>
              </a:rPr>
              <a:t>Yang menderita sengsara di bawah</a:t>
            </a:r>
            <a:br>
              <a:rPr lang="en-US" i="1">
                <a:solidFill>
                  <a:schemeClr val="dk1"/>
                </a:solidFill>
              </a:rPr>
            </a:br>
            <a:r>
              <a:rPr lang="en-US" i="1">
                <a:solidFill>
                  <a:schemeClr val="dk1"/>
                </a:solidFill>
              </a:rPr>
              <a:t>pemerintahan Pontius Pilatus,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81"/>
        <p:cNvGrpSpPr/>
        <p:nvPr/>
      </p:nvGrpSpPr>
      <p:grpSpPr>
        <a:xfrm>
          <a:off x="0" y="0"/>
          <a:ext cx="0" cy="0"/>
          <a:chOff x="0" y="0"/>
          <a:chExt cx="0" cy="0"/>
        </a:xfrm>
      </p:grpSpPr>
      <p:sp>
        <p:nvSpPr>
          <p:cNvPr id="382" name="Google Shape;382;p63"/>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4800"/>
              <a:buNone/>
            </a:pPr>
            <a:r>
              <a:rPr lang="en-US" b="1"/>
              <a:t>gekreuzigt, gestorben und begraben,</a:t>
            </a:r>
            <a:br>
              <a:rPr lang="en-US" b="1"/>
            </a:br>
            <a:r>
              <a:rPr lang="en-US" b="1"/>
              <a:t>hinabgestiegen in das Reich des Todes,</a:t>
            </a:r>
            <a:br>
              <a:rPr lang="en-US" b="1"/>
            </a:br>
            <a:r>
              <a:rPr lang="en-US" b="1"/>
              <a:t>am dritten Tage auferstanden von den Toten,</a:t>
            </a:r>
            <a:br>
              <a:rPr lang="en-US" b="1"/>
            </a:br>
            <a:br>
              <a:rPr lang="en-US"/>
            </a:br>
            <a:r>
              <a:rPr lang="en-US" i="1"/>
              <a:t>disalibkan, mati, dan dikuburkan;</a:t>
            </a:r>
            <a:br>
              <a:rPr lang="en-US" i="1"/>
            </a:br>
            <a:r>
              <a:rPr lang="en-US" i="1"/>
              <a:t>turun ke dalam kerajaan maut.</a:t>
            </a:r>
            <a:br>
              <a:rPr lang="en-US" i="1"/>
            </a:br>
            <a:r>
              <a:rPr lang="en-US" i="1"/>
              <a:t>Pada hari yang ketiga,</a:t>
            </a:r>
            <a:br>
              <a:rPr lang="en-US" i="1"/>
            </a:br>
            <a:r>
              <a:rPr lang="en-US" i="1"/>
              <a:t>bangkit pula dari antara orang mati.</a:t>
            </a:r>
            <a:endParaRPr i="1"/>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86"/>
        <p:cNvGrpSpPr/>
        <p:nvPr/>
      </p:nvGrpSpPr>
      <p:grpSpPr>
        <a:xfrm>
          <a:off x="0" y="0"/>
          <a:ext cx="0" cy="0"/>
          <a:chOff x="0" y="0"/>
          <a:chExt cx="0" cy="0"/>
        </a:xfrm>
      </p:grpSpPr>
      <p:sp>
        <p:nvSpPr>
          <p:cNvPr id="387" name="Google Shape;387;p64"/>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aufgefahren in den Himmel;</a:t>
            </a:r>
            <a:br>
              <a:rPr lang="en-US" b="1"/>
            </a:br>
            <a:r>
              <a:rPr lang="en-US" b="1"/>
              <a:t>er sitzt zur Rechten Gottes,</a:t>
            </a:r>
            <a:br>
              <a:rPr lang="en-US" b="1"/>
            </a:br>
            <a:r>
              <a:rPr lang="en-US" b="1"/>
              <a:t>des allmächtigen Vaters;</a:t>
            </a:r>
            <a:br>
              <a:rPr lang="en-US" b="1"/>
            </a:br>
            <a:r>
              <a:rPr lang="en-US" b="1"/>
              <a:t>von dort wird er kommen,</a:t>
            </a:r>
            <a:br>
              <a:rPr lang="en-US" b="1"/>
            </a:br>
            <a:r>
              <a:rPr lang="en-US" b="1"/>
              <a:t>zu richten die Lebenden und die Toten.</a:t>
            </a:r>
            <a:br>
              <a:rPr lang="en-US" b="1"/>
            </a:br>
            <a:br>
              <a:rPr lang="en-US"/>
            </a:br>
            <a:r>
              <a:rPr lang="en-US" i="1"/>
              <a:t>Naik ke surga, duduk di sebelah kanan</a:t>
            </a:r>
            <a:br>
              <a:rPr lang="en-US" i="1"/>
            </a:br>
            <a:r>
              <a:rPr lang="en-US" i="1"/>
              <a:t>Allah Bapa yang Maha Kuasa.</a:t>
            </a:r>
            <a:br>
              <a:rPr lang="en-US" i="1"/>
            </a:br>
            <a:r>
              <a:rPr lang="en-US" i="1"/>
              <a:t>Dan dari sana Ia akan datang untuk menghakimi</a:t>
            </a:r>
            <a:br>
              <a:rPr lang="en-US" i="1"/>
            </a:br>
            <a:r>
              <a:rPr lang="en-US" i="1"/>
              <a:t>orang yang hidup dan yang mati.</a:t>
            </a:r>
            <a:endParaRPr i="1"/>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91"/>
        <p:cNvGrpSpPr/>
        <p:nvPr/>
      </p:nvGrpSpPr>
      <p:grpSpPr>
        <a:xfrm>
          <a:off x="0" y="0"/>
          <a:ext cx="0" cy="0"/>
          <a:chOff x="0" y="0"/>
          <a:chExt cx="0" cy="0"/>
        </a:xfrm>
      </p:grpSpPr>
      <p:sp>
        <p:nvSpPr>
          <p:cNvPr id="392" name="Google Shape;392;p65"/>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Ich glaube an den Heiligen Geist,</a:t>
            </a:r>
            <a:br>
              <a:rPr lang="en-US" b="1"/>
            </a:br>
            <a:r>
              <a:rPr lang="en-US" b="1"/>
              <a:t>die heilige christliche Kirche,</a:t>
            </a:r>
            <a:br>
              <a:rPr lang="en-US" b="1"/>
            </a:br>
            <a:r>
              <a:rPr lang="en-US" b="1"/>
              <a:t>Gemeinschaft der Heiligen,</a:t>
            </a:r>
            <a:br>
              <a:rPr lang="en-US" b="1"/>
            </a:br>
            <a:br>
              <a:rPr lang="en-US"/>
            </a:br>
            <a:r>
              <a:rPr lang="en-US" i="1"/>
              <a:t>Aku percaya kepada Roh Kudus,</a:t>
            </a:r>
            <a:br>
              <a:rPr lang="en-US" i="1"/>
            </a:br>
            <a:r>
              <a:rPr lang="en-US" i="1"/>
              <a:t>Gereja yang kudus dan am,</a:t>
            </a:r>
            <a:br>
              <a:rPr lang="en-US" i="1"/>
            </a:br>
            <a:r>
              <a:rPr lang="en-US" i="1"/>
              <a:t>persekutuan orang kudus,</a:t>
            </a:r>
            <a:endParaRPr i="1"/>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96"/>
        <p:cNvGrpSpPr/>
        <p:nvPr/>
      </p:nvGrpSpPr>
      <p:grpSpPr>
        <a:xfrm>
          <a:off x="0" y="0"/>
          <a:ext cx="0" cy="0"/>
          <a:chOff x="0" y="0"/>
          <a:chExt cx="0" cy="0"/>
        </a:xfrm>
      </p:grpSpPr>
      <p:sp>
        <p:nvSpPr>
          <p:cNvPr id="397" name="Google Shape;397;p66"/>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Vergebung der Sünden,</a:t>
            </a:r>
            <a:br>
              <a:rPr lang="en-US" b="1"/>
            </a:br>
            <a:r>
              <a:rPr lang="en-US" b="1"/>
              <a:t>Auferstehung der Toten </a:t>
            </a:r>
            <a:br>
              <a:rPr lang="en-US" b="1"/>
            </a:br>
            <a:r>
              <a:rPr lang="en-US" b="1"/>
              <a:t>und das ewige Leben. Amen.</a:t>
            </a:r>
            <a:br>
              <a:rPr lang="en-US"/>
            </a:br>
            <a:br>
              <a:rPr lang="en-US"/>
            </a:br>
            <a:r>
              <a:rPr lang="en-US" i="1"/>
              <a:t>pengampunan dosa,</a:t>
            </a:r>
            <a:br>
              <a:rPr lang="en-US" i="1"/>
            </a:br>
            <a:r>
              <a:rPr lang="en-US" i="1"/>
              <a:t>kebangkitan tubuh,</a:t>
            </a:r>
            <a:br>
              <a:rPr lang="en-US" i="1"/>
            </a:br>
            <a:r>
              <a:rPr lang="en-US" i="1"/>
              <a:t>dan hidup yang kekal. Amin.</a:t>
            </a:r>
            <a:endParaRPr i="1"/>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Shape 405"/>
        <p:cNvGrpSpPr/>
        <p:nvPr/>
      </p:nvGrpSpPr>
      <p:grpSpPr>
        <a:xfrm>
          <a:off x="0" y="0"/>
          <a:ext cx="0" cy="0"/>
          <a:chOff x="0" y="0"/>
          <a:chExt cx="0" cy="0"/>
        </a:xfrm>
      </p:grpSpPr>
      <p:sp>
        <p:nvSpPr>
          <p:cNvPr id="406" name="Google Shape;406;p40"/>
          <p:cNvSpPr txBox="1">
            <a:spLocks noGrp="1"/>
          </p:cNvSpPr>
          <p:nvPr>
            <p:ph type="ctrTitle" idx="4294967295"/>
          </p:nvPr>
        </p:nvSpPr>
        <p:spPr>
          <a:xfrm>
            <a:off x="0" y="2789238"/>
            <a:ext cx="11360150" cy="1195387"/>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Evangelisation (blau)</a:t>
            </a:r>
            <a:endParaRPr sz="4800" b="1" i="0" u="sng" strike="noStrike" cap="none">
              <a:solidFill>
                <a:schemeClr val="dk1"/>
              </a:solidFill>
              <a:latin typeface="Roboto Condensed"/>
              <a:ea typeface="Roboto Condensed"/>
              <a:cs typeface="Roboto Condensed"/>
              <a:sym typeface="Roboto Condensed"/>
            </a:endParaRPr>
          </a:p>
        </p:txBody>
      </p:sp>
      <p:sp>
        <p:nvSpPr>
          <p:cNvPr id="407" name="Google Shape;407;p40"/>
          <p:cNvSpPr txBox="1">
            <a:spLocks noGrp="1"/>
          </p:cNvSpPr>
          <p:nvPr>
            <p:ph type="subTitle" idx="4294967295"/>
          </p:nvPr>
        </p:nvSpPr>
        <p:spPr>
          <a:xfrm>
            <a:off x="0" y="2259013"/>
            <a:ext cx="11360150" cy="620712"/>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08" name="Google Shape;408;p40"/>
          <p:cNvSpPr txBox="1"/>
          <p:nvPr/>
        </p:nvSpPr>
        <p:spPr>
          <a:xfrm>
            <a:off x="424833"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Penginjilan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Shape 412"/>
        <p:cNvGrpSpPr/>
        <p:nvPr/>
      </p:nvGrpSpPr>
      <p:grpSpPr>
        <a:xfrm>
          <a:off x="0" y="0"/>
          <a:ext cx="0" cy="0"/>
          <a:chOff x="0" y="0"/>
          <a:chExt cx="0" cy="0"/>
        </a:xfrm>
      </p:grpSpPr>
      <p:sp>
        <p:nvSpPr>
          <p:cNvPr id="413" name="Google Shape;413;p42"/>
          <p:cNvSpPr txBox="1">
            <a:spLocks noGrp="1"/>
          </p:cNvSpPr>
          <p:nvPr>
            <p:ph type="ctrTitle" idx="4294967295"/>
          </p:nvPr>
        </p:nvSpPr>
        <p:spPr>
          <a:xfrm>
            <a:off x="0" y="2789238"/>
            <a:ext cx="11360150" cy="1195387"/>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Theologische Schule (blau)</a:t>
            </a:r>
            <a:endParaRPr sz="4800" b="1" i="0" u="sng" strike="noStrike" cap="none">
              <a:solidFill>
                <a:schemeClr val="dk1"/>
              </a:solidFill>
              <a:latin typeface="Roboto Condensed"/>
              <a:ea typeface="Roboto Condensed"/>
              <a:cs typeface="Roboto Condensed"/>
              <a:sym typeface="Roboto Condensed"/>
            </a:endParaRPr>
          </a:p>
        </p:txBody>
      </p:sp>
      <p:sp>
        <p:nvSpPr>
          <p:cNvPr id="414" name="Google Shape;414;p42"/>
          <p:cNvSpPr txBox="1">
            <a:spLocks noGrp="1"/>
          </p:cNvSpPr>
          <p:nvPr>
            <p:ph type="subTitle" idx="4294967295"/>
          </p:nvPr>
        </p:nvSpPr>
        <p:spPr>
          <a:xfrm>
            <a:off x="0" y="2259013"/>
            <a:ext cx="11360150" cy="620712"/>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15" name="Google Shape;415;p42"/>
          <p:cNvSpPr txBox="1"/>
          <p:nvPr/>
        </p:nvSpPr>
        <p:spPr>
          <a:xfrm>
            <a:off x="424833"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Sekolah Teologi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Shape 419"/>
        <p:cNvGrpSpPr/>
        <p:nvPr/>
      </p:nvGrpSpPr>
      <p:grpSpPr>
        <a:xfrm>
          <a:off x="0" y="0"/>
          <a:ext cx="0" cy="0"/>
          <a:chOff x="0" y="0"/>
          <a:chExt cx="0" cy="0"/>
        </a:xfrm>
      </p:grpSpPr>
      <p:sp>
        <p:nvSpPr>
          <p:cNvPr id="420" name="Google Shape;420;p44"/>
          <p:cNvSpPr txBox="1">
            <a:spLocks noGrp="1"/>
          </p:cNvSpPr>
          <p:nvPr>
            <p:ph type="ctrTitle" idx="4294967295"/>
          </p:nvPr>
        </p:nvSpPr>
        <p:spPr>
          <a:xfrm>
            <a:off x="0" y="2789238"/>
            <a:ext cx="11360150" cy="1195387"/>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Kulturelle Mandate (blau)</a:t>
            </a:r>
            <a:endParaRPr sz="4800" b="1" i="0" u="sng" strike="noStrike" cap="none">
              <a:solidFill>
                <a:schemeClr val="dk1"/>
              </a:solidFill>
              <a:latin typeface="Roboto Condensed"/>
              <a:ea typeface="Roboto Condensed"/>
              <a:cs typeface="Roboto Condensed"/>
              <a:sym typeface="Roboto Condensed"/>
            </a:endParaRPr>
          </a:p>
        </p:txBody>
      </p:sp>
      <p:sp>
        <p:nvSpPr>
          <p:cNvPr id="421" name="Google Shape;421;p44"/>
          <p:cNvSpPr txBox="1">
            <a:spLocks noGrp="1"/>
          </p:cNvSpPr>
          <p:nvPr>
            <p:ph type="subTitle" idx="4294967295"/>
          </p:nvPr>
        </p:nvSpPr>
        <p:spPr>
          <a:xfrm>
            <a:off x="0" y="2259013"/>
            <a:ext cx="11360150" cy="620712"/>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22" name="Google Shape;422;p44"/>
          <p:cNvSpPr txBox="1"/>
          <p:nvPr/>
        </p:nvSpPr>
        <p:spPr>
          <a:xfrm>
            <a:off x="424833"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Mandat Budaya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Shape 426"/>
        <p:cNvGrpSpPr/>
        <p:nvPr/>
      </p:nvGrpSpPr>
      <p:grpSpPr>
        <a:xfrm>
          <a:off x="0" y="0"/>
          <a:ext cx="0" cy="0"/>
          <a:chOff x="0" y="0"/>
          <a:chExt cx="0" cy="0"/>
        </a:xfrm>
      </p:grpSpPr>
      <p:sp>
        <p:nvSpPr>
          <p:cNvPr id="427" name="Google Shape;427;p45"/>
          <p:cNvSpPr txBox="1">
            <a:spLocks noGrp="1"/>
          </p:cNvSpPr>
          <p:nvPr>
            <p:ph type="ctrTitle" idx="4294967295"/>
          </p:nvPr>
        </p:nvSpPr>
        <p:spPr>
          <a:xfrm>
            <a:off x="415925" y="2913813"/>
            <a:ext cx="11360100" cy="1195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Kirchengebäude(blau)</a:t>
            </a:r>
            <a:endParaRPr sz="4800" b="1" i="0" u="sng" strike="noStrike" cap="none">
              <a:solidFill>
                <a:schemeClr val="dk1"/>
              </a:solidFill>
              <a:latin typeface="Roboto Condensed"/>
              <a:ea typeface="Roboto Condensed"/>
              <a:cs typeface="Roboto Condensed"/>
              <a:sym typeface="Roboto Condensed"/>
            </a:endParaRPr>
          </a:p>
        </p:txBody>
      </p:sp>
      <p:sp>
        <p:nvSpPr>
          <p:cNvPr id="428" name="Google Shape;428;p45"/>
          <p:cNvSpPr txBox="1">
            <a:spLocks noGrp="1"/>
          </p:cNvSpPr>
          <p:nvPr>
            <p:ph type="subTitle" idx="4294967295"/>
          </p:nvPr>
        </p:nvSpPr>
        <p:spPr>
          <a:xfrm>
            <a:off x="415592" y="2293113"/>
            <a:ext cx="11360100" cy="6207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29" name="Google Shape;429;p45"/>
          <p:cNvSpPr txBox="1"/>
          <p:nvPr/>
        </p:nvSpPr>
        <p:spPr>
          <a:xfrm>
            <a:off x="415658" y="37832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Pembangunan Gedung Gereja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Shape 433"/>
        <p:cNvGrpSpPr/>
        <p:nvPr/>
      </p:nvGrpSpPr>
      <p:grpSpPr>
        <a:xfrm>
          <a:off x="0" y="0"/>
          <a:ext cx="0" cy="0"/>
          <a:chOff x="0" y="0"/>
          <a:chExt cx="0" cy="0"/>
        </a:xfrm>
      </p:grpSpPr>
      <p:sp>
        <p:nvSpPr>
          <p:cNvPr id="434" name="Google Shape;434;p46"/>
          <p:cNvSpPr txBox="1">
            <a:spLocks noGrp="1"/>
          </p:cNvSpPr>
          <p:nvPr>
            <p:ph type="ctrTitle" idx="4294967295"/>
          </p:nvPr>
        </p:nvSpPr>
        <p:spPr>
          <a:xfrm>
            <a:off x="0" y="2789238"/>
            <a:ext cx="11360150" cy="1195387"/>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Diakonie (blau)</a:t>
            </a:r>
            <a:endParaRPr sz="4800" b="1" i="0" u="sng" strike="noStrike" cap="none">
              <a:solidFill>
                <a:schemeClr val="dk1"/>
              </a:solidFill>
              <a:latin typeface="Roboto Condensed"/>
              <a:ea typeface="Roboto Condensed"/>
              <a:cs typeface="Roboto Condensed"/>
              <a:sym typeface="Roboto Condensed"/>
            </a:endParaRPr>
          </a:p>
        </p:txBody>
      </p:sp>
      <p:sp>
        <p:nvSpPr>
          <p:cNvPr id="435" name="Google Shape;435;p46"/>
          <p:cNvSpPr txBox="1">
            <a:spLocks noGrp="1"/>
          </p:cNvSpPr>
          <p:nvPr>
            <p:ph type="subTitle" idx="4294967295"/>
          </p:nvPr>
        </p:nvSpPr>
        <p:spPr>
          <a:xfrm>
            <a:off x="0" y="2259013"/>
            <a:ext cx="11360150" cy="620712"/>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36" name="Google Shape;436;p46"/>
          <p:cNvSpPr txBox="1"/>
          <p:nvPr/>
        </p:nvSpPr>
        <p:spPr>
          <a:xfrm>
            <a:off x="424833"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Diakonia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47" descr="Text&#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3" name="Picture 2" descr="A picture containing text, screenshot, font, design&#10;&#10;Description automatically generated">
            <a:extLst>
              <a:ext uri="{FF2B5EF4-FFF2-40B4-BE49-F238E27FC236}">
                <a16:creationId xmlns:a16="http://schemas.microsoft.com/office/drawing/2014/main" id="{EFB34FD8-5B52-42EA-8EC7-54D69421EB50}"/>
              </a:ext>
            </a:extLst>
          </p:cNvPr>
          <p:cNvPicPr>
            <a:picLocks noChangeAspect="1"/>
          </p:cNvPicPr>
          <p:nvPr/>
        </p:nvPicPr>
        <p:blipFill>
          <a:blip r:embed="rId4"/>
          <a:stretch>
            <a:fillRect/>
          </a:stretch>
        </p:blipFill>
        <p:spPr>
          <a:xfrm>
            <a:off x="0" y="0"/>
            <a:ext cx="12192000" cy="6858000"/>
          </a:xfrm>
          <a:prstGeom prst="rect">
            <a:avLst/>
          </a:prstGeom>
        </p:spPr>
      </p:pic>
      <p:pic>
        <p:nvPicPr>
          <p:cNvPr id="4" name="Picture 3" descr="A black background with white text&#10;&#10;Description automatically generated">
            <a:extLst>
              <a:ext uri="{FF2B5EF4-FFF2-40B4-BE49-F238E27FC236}">
                <a16:creationId xmlns:a16="http://schemas.microsoft.com/office/drawing/2014/main" id="{EDE0BB35-2B6E-4CCE-A628-83E10D34A0A5}"/>
              </a:ext>
            </a:extLst>
          </p:cNvPr>
          <p:cNvPicPr>
            <a:picLocks noChangeAspect="1"/>
          </p:cNvPicPr>
          <p:nvPr/>
        </p:nvPicPr>
        <p:blipFill>
          <a:blip r:embed="rId5"/>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47" descr="Text&#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3" name="Picture 2" descr="A picture containing text, screenshot, font, design&#10;&#10;Description automatically generated">
            <a:extLst>
              <a:ext uri="{FF2B5EF4-FFF2-40B4-BE49-F238E27FC236}">
                <a16:creationId xmlns:a16="http://schemas.microsoft.com/office/drawing/2014/main" id="{EFB34FD8-5B52-42EA-8EC7-54D69421EB50}"/>
              </a:ext>
            </a:extLst>
          </p:cNvPr>
          <p:cNvPicPr>
            <a:picLocks noChangeAspect="1"/>
          </p:cNvPicPr>
          <p:nvPr/>
        </p:nvPicPr>
        <p:blipFill>
          <a:blip r:embed="rId4"/>
          <a:stretch>
            <a:fillRect/>
          </a:stretch>
        </p:blipFill>
        <p:spPr>
          <a:xfrm>
            <a:off x="0" y="0"/>
            <a:ext cx="12192000" cy="6858000"/>
          </a:xfrm>
          <a:prstGeom prst="rect">
            <a:avLst/>
          </a:prstGeom>
        </p:spPr>
      </p:pic>
      <p:pic>
        <p:nvPicPr>
          <p:cNvPr id="4" name="Picture 3" descr="A black background with white text&#10;&#10;Description automatically generated">
            <a:extLst>
              <a:ext uri="{FF2B5EF4-FFF2-40B4-BE49-F238E27FC236}">
                <a16:creationId xmlns:a16="http://schemas.microsoft.com/office/drawing/2014/main" id="{EDE0BB35-2B6E-4CCE-A628-83E10D34A0A5}"/>
              </a:ext>
            </a:extLst>
          </p:cNvPr>
          <p:cNvPicPr>
            <a:picLocks noChangeAspect="1"/>
          </p:cNvPicPr>
          <p:nvPr/>
        </p:nvPicPr>
        <p:blipFill>
          <a:blip r:embed="rId5"/>
          <a:stretch>
            <a:fillRect/>
          </a:stretch>
        </p:blipFill>
        <p:spPr>
          <a:xfrm>
            <a:off x="0" y="0"/>
            <a:ext cx="12192000" cy="6858000"/>
          </a:xfrm>
          <a:prstGeom prst="rect">
            <a:avLst/>
          </a:prstGeom>
        </p:spPr>
      </p:pic>
      <p:pic>
        <p:nvPicPr>
          <p:cNvPr id="5" name="Picture 4" descr="A close-up of a computer screen&#10;&#10;Description automatically generated">
            <a:extLst>
              <a:ext uri="{FF2B5EF4-FFF2-40B4-BE49-F238E27FC236}">
                <a16:creationId xmlns:a16="http://schemas.microsoft.com/office/drawing/2014/main" id="{04DD9E67-12ED-4E7C-A7A5-D4BB9E830CAA}"/>
              </a:ext>
            </a:extLst>
          </p:cNvPr>
          <p:cNvPicPr>
            <a:picLocks noChangeAspect="1"/>
          </p:cNvPicPr>
          <p:nvPr/>
        </p:nvPicPr>
        <p:blipFill>
          <a:blip r:embed="rId6"/>
          <a:stretch>
            <a:fillRect/>
          </a:stretch>
        </p:blipFill>
        <p:spPr>
          <a:xfrm>
            <a:off x="0" y="0"/>
            <a:ext cx="12192000" cy="6858000"/>
          </a:xfrm>
          <a:prstGeom prst="rect">
            <a:avLst/>
          </a:prstGeom>
        </p:spPr>
      </p:pic>
    </p:spTree>
    <p:extLst>
      <p:ext uri="{BB962C8B-B14F-4D97-AF65-F5344CB8AC3E}">
        <p14:creationId xmlns:p14="http://schemas.microsoft.com/office/powerpoint/2010/main" val="11637773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47" descr="Text&#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3" name="Picture 2" descr="A picture containing text, screenshot, font, design&#10;&#10;Description automatically generated">
            <a:extLst>
              <a:ext uri="{FF2B5EF4-FFF2-40B4-BE49-F238E27FC236}">
                <a16:creationId xmlns:a16="http://schemas.microsoft.com/office/drawing/2014/main" id="{EFB34FD8-5B52-42EA-8EC7-54D69421EB50}"/>
              </a:ext>
            </a:extLst>
          </p:cNvPr>
          <p:cNvPicPr>
            <a:picLocks noChangeAspect="1"/>
          </p:cNvPicPr>
          <p:nvPr/>
        </p:nvPicPr>
        <p:blipFill>
          <a:blip r:embed="rId4"/>
          <a:stretch>
            <a:fillRect/>
          </a:stretch>
        </p:blipFill>
        <p:spPr>
          <a:xfrm>
            <a:off x="0" y="0"/>
            <a:ext cx="12192000" cy="6858000"/>
          </a:xfrm>
          <a:prstGeom prst="rect">
            <a:avLst/>
          </a:prstGeom>
        </p:spPr>
      </p:pic>
      <p:pic>
        <p:nvPicPr>
          <p:cNvPr id="4" name="Picture 3" descr="A black background with white text&#10;&#10;Description automatically generated">
            <a:extLst>
              <a:ext uri="{FF2B5EF4-FFF2-40B4-BE49-F238E27FC236}">
                <a16:creationId xmlns:a16="http://schemas.microsoft.com/office/drawing/2014/main" id="{EDE0BB35-2B6E-4CCE-A628-83E10D34A0A5}"/>
              </a:ext>
            </a:extLst>
          </p:cNvPr>
          <p:cNvPicPr>
            <a:picLocks noChangeAspect="1"/>
          </p:cNvPicPr>
          <p:nvPr/>
        </p:nvPicPr>
        <p:blipFill>
          <a:blip r:embed="rId5"/>
          <a:stretch>
            <a:fillRect/>
          </a:stretch>
        </p:blipFill>
        <p:spPr>
          <a:xfrm>
            <a:off x="0" y="0"/>
            <a:ext cx="12192000" cy="6858000"/>
          </a:xfrm>
          <a:prstGeom prst="rect">
            <a:avLst/>
          </a:prstGeom>
        </p:spPr>
      </p:pic>
      <p:pic>
        <p:nvPicPr>
          <p:cNvPr id="5" name="Picture 4" descr="A close-up of a black background&#10;&#10;Description automatically generated">
            <a:extLst>
              <a:ext uri="{FF2B5EF4-FFF2-40B4-BE49-F238E27FC236}">
                <a16:creationId xmlns:a16="http://schemas.microsoft.com/office/drawing/2014/main" id="{FC878435-FD64-4EC3-904E-B8758D2CB918}"/>
              </a:ext>
            </a:extLst>
          </p:cNvPr>
          <p:cNvPicPr>
            <a:picLocks noChangeAspect="1"/>
          </p:cNvPicPr>
          <p:nvPr/>
        </p:nvPicPr>
        <p:blipFill>
          <a:blip r:embed="rId6"/>
          <a:stretch>
            <a:fillRect/>
          </a:stretch>
        </p:blipFill>
        <p:spPr>
          <a:xfrm>
            <a:off x="0" y="0"/>
            <a:ext cx="12192000" cy="6858000"/>
          </a:xfrm>
          <a:prstGeom prst="rect">
            <a:avLst/>
          </a:prstGeom>
        </p:spPr>
      </p:pic>
    </p:spTree>
    <p:extLst>
      <p:ext uri="{BB962C8B-B14F-4D97-AF65-F5344CB8AC3E}">
        <p14:creationId xmlns:p14="http://schemas.microsoft.com/office/powerpoint/2010/main" val="8371455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38"/>
        <p:cNvGrpSpPr/>
        <p:nvPr/>
      </p:nvGrpSpPr>
      <p:grpSpPr>
        <a:xfrm>
          <a:off x="0" y="0"/>
          <a:ext cx="0" cy="0"/>
          <a:chOff x="0" y="0"/>
          <a:chExt cx="0" cy="0"/>
        </a:xfrm>
      </p:grpSpPr>
      <p:pic>
        <p:nvPicPr>
          <p:cNvPr id="539" name="Google Shape;539;p83" descr="Diagram&#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43"/>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47"/>
        <p:cNvGrpSpPr/>
        <p:nvPr/>
      </p:nvGrpSpPr>
      <p:grpSpPr>
        <a:xfrm>
          <a:off x="0" y="0"/>
          <a:ext cx="0" cy="0"/>
          <a:chOff x="0" y="0"/>
          <a:chExt cx="0" cy="0"/>
        </a:xfrm>
      </p:grpSpPr>
      <p:sp>
        <p:nvSpPr>
          <p:cNvPr id="548" name="Google Shape;548;p49"/>
          <p:cNvSpPr txBox="1">
            <a:spLocks noGrp="1"/>
          </p:cNvSpPr>
          <p:nvPr>
            <p:ph type="ctrTitle" idx="4294967295"/>
          </p:nvPr>
        </p:nvSpPr>
        <p:spPr>
          <a:xfrm>
            <a:off x="415925" y="2480025"/>
            <a:ext cx="11360100" cy="11937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chemeClr val="dk1"/>
              </a:buClr>
              <a:buSzPts val="5200"/>
              <a:buFont typeface="Arial"/>
              <a:buNone/>
            </a:pPr>
            <a:r>
              <a:rPr lang="en-US" sz="4800" b="1" i="0" u="sng" strike="noStrike" cap="none">
                <a:solidFill>
                  <a:schemeClr val="dk1"/>
                </a:solidFill>
                <a:latin typeface="Roboto Condensed"/>
                <a:ea typeface="Roboto Condensed"/>
                <a:cs typeface="Roboto Condensed"/>
                <a:sym typeface="Roboto Condensed"/>
              </a:rPr>
              <a:t>Bekanntmachung</a:t>
            </a:r>
            <a:endParaRPr sz="4800" b="1" i="0" u="sng" strike="noStrike" cap="none">
              <a:solidFill>
                <a:schemeClr val="dk1"/>
              </a:solidFill>
              <a:latin typeface="Roboto Condensed"/>
              <a:ea typeface="Roboto Condensed"/>
              <a:cs typeface="Roboto Condensed"/>
              <a:sym typeface="Roboto Condensed"/>
            </a:endParaRPr>
          </a:p>
          <a:p>
            <a:pPr marL="0" marR="0" lvl="0" indent="0" algn="ctr" rtl="0">
              <a:lnSpc>
                <a:spcPct val="150000"/>
              </a:lnSpc>
              <a:spcBef>
                <a:spcPts val="0"/>
              </a:spcBef>
              <a:spcAft>
                <a:spcPts val="0"/>
              </a:spcAft>
              <a:buClr>
                <a:schemeClr val="dk1"/>
              </a:buClr>
              <a:buSzPts val="5200"/>
              <a:buFont typeface="Arial"/>
              <a:buNone/>
            </a:pPr>
            <a:r>
              <a:rPr lang="en-US" sz="2667" b="0" i="1" u="none" strike="noStrike" cap="none">
                <a:solidFill>
                  <a:schemeClr val="dk1"/>
                </a:solidFill>
                <a:latin typeface="Roboto Condensed"/>
                <a:ea typeface="Roboto Condensed"/>
                <a:cs typeface="Roboto Condensed"/>
                <a:sym typeface="Roboto Condensed"/>
              </a:rPr>
              <a:t>Warta Jemaat</a:t>
            </a:r>
            <a:endParaRPr sz="2667" b="0" i="1" u="none" strike="noStrike" cap="none">
              <a:solidFill>
                <a:schemeClr val="dk1"/>
              </a:solidFill>
              <a:latin typeface="Roboto Condensed"/>
              <a:ea typeface="Roboto Condensed"/>
              <a:cs typeface="Roboto Condensed"/>
              <a:sym typeface="Roboto Condensed"/>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Shape 547"/>
        <p:cNvGrpSpPr/>
        <p:nvPr/>
      </p:nvGrpSpPr>
      <p:grpSpPr>
        <a:xfrm>
          <a:off x="0" y="0"/>
          <a:ext cx="0" cy="0"/>
          <a:chOff x="0" y="0"/>
          <a:chExt cx="0" cy="0"/>
        </a:xfrm>
      </p:grpSpPr>
      <p:sp>
        <p:nvSpPr>
          <p:cNvPr id="548" name="Google Shape;548;p49"/>
          <p:cNvSpPr txBox="1">
            <a:spLocks noGrp="1"/>
          </p:cNvSpPr>
          <p:nvPr>
            <p:ph type="ctrTitle" idx="4294967295"/>
          </p:nvPr>
        </p:nvSpPr>
        <p:spPr>
          <a:xfrm>
            <a:off x="415925" y="2480025"/>
            <a:ext cx="11360100" cy="11937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chemeClr val="dk1"/>
              </a:buClr>
              <a:buSzPts val="5200"/>
              <a:buFont typeface="Arial"/>
              <a:buNone/>
            </a:pPr>
            <a:r>
              <a:rPr lang="en-US" sz="4800" b="1" i="0" u="sng" strike="noStrike" cap="none">
                <a:solidFill>
                  <a:schemeClr val="dk1"/>
                </a:solidFill>
                <a:latin typeface="Roboto Condensed"/>
                <a:ea typeface="Roboto Condensed"/>
                <a:cs typeface="Roboto Condensed"/>
                <a:sym typeface="Roboto Condensed"/>
              </a:rPr>
              <a:t>Bekanntmachung</a:t>
            </a:r>
            <a:endParaRPr sz="4800" b="1" i="0" u="sng" strike="noStrike" cap="none">
              <a:solidFill>
                <a:schemeClr val="dk1"/>
              </a:solidFill>
              <a:latin typeface="Roboto Condensed"/>
              <a:ea typeface="Roboto Condensed"/>
              <a:cs typeface="Roboto Condensed"/>
              <a:sym typeface="Roboto Condensed"/>
            </a:endParaRPr>
          </a:p>
          <a:p>
            <a:pPr marL="0" marR="0" lvl="0" indent="0" algn="ctr" rtl="0">
              <a:lnSpc>
                <a:spcPct val="150000"/>
              </a:lnSpc>
              <a:spcBef>
                <a:spcPts val="0"/>
              </a:spcBef>
              <a:spcAft>
                <a:spcPts val="0"/>
              </a:spcAft>
              <a:buClr>
                <a:schemeClr val="dk1"/>
              </a:buClr>
              <a:buSzPts val="5200"/>
              <a:buFont typeface="Arial"/>
              <a:buNone/>
            </a:pPr>
            <a:r>
              <a:rPr lang="en-US" sz="2667" b="0" i="1" u="none" strike="noStrike" cap="none">
                <a:solidFill>
                  <a:schemeClr val="dk1"/>
                </a:solidFill>
                <a:latin typeface="Roboto Condensed"/>
                <a:ea typeface="Roboto Condensed"/>
                <a:cs typeface="Roboto Condensed"/>
                <a:sym typeface="Roboto Condensed"/>
              </a:rPr>
              <a:t>Warta Jemaat</a:t>
            </a:r>
            <a:endParaRPr sz="2667" b="0" i="1" u="none" strike="noStrike" cap="none">
              <a:solidFill>
                <a:schemeClr val="dk1"/>
              </a:solidFill>
              <a:latin typeface="Roboto Condensed"/>
              <a:ea typeface="Roboto Condensed"/>
              <a:cs typeface="Roboto Condensed"/>
              <a:sym typeface="Roboto Condensed"/>
            </a:endParaRPr>
          </a:p>
        </p:txBody>
      </p:sp>
      <p:pic>
        <p:nvPicPr>
          <p:cNvPr id="3" name="Picture 2" descr="A picture containing text, poster, human face, person&#10;&#10;Description automatically generated">
            <a:extLst>
              <a:ext uri="{FF2B5EF4-FFF2-40B4-BE49-F238E27FC236}">
                <a16:creationId xmlns:a16="http://schemas.microsoft.com/office/drawing/2014/main" id="{7CC08B1F-3797-4B20-AE09-A9AFA5FD448C}"/>
              </a:ext>
            </a:extLst>
          </p:cNvPr>
          <p:cNvPicPr>
            <a:picLocks noChangeAspect="1"/>
          </p:cNvPicPr>
          <p:nvPr/>
        </p:nvPicPr>
        <p:blipFill>
          <a:blip r:embed="rId3"/>
          <a:stretch>
            <a:fillRect/>
          </a:stretch>
        </p:blipFill>
        <p:spPr>
          <a:xfrm>
            <a:off x="2667000" y="0"/>
            <a:ext cx="6858000" cy="6858000"/>
          </a:xfrm>
          <a:prstGeom prst="rect">
            <a:avLst/>
          </a:prstGeom>
        </p:spPr>
      </p:pic>
      <p:pic>
        <p:nvPicPr>
          <p:cNvPr id="4" name="Picture 3" descr="A black and white poster with text and images&#10;&#10;Description automatically generated">
            <a:extLst>
              <a:ext uri="{FF2B5EF4-FFF2-40B4-BE49-F238E27FC236}">
                <a16:creationId xmlns:a16="http://schemas.microsoft.com/office/drawing/2014/main" id="{E85B54D5-2645-443E-A3D8-35064FDAA880}"/>
              </a:ext>
            </a:extLst>
          </p:cNvPr>
          <p:cNvPicPr>
            <a:picLocks noChangeAspect="1"/>
          </p:cNvPicPr>
          <p:nvPr/>
        </p:nvPicPr>
        <p:blipFill>
          <a:blip r:embed="rId4"/>
          <a:stretch>
            <a:fillRect/>
          </a:stretch>
        </p:blipFill>
        <p:spPr>
          <a:xfrm>
            <a:off x="2667000" y="0"/>
            <a:ext cx="6858000" cy="6858000"/>
          </a:xfrm>
          <a:prstGeom prst="rect">
            <a:avLst/>
          </a:prstGeom>
        </p:spPr>
      </p:pic>
    </p:spTree>
    <p:extLst>
      <p:ext uri="{BB962C8B-B14F-4D97-AF65-F5344CB8AC3E}">
        <p14:creationId xmlns:p14="http://schemas.microsoft.com/office/powerpoint/2010/main" val="12018686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52"/>
        <p:cNvGrpSpPr/>
        <p:nvPr/>
      </p:nvGrpSpPr>
      <p:grpSpPr>
        <a:xfrm>
          <a:off x="0" y="0"/>
          <a:ext cx="0" cy="0"/>
          <a:chOff x="0" y="0"/>
          <a:chExt cx="0" cy="0"/>
        </a:xfrm>
      </p:grpSpPr>
      <p:pic>
        <p:nvPicPr>
          <p:cNvPr id="553" name="Google Shape;553;p56"/>
          <p:cNvPicPr preferRelativeResize="0"/>
          <p:nvPr/>
        </p:nvPicPr>
        <p:blipFill rotWithShape="1">
          <a:blip r:embed="rId3">
            <a:alphaModFix/>
          </a:blip>
          <a:srcRect/>
          <a:stretch/>
        </p:blipFill>
        <p:spPr>
          <a:xfrm>
            <a:off x="1364770" y="0"/>
            <a:ext cx="9462459" cy="685800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557"/>
        <p:cNvGrpSpPr/>
        <p:nvPr/>
      </p:nvGrpSpPr>
      <p:grpSpPr>
        <a:xfrm>
          <a:off x="0" y="0"/>
          <a:ext cx="0" cy="0"/>
          <a:chOff x="0" y="0"/>
          <a:chExt cx="0" cy="0"/>
        </a:xfrm>
      </p:grpSpPr>
      <p:pic>
        <p:nvPicPr>
          <p:cNvPr id="558" name="Google Shape;558;p51" descr="aaron-burden-UIib0bAvWfs-unsplash.jpg"/>
          <p:cNvPicPr preferRelativeResize="0"/>
          <p:nvPr/>
        </p:nvPicPr>
        <p:blipFill rotWithShape="1">
          <a:blip r:embed="rId3">
            <a:alphaModFix/>
          </a:blip>
          <a:srcRect/>
          <a:stretch/>
        </p:blipFill>
        <p:spPr>
          <a:xfrm>
            <a:off x="1524000" y="0"/>
            <a:ext cx="9144000" cy="6858000"/>
          </a:xfrm>
          <a:prstGeom prst="rect">
            <a:avLst/>
          </a:prstGeom>
          <a:noFill/>
          <a:ln>
            <a:noFill/>
          </a:ln>
        </p:spPr>
      </p:pic>
      <p:sp>
        <p:nvSpPr>
          <p:cNvPr id="559" name="Google Shape;559;p51"/>
          <p:cNvSpPr/>
          <p:nvPr/>
        </p:nvSpPr>
        <p:spPr>
          <a:xfrm>
            <a:off x="5547300" y="1577076"/>
            <a:ext cx="5120700" cy="1607700"/>
          </a:xfrm>
          <a:prstGeom prst="rect">
            <a:avLst/>
          </a:prstGeom>
          <a:solidFill>
            <a:srgbClr val="FFFFFF">
              <a:alpha val="47843"/>
            </a:srgbClr>
          </a:solidFill>
          <a:ln>
            <a:noFill/>
          </a:ln>
          <a:effectLst>
            <a:outerShdw blurRad="40000" dist="23000" dir="5400000" rotWithShape="0">
              <a:srgbClr val="000000">
                <a:alpha val="28627"/>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r>
              <a:rPr lang="en-US" sz="3600" dirty="0">
                <a:latin typeface="Corsiva"/>
                <a:ea typeface="Corsiva"/>
                <a:cs typeface="Corsiva"/>
                <a:sym typeface="Corsiva"/>
              </a:rPr>
              <a:t>Seminar </a:t>
            </a:r>
            <a:r>
              <a:rPr lang="en-US" sz="3600" dirty="0" err="1">
                <a:latin typeface="Corsiva"/>
                <a:ea typeface="Corsiva"/>
                <a:cs typeface="Corsiva"/>
                <a:sym typeface="Corsiva"/>
              </a:rPr>
              <a:t>Pdt</a:t>
            </a:r>
            <a:r>
              <a:rPr lang="en-US" sz="3600" dirty="0">
                <a:latin typeface="Corsiva"/>
                <a:ea typeface="Corsiva"/>
                <a:cs typeface="Corsiva"/>
                <a:sym typeface="Corsiva"/>
              </a:rPr>
              <a:t>. Billy </a:t>
            </a:r>
            <a:r>
              <a:rPr lang="en-US" sz="3600" dirty="0" err="1">
                <a:latin typeface="Corsiva"/>
                <a:ea typeface="Corsiva"/>
                <a:cs typeface="Corsiva"/>
                <a:sym typeface="Corsiva"/>
              </a:rPr>
              <a:t>Kristanto</a:t>
            </a:r>
            <a:r>
              <a:rPr lang="en-US" sz="3600" b="0" i="0" u="none" strike="noStrike" cap="none" dirty="0">
                <a:solidFill>
                  <a:srgbClr val="000000"/>
                </a:solidFill>
                <a:latin typeface="Corsiva"/>
                <a:ea typeface="Corsiva"/>
                <a:cs typeface="Corsiva"/>
                <a:sym typeface="Corsiva"/>
              </a:rPr>
              <a:t> </a:t>
            </a:r>
            <a:br>
              <a:rPr lang="en-US" sz="3600" b="0" i="0" u="none" strike="noStrike" cap="none" dirty="0">
                <a:solidFill>
                  <a:srgbClr val="000000"/>
                </a:solidFill>
                <a:latin typeface="Corsiva"/>
                <a:ea typeface="Corsiva"/>
                <a:cs typeface="Corsiva"/>
                <a:sym typeface="Corsiva"/>
              </a:rPr>
            </a:br>
            <a:r>
              <a:rPr lang="en-US" sz="2000" b="0" i="0" u="none" strike="noStrike" cap="none" dirty="0" err="1">
                <a:solidFill>
                  <a:srgbClr val="000000"/>
                </a:solidFill>
                <a:latin typeface="Arial"/>
                <a:ea typeface="Arial"/>
                <a:cs typeface="Arial"/>
                <a:sym typeface="Arial"/>
              </a:rPr>
              <a:t>Setiap</a:t>
            </a:r>
            <a:r>
              <a:rPr lang="en-US" sz="2000" b="0" i="0" u="none" strike="noStrike" cap="none" dirty="0">
                <a:solidFill>
                  <a:srgbClr val="000000"/>
                </a:solidFill>
                <a:latin typeface="Arial"/>
                <a:ea typeface="Arial"/>
                <a:cs typeface="Arial"/>
                <a:sym typeface="Arial"/>
              </a:rPr>
              <a:t> </a:t>
            </a:r>
            <a:r>
              <a:rPr lang="en-US" sz="2000" b="0" i="0" u="none" strike="noStrike" cap="none" dirty="0" err="1">
                <a:solidFill>
                  <a:srgbClr val="000000"/>
                </a:solidFill>
                <a:latin typeface="Arial"/>
                <a:ea typeface="Arial"/>
                <a:cs typeface="Arial"/>
                <a:sym typeface="Arial"/>
              </a:rPr>
              <a:t>Sabtu</a:t>
            </a:r>
            <a:r>
              <a:rPr lang="en-US" sz="2000" b="0" i="0" u="none" strike="noStrike" cap="none" dirty="0">
                <a:solidFill>
                  <a:srgbClr val="000000"/>
                </a:solidFill>
                <a:latin typeface="Arial"/>
                <a:ea typeface="Arial"/>
                <a:cs typeface="Arial"/>
                <a:sym typeface="Arial"/>
              </a:rPr>
              <a:t>, 11.00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 </a:t>
            </a:r>
            <a:endParaRPr sz="1400" b="0" i="0" u="none" strike="noStrike" cap="none" dirty="0">
              <a:solidFill>
                <a:srgbClr val="000000"/>
              </a:solidFill>
              <a:latin typeface="Arial"/>
              <a:ea typeface="Arial"/>
              <a:cs typeface="Arial"/>
              <a:sym typeface="Arial"/>
            </a:endParaRPr>
          </a:p>
        </p:txBody>
      </p:sp>
      <p:sp>
        <p:nvSpPr>
          <p:cNvPr id="560" name="Google Shape;560;p51"/>
          <p:cNvSpPr/>
          <p:nvPr/>
        </p:nvSpPr>
        <p:spPr>
          <a:xfrm>
            <a:off x="5547300" y="3442425"/>
            <a:ext cx="5120700" cy="1331400"/>
          </a:xfrm>
          <a:prstGeom prst="rect">
            <a:avLst/>
          </a:prstGeom>
          <a:solidFill>
            <a:srgbClr val="FFFFFF">
              <a:alpha val="47843"/>
            </a:srgbClr>
          </a:solidFill>
          <a:ln>
            <a:noFill/>
          </a:ln>
          <a:effectLst>
            <a:outerShdw blurRad="40000" dist="23000" dir="5400000" rotWithShape="0">
              <a:srgbClr val="000000">
                <a:alpha val="28627"/>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r>
              <a:rPr lang="en-US" sz="3600" b="0" i="0" u="none" strike="noStrike" cap="none" dirty="0">
                <a:solidFill>
                  <a:srgbClr val="000000"/>
                </a:solidFill>
                <a:latin typeface="Corsiva"/>
                <a:ea typeface="Corsiva"/>
                <a:cs typeface="Corsiva"/>
                <a:sym typeface="Corsiva"/>
              </a:rPr>
              <a:t>Seminar </a:t>
            </a:r>
            <a:r>
              <a:rPr lang="en-US" sz="3600" b="0" i="0" u="none" strike="noStrike" cap="none" dirty="0" err="1">
                <a:solidFill>
                  <a:srgbClr val="000000"/>
                </a:solidFill>
                <a:latin typeface="Corsiva"/>
                <a:ea typeface="Corsiva"/>
                <a:cs typeface="Corsiva"/>
                <a:sym typeface="Corsiva"/>
              </a:rPr>
              <a:t>Pfr</a:t>
            </a:r>
            <a:r>
              <a:rPr lang="en-US" sz="3600" b="0" i="0" u="none" strike="noStrike" cap="none" dirty="0">
                <a:solidFill>
                  <a:srgbClr val="000000"/>
                </a:solidFill>
                <a:latin typeface="Corsiva"/>
                <a:ea typeface="Corsiva"/>
                <a:cs typeface="Corsiva"/>
                <a:sym typeface="Corsiva"/>
              </a:rPr>
              <a:t>. Billy </a:t>
            </a:r>
            <a:r>
              <a:rPr lang="en-US" sz="3600" b="0" i="0" u="none" strike="noStrike" cap="none" dirty="0" err="1">
                <a:solidFill>
                  <a:srgbClr val="000000"/>
                </a:solidFill>
                <a:latin typeface="Corsiva"/>
                <a:ea typeface="Corsiva"/>
                <a:cs typeface="Corsiva"/>
                <a:sym typeface="Corsiva"/>
              </a:rPr>
              <a:t>Kristanto</a:t>
            </a:r>
            <a:endParaRPr sz="20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err="1">
                <a:solidFill>
                  <a:srgbClr val="000000"/>
                </a:solidFill>
                <a:latin typeface="Arial"/>
                <a:ea typeface="Arial"/>
                <a:cs typeface="Arial"/>
                <a:sym typeface="Arial"/>
              </a:rPr>
              <a:t>Samstags</a:t>
            </a:r>
            <a:r>
              <a:rPr lang="en-US" sz="2000" b="0" i="0" u="none" strike="noStrike" cap="none" dirty="0">
                <a:solidFill>
                  <a:srgbClr val="000000"/>
                </a:solidFill>
                <a:latin typeface="Arial"/>
                <a:ea typeface="Arial"/>
                <a:cs typeface="Arial"/>
                <a:sym typeface="Arial"/>
              </a:rPr>
              <a:t>, 11.00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 </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Shape 564"/>
        <p:cNvGrpSpPr/>
        <p:nvPr/>
      </p:nvGrpSpPr>
      <p:grpSpPr>
        <a:xfrm>
          <a:off x="0" y="0"/>
          <a:ext cx="0" cy="0"/>
          <a:chOff x="0" y="0"/>
          <a:chExt cx="0" cy="0"/>
        </a:xfrm>
      </p:grpSpPr>
      <p:pic>
        <p:nvPicPr>
          <p:cNvPr id="565" name="Google Shape;565;g247ebc81067_0_54" descr="aaron-burden-UIib0bAvWfs-unsplash.jpg"/>
          <p:cNvPicPr preferRelativeResize="0"/>
          <p:nvPr/>
        </p:nvPicPr>
        <p:blipFill rotWithShape="1">
          <a:blip r:embed="rId3">
            <a:alphaModFix/>
          </a:blip>
          <a:srcRect/>
          <a:stretch/>
        </p:blipFill>
        <p:spPr>
          <a:xfrm>
            <a:off x="1524000" y="0"/>
            <a:ext cx="9144000" cy="6858000"/>
          </a:xfrm>
          <a:prstGeom prst="rect">
            <a:avLst/>
          </a:prstGeom>
          <a:noFill/>
          <a:ln>
            <a:noFill/>
          </a:ln>
        </p:spPr>
      </p:pic>
      <p:sp>
        <p:nvSpPr>
          <p:cNvPr id="566" name="Google Shape;566;g247ebc81067_0_54"/>
          <p:cNvSpPr/>
          <p:nvPr/>
        </p:nvSpPr>
        <p:spPr>
          <a:xfrm>
            <a:off x="5547300" y="1577076"/>
            <a:ext cx="5120700" cy="1607700"/>
          </a:xfrm>
          <a:prstGeom prst="rect">
            <a:avLst/>
          </a:prstGeom>
          <a:solidFill>
            <a:srgbClr val="FFFFFF">
              <a:alpha val="47840"/>
            </a:srgbClr>
          </a:solidFill>
          <a:ln>
            <a:noFill/>
          </a:ln>
          <a:effectLst>
            <a:outerShdw blurRad="40000" dist="23000" dir="5400000" rotWithShape="0">
              <a:srgbClr val="000000">
                <a:alpha val="28630"/>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r>
              <a:rPr lang="en-US" sz="3600" dirty="0">
                <a:latin typeface="Corsiva"/>
                <a:ea typeface="Corsiva"/>
                <a:cs typeface="Corsiva"/>
                <a:sym typeface="Corsiva"/>
              </a:rPr>
              <a:t>SPIK </a:t>
            </a:r>
            <a:r>
              <a:rPr lang="en-US" sz="3600" dirty="0" err="1">
                <a:latin typeface="Corsiva"/>
                <a:ea typeface="Corsiva"/>
                <a:cs typeface="Corsiva"/>
                <a:sym typeface="Corsiva"/>
              </a:rPr>
              <a:t>Anthropologi</a:t>
            </a:r>
            <a:r>
              <a:rPr lang="en-US" sz="3600" dirty="0">
                <a:latin typeface="Corsiva"/>
                <a:ea typeface="Corsiva"/>
                <a:cs typeface="Corsiva"/>
                <a:sym typeface="Corsiva"/>
              </a:rPr>
              <a:t> 3</a:t>
            </a:r>
            <a:br>
              <a:rPr lang="en-US" sz="3600" b="0" i="0" u="none" strike="noStrike" cap="none" dirty="0">
                <a:solidFill>
                  <a:srgbClr val="000000"/>
                </a:solidFill>
                <a:latin typeface="Corsiva"/>
                <a:ea typeface="Corsiva"/>
                <a:cs typeface="Corsiva"/>
                <a:sym typeface="Corsiva"/>
              </a:rPr>
            </a:br>
            <a:r>
              <a:rPr lang="en-US" sz="2000" b="0" i="0" u="none" strike="noStrike" cap="none" dirty="0" err="1">
                <a:solidFill>
                  <a:srgbClr val="000000"/>
                </a:solidFill>
                <a:latin typeface="Arial"/>
                <a:ea typeface="Arial"/>
                <a:cs typeface="Arial"/>
                <a:sym typeface="Arial"/>
              </a:rPr>
              <a:t>Sabtu</a:t>
            </a:r>
            <a:r>
              <a:rPr lang="en-US" sz="2000" b="0" i="0" u="none" strike="noStrike" cap="none" dirty="0">
                <a:solidFill>
                  <a:srgbClr val="000000"/>
                </a:solidFill>
                <a:latin typeface="Arial"/>
                <a:ea typeface="Arial"/>
                <a:cs typeface="Arial"/>
                <a:sym typeface="Arial"/>
              </a:rPr>
              <a:t>, 11.00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 </a:t>
            </a:r>
            <a:endParaRPr sz="1400" b="0" i="0" u="none" strike="noStrike" cap="none" dirty="0">
              <a:solidFill>
                <a:srgbClr val="000000"/>
              </a:solidFill>
              <a:latin typeface="Arial"/>
              <a:ea typeface="Arial"/>
              <a:cs typeface="Arial"/>
              <a:sym typeface="Arial"/>
            </a:endParaRPr>
          </a:p>
        </p:txBody>
      </p:sp>
      <p:sp>
        <p:nvSpPr>
          <p:cNvPr id="567" name="Google Shape;567;g247ebc81067_0_54"/>
          <p:cNvSpPr/>
          <p:nvPr/>
        </p:nvSpPr>
        <p:spPr>
          <a:xfrm>
            <a:off x="5547300" y="3442425"/>
            <a:ext cx="5120700" cy="1331400"/>
          </a:xfrm>
          <a:prstGeom prst="rect">
            <a:avLst/>
          </a:prstGeom>
          <a:solidFill>
            <a:srgbClr val="FFFFFF">
              <a:alpha val="47840"/>
            </a:srgbClr>
          </a:solidFill>
          <a:ln>
            <a:noFill/>
          </a:ln>
          <a:effectLst>
            <a:outerShdw blurRad="40000" dist="23000" dir="5400000" rotWithShape="0">
              <a:srgbClr val="000000">
                <a:alpha val="28630"/>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r>
              <a:rPr lang="en-US" sz="3600" dirty="0">
                <a:latin typeface="Corsiva"/>
                <a:ea typeface="Corsiva"/>
                <a:cs typeface="Corsiva"/>
                <a:sym typeface="Corsiva"/>
              </a:rPr>
              <a:t>SPIK </a:t>
            </a:r>
            <a:r>
              <a:rPr lang="en-US" sz="3600" dirty="0" err="1">
                <a:latin typeface="Corsiva"/>
                <a:ea typeface="Corsiva"/>
                <a:cs typeface="Corsiva"/>
                <a:sym typeface="Corsiva"/>
              </a:rPr>
              <a:t>Anthropologi</a:t>
            </a:r>
            <a:r>
              <a:rPr lang="en-US" sz="3600" dirty="0">
                <a:latin typeface="Corsiva"/>
                <a:ea typeface="Corsiva"/>
                <a:cs typeface="Corsiva"/>
                <a:sym typeface="Corsiva"/>
              </a:rPr>
              <a:t> 3</a:t>
            </a:r>
            <a:endParaRPr sz="20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err="1">
                <a:solidFill>
                  <a:srgbClr val="000000"/>
                </a:solidFill>
                <a:latin typeface="Arial"/>
                <a:ea typeface="Arial"/>
                <a:cs typeface="Arial"/>
                <a:sym typeface="Arial"/>
              </a:rPr>
              <a:t>Samstag</a:t>
            </a:r>
            <a:r>
              <a:rPr lang="en-US" sz="2000" b="0" i="0" u="none" strike="noStrike" cap="none" dirty="0">
                <a:solidFill>
                  <a:srgbClr val="000000"/>
                </a:solidFill>
                <a:latin typeface="Arial"/>
                <a:ea typeface="Arial"/>
                <a:cs typeface="Arial"/>
                <a:sym typeface="Arial"/>
              </a:rPr>
              <a:t>, 11.00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 </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Shape 564"/>
        <p:cNvGrpSpPr/>
        <p:nvPr/>
      </p:nvGrpSpPr>
      <p:grpSpPr>
        <a:xfrm>
          <a:off x="0" y="0"/>
          <a:ext cx="0" cy="0"/>
          <a:chOff x="0" y="0"/>
          <a:chExt cx="0" cy="0"/>
        </a:xfrm>
      </p:grpSpPr>
      <p:pic>
        <p:nvPicPr>
          <p:cNvPr id="3" name="Grafik 2" descr="Ein Bild, das Text, Design enthält.&#10;&#10;Automatisch generierte Beschreibung">
            <a:extLst>
              <a:ext uri="{FF2B5EF4-FFF2-40B4-BE49-F238E27FC236}">
                <a16:creationId xmlns:a16="http://schemas.microsoft.com/office/drawing/2014/main" id="{A52E33B5-A71C-BBB5-9333-4258D2334417}"/>
              </a:ext>
            </a:extLst>
          </p:cNvPr>
          <p:cNvPicPr>
            <a:picLocks noChangeAspect="1"/>
          </p:cNvPicPr>
          <p:nvPr/>
        </p:nvPicPr>
        <p:blipFill>
          <a:blip r:embed="rId3"/>
          <a:stretch>
            <a:fillRect/>
          </a:stretch>
        </p:blipFill>
        <p:spPr>
          <a:xfrm>
            <a:off x="2667000" y="0"/>
            <a:ext cx="6858000" cy="6858000"/>
          </a:xfrm>
          <a:prstGeom prst="rect">
            <a:avLst/>
          </a:prstGeom>
        </p:spPr>
      </p:pic>
    </p:spTree>
    <p:extLst>
      <p:ext uri="{BB962C8B-B14F-4D97-AF65-F5344CB8AC3E}">
        <p14:creationId xmlns:p14="http://schemas.microsoft.com/office/powerpoint/2010/main" val="9724962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576"/>
        <p:cNvGrpSpPr/>
        <p:nvPr/>
      </p:nvGrpSpPr>
      <p:grpSpPr>
        <a:xfrm>
          <a:off x="0" y="0"/>
          <a:ext cx="0" cy="0"/>
          <a:chOff x="0" y="0"/>
          <a:chExt cx="0" cy="0"/>
        </a:xfrm>
      </p:grpSpPr>
      <p:pic>
        <p:nvPicPr>
          <p:cNvPr id="577" name="Google Shape;577;g238c28804b7_0_0" descr="akira-hojo-_86u_Y0oAaM-unsplash.jpg"/>
          <p:cNvPicPr preferRelativeResize="0"/>
          <p:nvPr/>
        </p:nvPicPr>
        <p:blipFill rotWithShape="1">
          <a:blip r:embed="rId3">
            <a:alphaModFix/>
          </a:blip>
          <a:srcRect l="6852" r="4266"/>
          <a:stretch/>
        </p:blipFill>
        <p:spPr>
          <a:xfrm>
            <a:off x="1524001" y="0"/>
            <a:ext cx="9144000" cy="6858002"/>
          </a:xfrm>
          <a:prstGeom prst="rect">
            <a:avLst/>
          </a:prstGeom>
          <a:noFill/>
          <a:ln>
            <a:noFill/>
          </a:ln>
        </p:spPr>
      </p:pic>
      <p:sp>
        <p:nvSpPr>
          <p:cNvPr id="578" name="Google Shape;578;g238c28804b7_0_0"/>
          <p:cNvSpPr/>
          <p:nvPr/>
        </p:nvSpPr>
        <p:spPr>
          <a:xfrm>
            <a:off x="2905540" y="626166"/>
            <a:ext cx="7762500" cy="2802900"/>
          </a:xfrm>
          <a:prstGeom prst="rect">
            <a:avLst/>
          </a:prstGeom>
          <a:solidFill>
            <a:schemeClr val="dk1">
              <a:alpha val="47843"/>
            </a:schemeClr>
          </a:solidFill>
          <a:ln>
            <a:noFill/>
          </a:ln>
          <a:effectLst>
            <a:outerShdw blurRad="40000" dist="23000" dir="5400000" rotWithShape="0">
              <a:srgbClr val="000000">
                <a:alpha val="27843"/>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400"/>
              <a:buFont typeface="Arial"/>
              <a:buNone/>
            </a:pPr>
            <a:r>
              <a:rPr lang="en-US" sz="4400" b="0" i="0" u="none" strike="noStrike" cap="none" dirty="0">
                <a:solidFill>
                  <a:srgbClr val="000000"/>
                </a:solidFill>
                <a:latin typeface="Corsiva"/>
                <a:ea typeface="Corsiva"/>
                <a:cs typeface="Corsiva"/>
                <a:sym typeface="Corsiva"/>
              </a:rPr>
              <a:t>Ibadah </a:t>
            </a:r>
            <a:r>
              <a:rPr lang="en-US" sz="4400" b="0" i="0" u="none" strike="noStrike" cap="none" dirty="0" err="1">
                <a:solidFill>
                  <a:srgbClr val="000000"/>
                </a:solidFill>
                <a:latin typeface="Corsiva"/>
                <a:ea typeface="Corsiva"/>
                <a:cs typeface="Corsiva"/>
                <a:sym typeface="Corsiva"/>
              </a:rPr>
              <a:t>Minggu</a:t>
            </a:r>
            <a:r>
              <a:rPr lang="en-US" sz="4400" b="0" i="0" u="none" strike="noStrike" cap="none" dirty="0">
                <a:solidFill>
                  <a:srgbClr val="000000"/>
                </a:solidFill>
                <a:latin typeface="Corsiva"/>
                <a:ea typeface="Corsiva"/>
                <a:cs typeface="Corsiva"/>
                <a:sym typeface="Corsiva"/>
              </a:rPr>
              <a:t> &amp; </a:t>
            </a:r>
            <a:r>
              <a:rPr lang="en-US" sz="4400" b="0" i="0" u="none" strike="noStrike" cap="none" dirty="0" err="1">
                <a:solidFill>
                  <a:srgbClr val="000000"/>
                </a:solidFill>
                <a:latin typeface="Corsiva"/>
                <a:ea typeface="Corsiva"/>
                <a:cs typeface="Corsiva"/>
                <a:sym typeface="Corsiva"/>
              </a:rPr>
              <a:t>Perjamuan</a:t>
            </a:r>
            <a:r>
              <a:rPr lang="en-US" sz="4400" b="0" i="0" u="none" strike="noStrike" cap="none" dirty="0">
                <a:solidFill>
                  <a:srgbClr val="000000"/>
                </a:solidFill>
                <a:latin typeface="Corsiva"/>
                <a:ea typeface="Corsiva"/>
                <a:cs typeface="Corsiva"/>
                <a:sym typeface="Corsiva"/>
              </a:rPr>
              <a:t> Kudus </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4400"/>
              <a:buFont typeface="Arial"/>
              <a:buNone/>
            </a:pPr>
            <a:r>
              <a:rPr lang="en-US" sz="2000" b="0" i="0" u="none" strike="noStrike" cap="none" dirty="0" err="1">
                <a:solidFill>
                  <a:srgbClr val="000000"/>
                </a:solidFill>
                <a:latin typeface="Arial"/>
                <a:ea typeface="Arial"/>
                <a:cs typeface="Arial"/>
                <a:sym typeface="Arial"/>
              </a:rPr>
              <a:t>Minggu</a:t>
            </a:r>
            <a:r>
              <a:rPr lang="en-US" sz="2000" b="0" i="0" u="none" strike="noStrike" cap="none" dirty="0">
                <a:solidFill>
                  <a:srgbClr val="000000"/>
                </a:solidFill>
                <a:latin typeface="Arial"/>
                <a:ea typeface="Arial"/>
                <a:cs typeface="Arial"/>
                <a:sym typeface="Arial"/>
              </a:rPr>
              <a:t>, </a:t>
            </a:r>
            <a:r>
              <a:rPr lang="en-US" sz="2000" dirty="0"/>
              <a:t>9</a:t>
            </a:r>
            <a:r>
              <a:rPr lang="en-US" sz="2000" b="0" i="0" u="none" strike="noStrike" cap="none" dirty="0">
                <a:solidFill>
                  <a:srgbClr val="000000"/>
                </a:solidFill>
                <a:latin typeface="Arial"/>
                <a:ea typeface="Arial"/>
                <a:cs typeface="Arial"/>
                <a:sym typeface="Arial"/>
              </a:rPr>
              <a:t>.00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a:t>
            </a:r>
            <a:endParaRPr sz="1400" b="0" i="0" u="none" strike="noStrike" cap="none" dirty="0">
              <a:solidFill>
                <a:srgbClr val="000000"/>
              </a:solidFill>
              <a:latin typeface="Arial"/>
              <a:ea typeface="Arial"/>
              <a:cs typeface="Arial"/>
              <a:sym typeface="Arial"/>
            </a:endParaRPr>
          </a:p>
        </p:txBody>
      </p:sp>
      <p:sp>
        <p:nvSpPr>
          <p:cNvPr id="579" name="Google Shape;579;g238c28804b7_0_0"/>
          <p:cNvSpPr/>
          <p:nvPr/>
        </p:nvSpPr>
        <p:spPr>
          <a:xfrm>
            <a:off x="2905539" y="3737114"/>
            <a:ext cx="7762500" cy="1987800"/>
          </a:xfrm>
          <a:prstGeom prst="rect">
            <a:avLst/>
          </a:prstGeom>
          <a:solidFill>
            <a:schemeClr val="dk1">
              <a:alpha val="47843"/>
            </a:schemeClr>
          </a:solidFill>
          <a:ln>
            <a:noFill/>
          </a:ln>
          <a:effectLst>
            <a:outerShdw blurRad="40000" dist="23000" dir="5400000" rotWithShape="0">
              <a:srgbClr val="000000">
                <a:alpha val="27843"/>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400"/>
              <a:buFont typeface="Arial"/>
              <a:buNone/>
            </a:pPr>
            <a:r>
              <a:rPr lang="en-US" sz="4400" b="0" i="0" u="none" strike="noStrike" cap="none" dirty="0" err="1">
                <a:solidFill>
                  <a:srgbClr val="000000"/>
                </a:solidFill>
                <a:latin typeface="Corsiva"/>
                <a:ea typeface="Corsiva"/>
                <a:cs typeface="Corsiva"/>
                <a:sym typeface="Corsiva"/>
              </a:rPr>
              <a:t>Sonntagsgottesdienst</a:t>
            </a:r>
            <a:r>
              <a:rPr lang="en-US" sz="4400" b="0" i="0" u="none" strike="noStrike" cap="none" dirty="0">
                <a:solidFill>
                  <a:srgbClr val="000000"/>
                </a:solidFill>
                <a:latin typeface="Corsiva"/>
                <a:ea typeface="Corsiva"/>
                <a:cs typeface="Corsiva"/>
                <a:sym typeface="Corsiva"/>
              </a:rPr>
              <a:t> &amp; </a:t>
            </a:r>
            <a:r>
              <a:rPr lang="en-US" sz="4400" b="0" i="0" u="none" strike="noStrike" cap="none" dirty="0" err="1">
                <a:solidFill>
                  <a:srgbClr val="000000"/>
                </a:solidFill>
                <a:latin typeface="Corsiva"/>
                <a:ea typeface="Corsiva"/>
                <a:cs typeface="Corsiva"/>
                <a:sym typeface="Corsiva"/>
              </a:rPr>
              <a:t>Abendmahl</a:t>
            </a:r>
            <a:r>
              <a:rPr lang="en-US" sz="4400" b="0" i="0" u="none" strike="noStrike" cap="none" dirty="0">
                <a:solidFill>
                  <a:srgbClr val="000000"/>
                </a:solidFill>
                <a:latin typeface="Corsiva"/>
                <a:ea typeface="Corsiva"/>
                <a:cs typeface="Corsiva"/>
                <a:sym typeface="Corsiva"/>
              </a:rPr>
              <a:t> </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4400"/>
              <a:buFont typeface="Arial"/>
              <a:buNone/>
            </a:pPr>
            <a:r>
              <a:rPr lang="en-US" sz="2000" b="0" i="0" u="none" strike="noStrike" cap="none" dirty="0">
                <a:solidFill>
                  <a:srgbClr val="000000"/>
                </a:solidFill>
                <a:latin typeface="Arial"/>
                <a:ea typeface="Arial"/>
                <a:cs typeface="Arial"/>
                <a:sym typeface="Arial"/>
              </a:rPr>
              <a:t>Sunday, </a:t>
            </a:r>
            <a:r>
              <a:rPr lang="en-US" sz="2000" dirty="0"/>
              <a:t>9</a:t>
            </a:r>
            <a:r>
              <a:rPr lang="en-US" sz="2000" b="0" i="0" u="none" strike="noStrike" cap="none" dirty="0">
                <a:solidFill>
                  <a:srgbClr val="000000"/>
                </a:solidFill>
                <a:latin typeface="Arial"/>
                <a:ea typeface="Arial"/>
                <a:cs typeface="Arial"/>
                <a:sym typeface="Arial"/>
              </a:rPr>
              <a:t>.00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571"/>
        <p:cNvGrpSpPr/>
        <p:nvPr/>
      </p:nvGrpSpPr>
      <p:grpSpPr>
        <a:xfrm>
          <a:off x="0" y="0"/>
          <a:ext cx="0" cy="0"/>
          <a:chOff x="0" y="0"/>
          <a:chExt cx="0" cy="0"/>
        </a:xfrm>
      </p:grpSpPr>
      <p:pic>
        <p:nvPicPr>
          <p:cNvPr id="572" name="Google Shape;572;p52"/>
          <p:cNvPicPr preferRelativeResize="0"/>
          <p:nvPr/>
        </p:nvPicPr>
        <p:blipFill rotWithShape="1">
          <a:blip r:embed="rId3">
            <a:alphaModFix/>
          </a:blip>
          <a:srcRect/>
          <a:stretch/>
        </p:blipFill>
        <p:spPr>
          <a:xfrm>
            <a:off x="1437793" y="0"/>
            <a:ext cx="9316414" cy="685800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pic>
        <p:nvPicPr>
          <p:cNvPr id="506" name="Google Shape;506;p39" descr="patrick-fore-b_SHPU5M3nk-unsplash.jpg"/>
          <p:cNvPicPr preferRelativeResize="0"/>
          <p:nvPr/>
        </p:nvPicPr>
        <p:blipFill rotWithShape="1">
          <a:blip r:embed="rId3">
            <a:alphaModFix/>
          </a:blip>
          <a:srcRect l="3148" r="8133"/>
          <a:stretch/>
        </p:blipFill>
        <p:spPr>
          <a:xfrm>
            <a:off x="1524000" y="0"/>
            <a:ext cx="9144000" cy="6871214"/>
          </a:xfrm>
          <a:prstGeom prst="rect">
            <a:avLst/>
          </a:prstGeom>
          <a:noFill/>
          <a:ln>
            <a:noFill/>
          </a:ln>
        </p:spPr>
      </p:pic>
      <p:sp>
        <p:nvSpPr>
          <p:cNvPr id="507" name="Google Shape;507;p39"/>
          <p:cNvSpPr/>
          <p:nvPr/>
        </p:nvSpPr>
        <p:spPr>
          <a:xfrm>
            <a:off x="5494122" y="1461957"/>
            <a:ext cx="5232400" cy="1456809"/>
          </a:xfrm>
          <a:prstGeom prst="rect">
            <a:avLst/>
          </a:prstGeom>
          <a:solidFill>
            <a:srgbClr val="FFFFFF">
              <a:alpha val="52549"/>
            </a:srgbClr>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algn="ctr">
              <a:buSzPts val="4400"/>
            </a:pPr>
            <a:r>
              <a:rPr lang="de-DE" sz="4400" dirty="0" err="1">
                <a:latin typeface="Corsiva"/>
                <a:ea typeface="Corsiva"/>
                <a:cs typeface="Corsiva"/>
                <a:sym typeface="Corsiva"/>
              </a:rPr>
              <a:t>Persekutuan</a:t>
            </a:r>
            <a:r>
              <a:rPr lang="de-DE" sz="4400" dirty="0">
                <a:latin typeface="Corsiva"/>
                <a:ea typeface="Corsiva"/>
                <a:cs typeface="Corsiva"/>
                <a:sym typeface="Corsiva"/>
              </a:rPr>
              <a:t> </a:t>
            </a:r>
            <a:r>
              <a:rPr lang="de-DE" sz="4400" dirty="0" err="1">
                <a:latin typeface="Corsiva"/>
                <a:ea typeface="Corsiva"/>
                <a:cs typeface="Corsiva"/>
                <a:sym typeface="Corsiva"/>
              </a:rPr>
              <a:t>Doa</a:t>
            </a:r>
            <a:endParaRPr sz="4400" dirty="0">
              <a:latin typeface="Corsiva"/>
              <a:ea typeface="Corsiva"/>
              <a:cs typeface="Corsiva"/>
              <a:sym typeface="Corsiva"/>
            </a:endParaRPr>
          </a:p>
          <a:p>
            <a:pPr algn="ctr">
              <a:buSzPts val="2000"/>
            </a:pPr>
            <a:r>
              <a:rPr lang="de-DE" sz="2000" dirty="0" err="1"/>
              <a:t>Setiap</a:t>
            </a:r>
            <a:r>
              <a:rPr lang="de-DE" sz="2000" dirty="0"/>
              <a:t> </a:t>
            </a:r>
            <a:r>
              <a:rPr lang="de-DE" sz="2000" dirty="0" err="1"/>
              <a:t>Minggu</a:t>
            </a:r>
            <a:r>
              <a:rPr lang="de-DE" sz="2000" dirty="0"/>
              <a:t>, 11:00 CEST</a:t>
            </a:r>
            <a:endParaRPr dirty="0"/>
          </a:p>
          <a:p>
            <a:pPr algn="ctr">
              <a:buSzPts val="2000"/>
            </a:pPr>
            <a:r>
              <a:rPr lang="de-DE" sz="2000" dirty="0"/>
              <a:t>Berner Heerweg 60</a:t>
            </a:r>
            <a:endParaRPr dirty="0"/>
          </a:p>
        </p:txBody>
      </p:sp>
      <p:sp>
        <p:nvSpPr>
          <p:cNvPr id="508" name="Google Shape;508;p39"/>
          <p:cNvSpPr/>
          <p:nvPr/>
        </p:nvSpPr>
        <p:spPr>
          <a:xfrm>
            <a:off x="5494122" y="3135919"/>
            <a:ext cx="5232400" cy="1456809"/>
          </a:xfrm>
          <a:prstGeom prst="rect">
            <a:avLst/>
          </a:prstGeom>
          <a:solidFill>
            <a:srgbClr val="FFFFFF">
              <a:alpha val="52941"/>
            </a:srgbClr>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algn="ctr">
              <a:buSzPts val="4400"/>
            </a:pPr>
            <a:r>
              <a:rPr lang="de-DE" sz="4400" dirty="0">
                <a:latin typeface="Corsiva"/>
                <a:ea typeface="Corsiva"/>
                <a:cs typeface="Corsiva"/>
                <a:sym typeface="Corsiva"/>
              </a:rPr>
              <a:t>Gebetskreis</a:t>
            </a:r>
            <a:endParaRPr dirty="0"/>
          </a:p>
          <a:p>
            <a:pPr algn="ctr">
              <a:buSzPts val="2000"/>
            </a:pPr>
            <a:r>
              <a:rPr lang="de-DE" sz="2000" dirty="0"/>
              <a:t>Sonntags, 11.00 CEST</a:t>
            </a:r>
            <a:endParaRPr dirty="0"/>
          </a:p>
          <a:p>
            <a:pPr algn="ctr">
              <a:buSzPts val="2000"/>
            </a:pPr>
            <a:r>
              <a:rPr lang="de-DE" sz="2000" dirty="0"/>
              <a:t>Berner Heerweg 60</a:t>
            </a:r>
            <a:endParaRPr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83"/>
        <p:cNvGrpSpPr/>
        <p:nvPr/>
      </p:nvGrpSpPr>
      <p:grpSpPr>
        <a:xfrm>
          <a:off x="0" y="0"/>
          <a:ext cx="0" cy="0"/>
          <a:chOff x="0" y="0"/>
          <a:chExt cx="0" cy="0"/>
        </a:xfrm>
      </p:grpSpPr>
      <p:pic>
        <p:nvPicPr>
          <p:cNvPr id="584" name="Google Shape;584;g247ebc81067_0_0"/>
          <p:cNvPicPr preferRelativeResize="0"/>
          <p:nvPr/>
        </p:nvPicPr>
        <p:blipFill rotWithShape="1">
          <a:blip r:embed="rId3">
            <a:alphaModFix amt="74000"/>
          </a:blip>
          <a:srcRect/>
          <a:stretch/>
        </p:blipFill>
        <p:spPr>
          <a:xfrm>
            <a:off x="1524000" y="0"/>
            <a:ext cx="9144000" cy="6857999"/>
          </a:xfrm>
          <a:prstGeom prst="rect">
            <a:avLst/>
          </a:prstGeom>
          <a:noFill/>
          <a:ln>
            <a:noFill/>
          </a:ln>
        </p:spPr>
      </p:pic>
      <p:sp>
        <p:nvSpPr>
          <p:cNvPr id="585" name="Google Shape;585;g247ebc81067_0_0"/>
          <p:cNvSpPr/>
          <p:nvPr/>
        </p:nvSpPr>
        <p:spPr>
          <a:xfrm>
            <a:off x="5479398" y="1205264"/>
            <a:ext cx="5232300" cy="1625700"/>
          </a:xfrm>
          <a:prstGeom prst="rect">
            <a:avLst/>
          </a:prstGeom>
          <a:solidFill>
            <a:srgbClr val="FFFFFF">
              <a:alpha val="47450"/>
            </a:srgbClr>
          </a:solidFill>
          <a:ln>
            <a:noFill/>
          </a:ln>
          <a:effectLst>
            <a:outerShdw blurRad="40000" dist="23000" dir="5400000" rotWithShape="0">
              <a:srgbClr val="000000">
                <a:alpha val="29409"/>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r>
              <a:rPr lang="en-US" sz="4400" b="0" i="0" u="none" strike="noStrike" cap="none" dirty="0" err="1">
                <a:solidFill>
                  <a:srgbClr val="000000"/>
                </a:solidFill>
                <a:latin typeface="Corsiva"/>
                <a:ea typeface="Corsiva"/>
                <a:cs typeface="Corsiva"/>
                <a:sym typeface="Corsiva"/>
              </a:rPr>
              <a:t>Sekolah</a:t>
            </a:r>
            <a:r>
              <a:rPr lang="en-US" sz="4400" b="0" i="0" u="none" strike="noStrike" cap="none" dirty="0">
                <a:solidFill>
                  <a:srgbClr val="000000"/>
                </a:solidFill>
                <a:latin typeface="Corsiva"/>
                <a:ea typeface="Corsiva"/>
                <a:cs typeface="Corsiva"/>
                <a:sym typeface="Corsiva"/>
              </a:rPr>
              <a:t> </a:t>
            </a:r>
            <a:r>
              <a:rPr lang="en-US" sz="4400" b="0" i="0" u="none" strike="noStrike" cap="none" dirty="0" err="1">
                <a:solidFill>
                  <a:srgbClr val="000000"/>
                </a:solidFill>
                <a:latin typeface="Corsiva"/>
                <a:ea typeface="Corsiva"/>
                <a:cs typeface="Corsiva"/>
                <a:sym typeface="Corsiva"/>
              </a:rPr>
              <a:t>Minggu</a:t>
            </a:r>
            <a:endParaRPr sz="4400" b="0" i="0" u="none" strike="noStrike" cap="none" dirty="0">
              <a:solidFill>
                <a:srgbClr val="000000"/>
              </a:solidFill>
              <a:latin typeface="Corsiva"/>
              <a:ea typeface="Corsiva"/>
              <a:cs typeface="Corsiva"/>
              <a:sym typeface="Corsiva"/>
            </a:endParaRPr>
          </a:p>
          <a:p>
            <a:pPr marL="0" marR="0" lvl="0" indent="0" algn="ctr" rtl="0">
              <a:lnSpc>
                <a:spcPct val="100000"/>
              </a:lnSpc>
              <a:spcBef>
                <a:spcPts val="0"/>
              </a:spcBef>
              <a:spcAft>
                <a:spcPts val="0"/>
              </a:spcAft>
              <a:buNone/>
            </a:pPr>
            <a:r>
              <a:rPr lang="en-US" sz="2000" b="0" i="0" u="none" strike="noStrike" cap="none" dirty="0" err="1">
                <a:solidFill>
                  <a:srgbClr val="000000"/>
                </a:solidFill>
                <a:latin typeface="Arial"/>
                <a:ea typeface="Arial"/>
                <a:cs typeface="Arial"/>
                <a:sym typeface="Arial"/>
              </a:rPr>
              <a:t>Setiap</a:t>
            </a:r>
            <a:r>
              <a:rPr lang="en-US" sz="2000" b="0" i="0" u="none" strike="noStrike" cap="none" dirty="0">
                <a:solidFill>
                  <a:srgbClr val="000000"/>
                </a:solidFill>
                <a:latin typeface="Arial"/>
                <a:ea typeface="Arial"/>
                <a:cs typeface="Arial"/>
                <a:sym typeface="Arial"/>
              </a:rPr>
              <a:t> </a:t>
            </a:r>
            <a:r>
              <a:rPr lang="en-US" sz="2000" b="0" i="0" u="none" strike="noStrike" cap="none" dirty="0" err="1">
                <a:solidFill>
                  <a:srgbClr val="000000"/>
                </a:solidFill>
                <a:latin typeface="Arial"/>
                <a:ea typeface="Arial"/>
                <a:cs typeface="Arial"/>
                <a:sym typeface="Arial"/>
              </a:rPr>
              <a:t>Minggu</a:t>
            </a:r>
            <a:r>
              <a:rPr lang="en-US" sz="2000" b="0" i="0" u="none" strike="noStrike" cap="none" dirty="0">
                <a:solidFill>
                  <a:srgbClr val="000000"/>
                </a:solidFill>
                <a:latin typeface="Arial"/>
                <a:ea typeface="Arial"/>
                <a:cs typeface="Arial"/>
                <a:sym typeface="Arial"/>
              </a:rPr>
              <a:t>, </a:t>
            </a:r>
            <a:r>
              <a:rPr lang="en-US" sz="2000" dirty="0"/>
              <a:t>9</a:t>
            </a:r>
            <a:r>
              <a:rPr lang="en-US" sz="2000" b="0" i="0" u="none" strike="noStrike" cap="none" dirty="0">
                <a:solidFill>
                  <a:srgbClr val="000000"/>
                </a:solidFill>
                <a:latin typeface="Arial"/>
                <a:ea typeface="Arial"/>
                <a:cs typeface="Arial"/>
                <a:sym typeface="Arial"/>
              </a:rPr>
              <a:t>:00 CEST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a:t>
            </a:r>
            <a:endParaRPr sz="1400" b="0" i="0" u="none" strike="noStrike" cap="none" dirty="0">
              <a:solidFill>
                <a:srgbClr val="000000"/>
              </a:solidFill>
              <a:latin typeface="Arial"/>
              <a:ea typeface="Arial"/>
              <a:cs typeface="Arial"/>
              <a:sym typeface="Arial"/>
            </a:endParaRPr>
          </a:p>
        </p:txBody>
      </p:sp>
      <p:sp>
        <p:nvSpPr>
          <p:cNvPr id="586" name="Google Shape;586;g247ebc81067_0_0"/>
          <p:cNvSpPr/>
          <p:nvPr/>
        </p:nvSpPr>
        <p:spPr>
          <a:xfrm>
            <a:off x="5479398" y="2983265"/>
            <a:ext cx="5232300" cy="1625700"/>
          </a:xfrm>
          <a:prstGeom prst="rect">
            <a:avLst/>
          </a:prstGeom>
          <a:solidFill>
            <a:srgbClr val="FFFFFF">
              <a:alpha val="47450"/>
            </a:srgbClr>
          </a:solidFill>
          <a:ln>
            <a:noFill/>
          </a:ln>
          <a:effectLst>
            <a:outerShdw blurRad="40000" dist="23000" dir="5400000" rotWithShape="0">
              <a:srgbClr val="000000">
                <a:alpha val="29409"/>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r>
              <a:rPr lang="en-US" sz="4400" dirty="0" err="1">
                <a:latin typeface="Corsiva"/>
                <a:ea typeface="Corsiva"/>
                <a:cs typeface="Corsiva"/>
                <a:sym typeface="Corsiva"/>
              </a:rPr>
              <a:t>Sonntagsschule</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r>
              <a:rPr lang="en-US" sz="2000" b="0" i="0" u="none" strike="noStrike" cap="none" dirty="0">
                <a:solidFill>
                  <a:srgbClr val="000000"/>
                </a:solidFill>
                <a:latin typeface="Arial"/>
                <a:ea typeface="Arial"/>
                <a:cs typeface="Arial"/>
                <a:sym typeface="Arial"/>
              </a:rPr>
              <a:t>Sunday, </a:t>
            </a:r>
            <a:r>
              <a:rPr lang="en-US" sz="2000" dirty="0"/>
              <a:t>9</a:t>
            </a:r>
            <a:r>
              <a:rPr lang="en-US" sz="2000" b="0" i="0" u="none" strike="noStrike" cap="none" dirty="0">
                <a:solidFill>
                  <a:srgbClr val="000000"/>
                </a:solidFill>
                <a:latin typeface="Arial"/>
                <a:ea typeface="Arial"/>
                <a:cs typeface="Arial"/>
                <a:sym typeface="Arial"/>
              </a:rPr>
              <a:t>.00 CEST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Shape 590"/>
        <p:cNvGrpSpPr/>
        <p:nvPr/>
      </p:nvGrpSpPr>
      <p:grpSpPr>
        <a:xfrm>
          <a:off x="0" y="0"/>
          <a:ext cx="0" cy="0"/>
          <a:chOff x="0" y="0"/>
          <a:chExt cx="0" cy="0"/>
        </a:xfrm>
      </p:grpSpPr>
      <p:sp>
        <p:nvSpPr>
          <p:cNvPr id="591" name="Google Shape;591;p55"/>
          <p:cNvSpPr txBox="1">
            <a:spLocks noGrp="1"/>
          </p:cNvSpPr>
          <p:nvPr>
            <p:ph type="ctrTitle" idx="4294967295"/>
          </p:nvPr>
        </p:nvSpPr>
        <p:spPr>
          <a:xfrm>
            <a:off x="415600" y="2507576"/>
            <a:ext cx="11360800" cy="11948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chemeClr val="dk1"/>
              </a:buClr>
              <a:buSzPts val="5200"/>
              <a:buFont typeface="Arial"/>
              <a:buNone/>
            </a:pPr>
            <a:r>
              <a:rPr lang="en-US" sz="4800" b="1" i="0" u="sng" strike="noStrike" cap="none">
                <a:solidFill>
                  <a:schemeClr val="dk1"/>
                </a:solidFill>
                <a:latin typeface="Roboto Condensed"/>
                <a:ea typeface="Roboto Condensed"/>
                <a:cs typeface="Roboto Condensed"/>
                <a:sym typeface="Roboto Condensed"/>
              </a:rPr>
              <a:t>Announcement</a:t>
            </a:r>
            <a:endParaRPr sz="4800" b="1" i="0" u="sng" strike="noStrike" cap="none">
              <a:solidFill>
                <a:schemeClr val="dk1"/>
              </a:solidFill>
              <a:latin typeface="Roboto Condensed"/>
              <a:ea typeface="Roboto Condensed"/>
              <a:cs typeface="Roboto Condensed"/>
              <a:sym typeface="Roboto Condensed"/>
            </a:endParaRPr>
          </a:p>
          <a:p>
            <a:pPr marL="0" marR="0" lvl="0" indent="0" algn="ctr" rtl="0">
              <a:lnSpc>
                <a:spcPct val="150000"/>
              </a:lnSpc>
              <a:spcBef>
                <a:spcPts val="0"/>
              </a:spcBef>
              <a:spcAft>
                <a:spcPts val="0"/>
              </a:spcAft>
              <a:buClr>
                <a:schemeClr val="dk1"/>
              </a:buClr>
              <a:buSzPts val="5200"/>
              <a:buFont typeface="Arial"/>
              <a:buNone/>
            </a:pPr>
            <a:r>
              <a:rPr lang="en-US" sz="2667" b="0" i="1" u="none" strike="noStrike" cap="none">
                <a:solidFill>
                  <a:schemeClr val="dk1"/>
                </a:solidFill>
                <a:latin typeface="Roboto Condensed"/>
                <a:ea typeface="Roboto Condensed"/>
                <a:cs typeface="Roboto Condensed"/>
                <a:sym typeface="Roboto Condensed"/>
              </a:rPr>
              <a:t>Warta Jemaat</a:t>
            </a:r>
            <a:endParaRPr sz="2667" b="0" i="1" u="none" strike="noStrike" cap="none">
              <a:solidFill>
                <a:schemeClr val="dk1"/>
              </a:solidFill>
              <a:latin typeface="Roboto Condensed"/>
              <a:ea typeface="Roboto Condensed"/>
              <a:cs typeface="Roboto Condensed"/>
              <a:sym typeface="Roboto Condensed"/>
            </a:endParaRPr>
          </a:p>
        </p:txBody>
      </p:sp>
      <p:grpSp>
        <p:nvGrpSpPr>
          <p:cNvPr id="592" name="Google Shape;592;p55"/>
          <p:cNvGrpSpPr/>
          <p:nvPr/>
        </p:nvGrpSpPr>
        <p:grpSpPr>
          <a:xfrm>
            <a:off x="2683251" y="0"/>
            <a:ext cx="6825499" cy="6858000"/>
            <a:chOff x="2683251" y="0"/>
            <a:chExt cx="6825499" cy="6858000"/>
          </a:xfrm>
        </p:grpSpPr>
        <p:pic>
          <p:nvPicPr>
            <p:cNvPr id="593" name="Google Shape;593;p55"/>
            <p:cNvPicPr preferRelativeResize="0"/>
            <p:nvPr/>
          </p:nvPicPr>
          <p:blipFill rotWithShape="1">
            <a:blip r:embed="rId3">
              <a:alphaModFix/>
            </a:blip>
            <a:srcRect/>
            <a:stretch/>
          </p:blipFill>
          <p:spPr>
            <a:xfrm>
              <a:off x="2683251" y="0"/>
              <a:ext cx="6825499" cy="6858000"/>
            </a:xfrm>
            <a:prstGeom prst="rect">
              <a:avLst/>
            </a:prstGeom>
            <a:noFill/>
            <a:ln>
              <a:noFill/>
            </a:ln>
          </p:spPr>
        </p:pic>
        <p:sp>
          <p:nvSpPr>
            <p:cNvPr id="594" name="Google Shape;594;p55"/>
            <p:cNvSpPr/>
            <p:nvPr/>
          </p:nvSpPr>
          <p:spPr>
            <a:xfrm>
              <a:off x="4539916" y="5245768"/>
              <a:ext cx="3192300" cy="818100"/>
            </a:xfrm>
            <a:prstGeom prst="rect">
              <a:avLst/>
            </a:prstGeom>
            <a:solidFill>
              <a:srgbClr val="FFFFFF"/>
            </a:solidFill>
            <a:ln w="25400"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212121"/>
                </a:solidFill>
                <a:latin typeface="Arial"/>
                <a:ea typeface="Arial"/>
                <a:cs typeface="Arial"/>
                <a:sym typeface="Arial"/>
              </a:endParaRPr>
            </a:p>
          </p:txBody>
        </p:sp>
        <p:sp>
          <p:nvSpPr>
            <p:cNvPr id="595" name="Google Shape;595;p55"/>
            <p:cNvSpPr/>
            <p:nvPr/>
          </p:nvSpPr>
          <p:spPr>
            <a:xfrm>
              <a:off x="4692315" y="537410"/>
              <a:ext cx="3192300" cy="409200"/>
            </a:xfrm>
            <a:prstGeom prst="rect">
              <a:avLst/>
            </a:prstGeom>
            <a:solidFill>
              <a:srgbClr val="FFFFFF"/>
            </a:solidFill>
            <a:ln w="25400"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212121"/>
                </a:solidFill>
                <a:latin typeface="Arial"/>
                <a:ea typeface="Arial"/>
                <a:cs typeface="Arial"/>
                <a:sym typeface="Arial"/>
              </a:endParaRPr>
            </a:p>
          </p:txBody>
        </p:sp>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Shape 599"/>
        <p:cNvGrpSpPr/>
        <p:nvPr/>
      </p:nvGrpSpPr>
      <p:grpSpPr>
        <a:xfrm>
          <a:off x="0" y="0"/>
          <a:ext cx="0" cy="0"/>
          <a:chOff x="0" y="0"/>
          <a:chExt cx="0" cy="0"/>
        </a:xfrm>
      </p:grpSpPr>
      <p:pic>
        <p:nvPicPr>
          <p:cNvPr id="600" name="Google Shape;600;p60"/>
          <p:cNvPicPr preferRelativeResize="0"/>
          <p:nvPr/>
        </p:nvPicPr>
        <p:blipFill rotWithShape="1">
          <a:blip r:embed="rId3">
            <a:alphaModFix/>
          </a:blip>
          <a:srcRect/>
          <a:stretch/>
        </p:blipFill>
        <p:spPr>
          <a:xfrm>
            <a:off x="2667000" y="0"/>
            <a:ext cx="6858000" cy="685800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Shape 604"/>
        <p:cNvGrpSpPr/>
        <p:nvPr/>
      </p:nvGrpSpPr>
      <p:grpSpPr>
        <a:xfrm>
          <a:off x="0" y="0"/>
          <a:ext cx="0" cy="0"/>
          <a:chOff x="0" y="0"/>
          <a:chExt cx="0" cy="0"/>
        </a:xfrm>
      </p:grpSpPr>
      <p:pic>
        <p:nvPicPr>
          <p:cNvPr id="605" name="Google Shape;605;p69"/>
          <p:cNvPicPr preferRelativeResize="0"/>
          <p:nvPr/>
        </p:nvPicPr>
        <p:blipFill rotWithShape="1">
          <a:blip r:embed="rId3">
            <a:alphaModFix/>
          </a:blip>
          <a:srcRect/>
          <a:stretch/>
        </p:blipFill>
        <p:spPr>
          <a:xfrm>
            <a:off x="2689799" y="0"/>
            <a:ext cx="6812401" cy="6858000"/>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609"/>
        <p:cNvGrpSpPr/>
        <p:nvPr/>
      </p:nvGrpSpPr>
      <p:grpSpPr>
        <a:xfrm>
          <a:off x="0" y="0"/>
          <a:ext cx="0" cy="0"/>
          <a:chOff x="0" y="0"/>
          <a:chExt cx="0" cy="0"/>
        </a:xfrm>
      </p:grpSpPr>
      <p:pic>
        <p:nvPicPr>
          <p:cNvPr id="610" name="Google Shape;610;g23c4c92a5cf_0_24"/>
          <p:cNvPicPr preferRelativeResize="0"/>
          <p:nvPr/>
        </p:nvPicPr>
        <p:blipFill rotWithShape="1">
          <a:blip r:embed="rId3">
            <a:alphaModFix amt="64000"/>
          </a:blip>
          <a:srcRect/>
          <a:stretch/>
        </p:blipFill>
        <p:spPr>
          <a:xfrm>
            <a:off x="1524000" y="0"/>
            <a:ext cx="9144000" cy="6858000"/>
          </a:xfrm>
          <a:prstGeom prst="rect">
            <a:avLst/>
          </a:prstGeom>
          <a:noFill/>
          <a:ln>
            <a:noFill/>
          </a:ln>
        </p:spPr>
      </p:pic>
      <p:sp>
        <p:nvSpPr>
          <p:cNvPr id="611" name="Google Shape;611;g23c4c92a5cf_0_24"/>
          <p:cNvSpPr txBox="1">
            <a:spLocks noGrp="1"/>
          </p:cNvSpPr>
          <p:nvPr>
            <p:ph type="title"/>
          </p:nvPr>
        </p:nvSpPr>
        <p:spPr>
          <a:xfrm>
            <a:off x="1981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lnSpc>
                <a:spcPct val="100000"/>
              </a:lnSpc>
              <a:spcBef>
                <a:spcPts val="0"/>
              </a:spcBef>
              <a:spcAft>
                <a:spcPts val="0"/>
              </a:spcAft>
              <a:buClr>
                <a:srgbClr val="000000"/>
              </a:buClr>
              <a:buSzPts val="6000"/>
              <a:buNone/>
            </a:pPr>
            <a:r>
              <a:rPr lang="en-US" sz="6000">
                <a:solidFill>
                  <a:srgbClr val="000000"/>
                </a:solidFill>
                <a:latin typeface="Corsiva"/>
                <a:ea typeface="Corsiva"/>
                <a:cs typeface="Corsiva"/>
                <a:sym typeface="Corsiva"/>
              </a:rPr>
              <a:t>Happy Birthday</a:t>
            </a:r>
            <a:endParaRPr sz="6000">
              <a:solidFill>
                <a:srgbClr val="000000"/>
              </a:solidFill>
              <a:latin typeface="Corsiva"/>
              <a:ea typeface="Corsiva"/>
              <a:cs typeface="Corsiva"/>
              <a:sym typeface="Corsiva"/>
            </a:endParaRPr>
          </a:p>
        </p:txBody>
      </p:sp>
      <p:sp>
        <p:nvSpPr>
          <p:cNvPr id="612" name="Google Shape;612;g23c4c92a5cf_0_24"/>
          <p:cNvSpPr txBox="1">
            <a:spLocks noGrp="1"/>
          </p:cNvSpPr>
          <p:nvPr>
            <p:ph type="body" idx="1"/>
          </p:nvPr>
        </p:nvSpPr>
        <p:spPr>
          <a:xfrm>
            <a:off x="1981200" y="1600201"/>
            <a:ext cx="8229600" cy="4526100"/>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rgbClr val="000000"/>
              </a:buClr>
              <a:buSzPts val="2000"/>
              <a:buNone/>
            </a:pPr>
            <a:r>
              <a:rPr lang="en-US" sz="2000">
                <a:solidFill>
                  <a:srgbClr val="000000"/>
                </a:solidFill>
              </a:rPr>
              <a:t>Happy birthday sister/brother</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Today is your big day, we all love you</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Be glorified, the name of the Lord</a:t>
            </a:r>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In everything of your life, </a:t>
            </a:r>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we wish you in His name</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You‘re a part of body of Christ</a:t>
            </a:r>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We really care of you</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We love you in His name, yes we do</a:t>
            </a:r>
            <a:endParaRPr/>
          </a:p>
          <a:p>
            <a:pPr marL="342900" lvl="0" indent="-342900" algn="l" rtl="0">
              <a:lnSpc>
                <a:spcPct val="100000"/>
              </a:lnSpc>
              <a:spcBef>
                <a:spcPts val="400"/>
              </a:spcBef>
              <a:spcAft>
                <a:spcPts val="0"/>
              </a:spcAft>
              <a:buSzPts val="2000"/>
              <a:buNone/>
            </a:pP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Happy birthday, happy birthday to you</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You are my sister/brother</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Happy birthday, happy birthday to you</a:t>
            </a:r>
            <a:endParaRPr sz="2000">
              <a:solidFill>
                <a:srgbClr val="000000"/>
              </a:solidFill>
            </a:endParaRPr>
          </a:p>
          <a:p>
            <a:pPr marL="342900" lvl="0" indent="-342900" algn="l" rtl="0">
              <a:lnSpc>
                <a:spcPct val="100000"/>
              </a:lnSpc>
              <a:spcBef>
                <a:spcPts val="400"/>
              </a:spcBef>
              <a:spcAft>
                <a:spcPts val="0"/>
              </a:spcAft>
              <a:buSzPts val="2000"/>
              <a:buNone/>
            </a:pPr>
            <a:endParaRPr sz="2000">
              <a:solidFill>
                <a:srgbClr val="000000"/>
              </a:solidFill>
            </a:endParaRPr>
          </a:p>
        </p:txBody>
      </p:sp>
      <p:sp>
        <p:nvSpPr>
          <p:cNvPr id="613" name="Google Shape;613;g23c4c92a5cf_0_24"/>
          <p:cNvSpPr/>
          <p:nvPr/>
        </p:nvSpPr>
        <p:spPr>
          <a:xfrm>
            <a:off x="6314185" y="1714488"/>
            <a:ext cx="142800" cy="642900"/>
          </a:xfrm>
          <a:prstGeom prst="rightBrace">
            <a:avLst>
              <a:gd name="adj1" fmla="val 8333"/>
              <a:gd name="adj2" fmla="val 50000"/>
            </a:avLst>
          </a:prstGeom>
          <a:noFill/>
          <a:ln w="28575"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614" name="Google Shape;614;g23c4c92a5cf_0_24"/>
          <p:cNvSpPr txBox="1"/>
          <p:nvPr/>
        </p:nvSpPr>
        <p:spPr>
          <a:xfrm>
            <a:off x="6475318" y="1766064"/>
            <a:ext cx="486000" cy="477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US" sz="2500" b="0" i="0" u="none" strike="noStrike" cap="none">
                <a:solidFill>
                  <a:srgbClr val="000000"/>
                </a:solidFill>
                <a:latin typeface="Calibri"/>
                <a:ea typeface="Calibri"/>
                <a:cs typeface="Calibri"/>
                <a:sym typeface="Calibri"/>
              </a:rPr>
              <a:t>x2</a:t>
            </a:r>
            <a:endParaRPr sz="1400" b="0" i="0" u="none" strike="noStrike" cap="none">
              <a:solidFill>
                <a:srgbClr val="000000"/>
              </a:solidFill>
              <a:latin typeface="Arial"/>
              <a:ea typeface="Arial"/>
              <a:cs typeface="Arial"/>
              <a:sym typeface="Arial"/>
            </a:endParaRPr>
          </a:p>
        </p:txBody>
      </p:sp>
      <p:sp>
        <p:nvSpPr>
          <p:cNvPr id="615" name="Google Shape;615;g23c4c92a5cf_0_24"/>
          <p:cNvSpPr/>
          <p:nvPr/>
        </p:nvSpPr>
        <p:spPr>
          <a:xfrm>
            <a:off x="6419790" y="4888342"/>
            <a:ext cx="214200" cy="1063200"/>
          </a:xfrm>
          <a:prstGeom prst="rightBrace">
            <a:avLst>
              <a:gd name="adj1" fmla="val 8333"/>
              <a:gd name="adj2" fmla="val 50000"/>
            </a:avLst>
          </a:prstGeom>
          <a:noFill/>
          <a:ln w="3810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616" name="Google Shape;616;g23c4c92a5cf_0_24"/>
          <p:cNvSpPr txBox="1"/>
          <p:nvPr/>
        </p:nvSpPr>
        <p:spPr>
          <a:xfrm>
            <a:off x="6662805" y="5179133"/>
            <a:ext cx="486000" cy="477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US" sz="2500" b="0" i="0" u="none" strike="noStrike" cap="none">
                <a:solidFill>
                  <a:srgbClr val="000000"/>
                </a:solidFill>
                <a:latin typeface="Calibri"/>
                <a:ea typeface="Calibri"/>
                <a:cs typeface="Calibri"/>
                <a:sym typeface="Calibri"/>
              </a:rPr>
              <a:t>x2</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pic>
        <p:nvPicPr>
          <p:cNvPr id="621" name="Google Shape;621;p70" descr="Ein Bild, das Himmel, Person, draußen, Gruppe enthält.&#10;&#10;Automatisch generierte Beschreibung"/>
          <p:cNvPicPr preferRelativeResize="0"/>
          <p:nvPr/>
        </p:nvPicPr>
        <p:blipFill rotWithShape="1">
          <a:blip r:embed="rId3">
            <a:alphaModFix/>
          </a:blip>
          <a:srcRect l="3207" t="47418" r="5031" b="3926"/>
          <a:stretch/>
        </p:blipFill>
        <p:spPr>
          <a:xfrm>
            <a:off x="1524000" y="1"/>
            <a:ext cx="9144000" cy="6857999"/>
          </a:xfrm>
          <a:prstGeom prst="rect">
            <a:avLst/>
          </a:prstGeom>
          <a:noFill/>
          <a:ln>
            <a:noFill/>
          </a:ln>
        </p:spPr>
      </p:pic>
      <p:sp>
        <p:nvSpPr>
          <p:cNvPr id="622" name="Google Shape;622;p70"/>
          <p:cNvSpPr/>
          <p:nvPr/>
        </p:nvSpPr>
        <p:spPr>
          <a:xfrm>
            <a:off x="4998720" y="4564912"/>
            <a:ext cx="5669280" cy="2041452"/>
          </a:xfrm>
          <a:prstGeom prst="rect">
            <a:avLst/>
          </a:prstGeom>
          <a:solidFill>
            <a:schemeClr val="dk1">
              <a:alpha val="45098"/>
            </a:schemeClr>
          </a:solidFill>
          <a:ln>
            <a:noFill/>
          </a:ln>
          <a:effectLst>
            <a:outerShdw blurRad="40000" dist="23000" dir="5400000" rotWithShape="0">
              <a:srgbClr val="000000">
                <a:alpha val="27058"/>
              </a:srgbClr>
            </a:outerShdw>
          </a:effectLst>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4400"/>
              <a:buFont typeface="Arial"/>
              <a:buNone/>
            </a:pPr>
            <a:r>
              <a:rPr lang="en-US" sz="4400" b="0" i="0" u="none" strike="noStrike" cap="none">
                <a:solidFill>
                  <a:srgbClr val="000000"/>
                </a:solidFill>
                <a:latin typeface="Corsiva"/>
                <a:ea typeface="Corsiva"/>
                <a:cs typeface="Corsiva"/>
                <a:sym typeface="Corsiva"/>
              </a:rPr>
              <a:t>		Kaffezeit!	</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name="Simple Dark">
  <a:themeElements>
    <a:clrScheme name="Simple Dark">
      <a:dk1>
        <a:srgbClr val="FFFFFF"/>
      </a:dk1>
      <a:lt1>
        <a:srgbClr val="212121"/>
      </a:lt1>
      <a:dk2>
        <a:srgbClr val="303030"/>
      </a:dk2>
      <a:lt2>
        <a:srgbClr val="ADADAD"/>
      </a:lt2>
      <a:accent1>
        <a:srgbClr val="009688"/>
      </a:accent1>
      <a:accent2>
        <a:srgbClr val="EEEEEE"/>
      </a:accent2>
      <a:accent3>
        <a:srgbClr val="78909C"/>
      </a:accent3>
      <a:accent4>
        <a:srgbClr val="FFAB40"/>
      </a:accent4>
      <a:accent5>
        <a:srgbClr val="4DD0E1"/>
      </a:accent5>
      <a:accent6>
        <a:srgbClr val="EEFF41"/>
      </a:accent6>
      <a:hlink>
        <a:srgbClr val="4DD0E1"/>
      </a:hlink>
      <a:folHlink>
        <a:srgbClr val="4DD0E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1687</Words>
  <Application>Microsoft Office PowerPoint</Application>
  <PresentationFormat>Widescreen</PresentationFormat>
  <Paragraphs>151</Paragraphs>
  <Slides>41</Slides>
  <Notes>41</Notes>
  <HiddenSlides>11</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41</vt:i4>
      </vt:variant>
    </vt:vector>
  </HeadingPairs>
  <TitlesOfParts>
    <vt:vector size="48" baseType="lpstr">
      <vt:lpstr>Roboto Condensed</vt:lpstr>
      <vt:lpstr>Corsiva</vt:lpstr>
      <vt:lpstr>Calibri</vt:lpstr>
      <vt:lpstr>Arial</vt:lpstr>
      <vt:lpstr>Roboto</vt:lpstr>
      <vt:lpstr>Simple Dark</vt:lpstr>
      <vt:lpstr>Office Theme</vt:lpstr>
      <vt:lpstr>PowerPoint Presentation</vt:lpstr>
      <vt:lpstr>PowerPoint Presentation</vt:lpstr>
      <vt:lpstr>PowerPoint Presentation</vt:lpstr>
      <vt:lpstr>1 Und nun spricht der Herr, der dich geschaffen hat, Jakob, und dich gemacht hat, Israel: Fürchte dich nicht, denn ich habe dich erlöst; ich habe dich bei deinem Namen gerufen; du bist mein!  Tetapi sekarang, beginilah firman TUHAN yang menciptakan engkau, hai Yakub, yang membentuk engkau, hai Israel: "Janganlah takut, sebab Aku telah menebus engkau, Aku telah memanggil engkau dengan namamu, engkau ini kepunyaan-Ku.</vt:lpstr>
      <vt:lpstr>Vater unser im Himmel, geheiligt werde dein Name. Dein Reich komme.Dein Wille geschehe, wie im Himmel, so auf Erden.   Bapa kami yang di sorga, dikuduskanlah nama-Mu, datanglah Kerajaan-Mu, jadilah kehendak-Mu di bumi seperti di sorga.</vt:lpstr>
      <vt:lpstr>Unser tägliches Brot gib uns heute, und vergib uns unsre Schuld, wie auch wir vergeben unseren Schuldigern.  Berikanlah kami pada hari ini makanan kami yang secukupnya dan ampunilah kami akan kesalahan kami, seperti kami juga mengampuni orang yang bersalah kepada kami;</vt:lpstr>
      <vt:lpstr>Und führe uns nicht in Versuchung, sondern erlöse uns von dem Bösen. Denn dein ist das Reich und die Kraft und die Herrlichkeit in Ewigkeit. Amen.  dan janganlah membawa kami ke dalam pencobaan, tetapi lepaskanlah kami daripada yang jahat. Karena Engkaulah yang empunya Kerajaan dan kuasa dan kemuliaan sampai selama-lamanya. Amin.</vt:lpstr>
      <vt:lpstr>Pfr. Billy Kristanto Pfr. Billy Kristanto</vt:lpstr>
      <vt:lpstr>Ich glaube an Gott, den Vater, den Allmächtigen, den Schöpfer des Himmels und der Erde. Und an Jesus Christus, seinen eingeborenen Sohn, unsern Herrn,  Aku percaya kepada Allah, Bapa yang Maha Kuasa, khalik langit dan bumi. Dan kepada Yesus Kristus, Anak-Nya yang tunggal, Tuhan kita,</vt:lpstr>
      <vt:lpstr>empfangen durch den Heiligen Geist, geboren von der Jungfrau Maria, gelitten unter Pontius Pilatus,  yang dikandung dari Roh Kudus, lahir dari anak dara Maria. Yang menderita sengsara di bawah pemerintahan Pontius Pilatus,</vt:lpstr>
      <vt:lpstr>gekreuzigt, gestorben und begraben, hinabgestiegen in das Reich des Todes, am dritten Tage auferstanden von den Toten,  disalibkan, mati, dan dikuburkan; turun ke dalam kerajaan maut. Pada hari yang ketiga, bangkit pula dari antara orang mati.</vt:lpstr>
      <vt:lpstr>aufgefahren in den Himmel; er sitzt zur Rechten Gottes, des allmächtigen Vaters; von dort wird er kommen, zu richten die Lebenden und die Toten.  Naik ke surga, duduk di sebelah kanan Allah Bapa yang Maha Kuasa. Dan dari sana Ia akan datang untuk menghakimi orang yang hidup dan yang mati.</vt:lpstr>
      <vt:lpstr>Ich glaube an den Heiligen Geist, die heilige christliche Kirche, Gemeinschaft der Heiligen,  Aku percaya kepada Roh Kudus, Gereja yang kudus dan am, persekutuan orang kudus,</vt:lpstr>
      <vt:lpstr>Vergebung der Sünden, Auferstehung der Toten  und das ewige Leben. Amen.  pengampunan dosa, kebangkitan tubuh, dan hidup yang kekal. Amin.</vt:lpstr>
      <vt:lpstr>PowerPoint Presentation</vt:lpstr>
      <vt:lpstr>MRII Hamburg (rot) &amp; Evangelisation (blau)</vt:lpstr>
      <vt:lpstr>MRII Hamburg (rot) &amp; Theologische Schule (blau)</vt:lpstr>
      <vt:lpstr>MRII Hamburg (rot) &amp; Kulturelle Mandate (blau)</vt:lpstr>
      <vt:lpstr>MRII Hamburg (rot) &amp; Kirchengebäude(blau)</vt:lpstr>
      <vt:lpstr>MRII Hamburg (rot) &amp; Diakonie (blau)</vt:lpstr>
      <vt:lpstr>PowerPoint Presentation</vt:lpstr>
      <vt:lpstr>PowerPoint Presentation</vt:lpstr>
      <vt:lpstr>PowerPoint Presentation</vt:lpstr>
      <vt:lpstr>PowerPoint Presentation</vt:lpstr>
      <vt:lpstr>PowerPoint Presentation</vt:lpstr>
      <vt:lpstr>PowerPoint Presentation</vt:lpstr>
      <vt:lpstr>Bekanntmachung Warta Jemaat</vt:lpstr>
      <vt:lpstr>Bekanntmachung Warta Jemaat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Announcement Warta Jemaat</vt:lpstr>
      <vt:lpstr>PowerPoint Presentation</vt:lpstr>
      <vt:lpstr>PowerPoint Presentation</vt:lpstr>
      <vt:lpstr>Happy Birthday</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Bobby Simarmata</dc:creator>
  <cp:lastModifiedBy>Stephen Kurniawan</cp:lastModifiedBy>
  <cp:revision>20</cp:revision>
  <dcterms:created xsi:type="dcterms:W3CDTF">2021-05-09T21:05:28Z</dcterms:created>
  <dcterms:modified xsi:type="dcterms:W3CDTF">2023-07-17T15:17:42Z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604be5fb-a727-4de8-9a0b-2318b3ae9b1b_Enabled">
    <vt:lpwstr>true</vt:lpwstr>
  </property>
  <property fmtid="{D5CDD505-2E9C-101B-9397-08002B2CF9AE}" pid="3" name="MSIP_Label_604be5fb-a727-4de8-9a0b-2318b3ae9b1b_SetDate">
    <vt:lpwstr>2022-09-01T21:09:35Z</vt:lpwstr>
  </property>
  <property fmtid="{D5CDD505-2E9C-101B-9397-08002B2CF9AE}" pid="4" name="MSIP_Label_604be5fb-a727-4de8-9a0b-2318b3ae9b1b_Method">
    <vt:lpwstr>Standard</vt:lpwstr>
  </property>
  <property fmtid="{D5CDD505-2E9C-101B-9397-08002B2CF9AE}" pid="5" name="MSIP_Label_604be5fb-a727-4de8-9a0b-2318b3ae9b1b_Name">
    <vt:lpwstr>604be5fb-a727-4de8-9a0b-2318b3ae9b1b</vt:lpwstr>
  </property>
  <property fmtid="{D5CDD505-2E9C-101B-9397-08002B2CF9AE}" pid="6" name="MSIP_Label_604be5fb-a727-4de8-9a0b-2318b3ae9b1b_SiteId">
    <vt:lpwstr>e361356b-0fd2-4625-86f0-22ae6904a721</vt:lpwstr>
  </property>
  <property fmtid="{D5CDD505-2E9C-101B-9397-08002B2CF9AE}" pid="7" name="MSIP_Label_604be5fb-a727-4de8-9a0b-2318b3ae9b1b_ActionId">
    <vt:lpwstr>1438cdf0-9406-4d23-95c8-9dc020acdc58</vt:lpwstr>
  </property>
  <property fmtid="{D5CDD505-2E9C-101B-9397-08002B2CF9AE}" pid="8" name="MSIP_Label_604be5fb-a727-4de8-9a0b-2318b3ae9b1b_ContentBits">
    <vt:lpwstr>0</vt:lpwstr>
  </property>
</Properties>
</file>