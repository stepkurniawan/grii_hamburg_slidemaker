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
  </p:notes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278" r:id="rId48"/>
    <p:sldId id="279" r:id="rId49"/>
    <p:sldId id="280" r:id="rId50"/>
    <p:sldId id="281" r:id="rId51"/>
    <p:sldId id="282" r:id="rId52"/>
    <p:sldId id="283" r:id="rId53"/>
    <p:sldId id="284" r:id="rId54"/>
    <p:sldId id="285" r:id="rId55"/>
    <p:sldId id="286" r:id="rId56"/>
    <p:sldId id="287" r:id="rId57"/>
    <p:sldId id="288" r:id="rId58"/>
    <p:sldId id="289" r:id="rId59"/>
    <p:sldId id="290" r:id="rId60"/>
    <p:sldId id="291" r:id="rId61"/>
    <p:sldId id="292" r:id="rId62"/>
    <p:sldId id="293" r:id="rId63"/>
    <p:sldId id="294" r:id="rId64"/>
    <p:sldId id="295" r:id="rId65"/>
    <p:sldId id="296" r:id="rId66"/>
    <p:sldId id="297" r:id="rId67"/>
    <p:sldId id="298" r:id="rId68"/>
    <p:sldId id="299" r:id="rId69"/>
    <p:sldId id="300" r:id="rId70"/>
    <p:sldId id="301" r:id="rId71"/>
    <p:sldId id="302" r:id="rId72"/>
    <p:sldId id="303" r:id="rId73"/>
    <p:sldId id="304" r:id="rId74"/>
    <p:sldId id="305" r:id="rId75"/>
    <p:sldId id="306" r:id="rId76"/>
    <p:sldId id="307" r:id="rId77"/>
    <p:sldId id="308" r:id="rId78"/>
    <p:sldId id="309" r:id="rId79"/>
    <p:sldId id="310" r:id="rId80"/>
    <p:sldId id="311" r:id="rId81"/>
    <p:sldId id="312" r:id="rId82"/>
    <p:sldId id="313" r:id="rId83"/>
    <p:sldId id="314" r:id="rId84"/>
    <p:sldId id="315" r:id="rId85"/>
    <p:sldId id="316" r:id="rId86"/>
    <p:sldId id="317" r:id="rId87"/>
    <p:sldId id="318" r:id="rId88"/>
    <p:sldId id="319" r:id="rId89"/>
    <p:sldId id="320" r:id="rId90"/>
    <p:sldId id="321" r:id="rId91"/>
    <p:sldId id="322" r:id="rId92"/>
    <p:sldId id="323" r:id="rId93"/>
    <p:sldId id="324" r:id="rId94"/>
    <p:sldId id="325" r:id="rId95"/>
    <p:sldId id="326" r:id="rId96"/>
    <p:sldId id="327" r:id="rId97"/>
    <p:sldId id="328" r:id="rId98"/>
    <p:sldId id="329" r:id="rId99"/>
    <p:sldId id="330" r:id="rId100"/>
    <p:sldId id="331" r:id="rId101"/>
    <p:sldId id="332" r:id="rId102"/>
    <p:sldId id="333" r:id="rId103"/>
    <p:sldId id="334" r:id="rId104"/>
    <p:sldId id="335" r:id="rId105"/>
    <p:sldId id="336" r:id="rId106"/>
    <p:sldId id="337" r:id="rId107"/>
  </p:sldIdLst>
  <p:sldSz cx="12192000" cy="6858000"/>
  <p:notesSz cx="6858000" cy="9144000"/>
  <p:embeddedFontLst>
    <p:embeddedFont>
      <p:font typeface="Calibri" panose="020F0502020204030204" pitchFamily="34" charset="0"/>
      <p:regular r:id="rId3"/>
      <p:bold r:id="rId4"/>
      <p:italic r:id="rId5"/>
      <p:boldItalic r:id="rId6"/>
    </p:embeddedFont>
    <p:embeddedFont>
      <p:font typeface="Corsiva" panose="020B0604020202020204" charset="0"/>
      <p:regular r:id="rId7"/>
      <p:bold r:id="rId8"/>
      <p:italic r:id="rId9"/>
      <p:boldItalic r:id="rId10"/>
    </p:embeddedFont>
    <p:embeddedFont>
      <p:font typeface="Roboto" panose="02000000000000000000" pitchFamily="2" charset="0"/>
      <p:regular r:id="rId11"/>
      <p:bold r:id="rId12"/>
      <p:italic r:id="rId13"/>
      <p:boldItalic r:id="rId14"/>
    </p:embeddedFont>
    <p:embeddedFont>
      <p:font typeface="Roboto Condensed" panose="020000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3" roundtripDataSignature="AMtx7mhX8iAqc25r3+O3XsHp1GR43/i1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060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A163C-5BAC-46C4-B51C-B27C04650638}" v="51" dt="2023-07-16T09:25:13.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2753"/>
    <p:restoredTop sz="94692"/>
  </p:normalViewPr>
  <p:slideViewPr>
    <p:cSldViewPr snapToGrid="0">
      <p:cViewPr varScale="1">
        <p:scale>
          <a:sx n="152" d="100"/>
          <a:sy n="152" d="100"/>
        </p:scale>
        <p:origin x="156"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font" Target="fonts/font8.fntdata"/><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 Id="rId105" Type="http://schemas.openxmlformats.org/officeDocument/2006/relationships/slide" Target="slides/slide80.xml"/><Relationship Id="rId106" Type="http://schemas.openxmlformats.org/officeDocument/2006/relationships/slide" Target="slides/slide81.xml"/><Relationship Id="rId107" Type="http://schemas.openxmlformats.org/officeDocument/2006/relationships/slide" Target="slides/slide82.xml"/><Relationship Id="rId11" Type="http://schemas.openxmlformats.org/officeDocument/2006/relationships/font" Target="fonts/font9.fntdata"/><Relationship Id="rId12" Type="http://schemas.openxmlformats.org/officeDocument/2006/relationships/font" Target="fonts/font10.fntdata"/><Relationship Id="rId13" Type="http://schemas.openxmlformats.org/officeDocument/2006/relationships/font" Target="fonts/font11.fntdata"/><Relationship Id="rId133" Type="http://customschemas.google.com/relationships/presentationmetadata" Target="metadata"/><Relationship Id="rId134" Type="http://schemas.openxmlformats.org/officeDocument/2006/relationships/presProps" Target="presProps.xml"/><Relationship Id="rId135" Type="http://schemas.openxmlformats.org/officeDocument/2006/relationships/viewProps" Target="viewProps.xml"/><Relationship Id="rId136" Type="http://schemas.openxmlformats.org/officeDocument/2006/relationships/theme" Target="theme/theme1.xml"/><Relationship Id="rId137" Type="http://schemas.openxmlformats.org/officeDocument/2006/relationships/tableStyles" Target="tableStyles.xml"/><Relationship Id="rId138" Type="http://schemas.microsoft.com/office/2016/11/relationships/changesInfo" Target="changesInfos/changesInfo1.xml"/><Relationship Id="rId139" Type="http://schemas.microsoft.com/office/2015/10/relationships/revisionInfo" Target="revisionInfo.xml"/><Relationship Id="rId14" Type="http://schemas.openxmlformats.org/officeDocument/2006/relationships/font" Target="fonts/font12.fntdata"/><Relationship Id="rId15" Type="http://schemas.openxmlformats.org/officeDocument/2006/relationships/font" Target="fonts/font13.fntdata"/><Relationship Id="rId16" Type="http://schemas.openxmlformats.org/officeDocument/2006/relationships/font" Target="fonts/font14.fntdata"/><Relationship Id="rId17" Type="http://schemas.openxmlformats.org/officeDocument/2006/relationships/font" Target="fonts/font15.fntdata"/><Relationship Id="rId18" Type="http://schemas.openxmlformats.org/officeDocument/2006/relationships/font" Target="fonts/font16.fntdata"/><Relationship Id="rId2" Type="http://schemas.openxmlformats.org/officeDocument/2006/relationships/notesMaster" Target="notesMasters/notesMaster1.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 Type="http://schemas.openxmlformats.org/officeDocument/2006/relationships/font" Target="fonts/font1.fntdata"/><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 Type="http://schemas.openxmlformats.org/officeDocument/2006/relationships/font" Target="fonts/font2.fntdata"/><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 Type="http://schemas.openxmlformats.org/officeDocument/2006/relationships/font" Target="fonts/font3.fntdata"/><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 Type="http://schemas.openxmlformats.org/officeDocument/2006/relationships/font" Target="fonts/font4.fntdata"/><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 Type="http://schemas.openxmlformats.org/officeDocument/2006/relationships/font" Target="fonts/font5.fntdata"/><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 Type="http://schemas.openxmlformats.org/officeDocument/2006/relationships/font" Target="fonts/font6.fntdata"/><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 Type="http://schemas.openxmlformats.org/officeDocument/2006/relationships/font" Target="fonts/font7.fntdata"/><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tanago, Kenwyn" userId="280bbbef-73a8-4da2-b05f-60f93405c8ba" providerId="ADAL" clId="{7A0A163C-5BAC-46C4-B51C-B27C04650638}"/>
    <pc:docChg chg="undo custSel addSld delSld modSld sldOrd modMainMaster">
      <pc:chgData name="Artanago, Kenwyn" userId="280bbbef-73a8-4da2-b05f-60f93405c8ba" providerId="ADAL" clId="{7A0A163C-5BAC-46C4-B51C-B27C04650638}" dt="2023-07-16T09:26:25.532" v="454" actId="729"/>
      <pc:docMkLst>
        <pc:docMk/>
      </pc:docMkLst>
      <pc:sldChg chg="addSp modSp mod">
        <pc:chgData name="Artanago, Kenwyn" userId="280bbbef-73a8-4da2-b05f-60f93405c8ba" providerId="ADAL" clId="{7A0A163C-5BAC-46C4-B51C-B27C04650638}" dt="2023-07-16T08:04:42.149" v="4" actId="27614"/>
        <pc:sldMkLst>
          <pc:docMk/>
          <pc:sldMk cId="0" sldId="258"/>
        </pc:sldMkLst>
        <pc:picChg chg="add mod">
          <ac:chgData name="Artanago, Kenwyn" userId="280bbbef-73a8-4da2-b05f-60f93405c8ba" providerId="ADAL" clId="{7A0A163C-5BAC-46C4-B51C-B27C04650638}" dt="2023-07-16T08:04:42.149" v="4" actId="27614"/>
          <ac:picMkLst>
            <pc:docMk/>
            <pc:sldMk cId="0" sldId="258"/>
            <ac:picMk id="5" creationId="{A9540718-E3AD-4C61-A94A-262FADD42A4A}"/>
          </ac:picMkLst>
        </pc:picChg>
      </pc:sldChg>
      <pc:sldChg chg="addSp modSp mod">
        <pc:chgData name="Artanago, Kenwyn" userId="280bbbef-73a8-4da2-b05f-60f93405c8ba" providerId="ADAL" clId="{7A0A163C-5BAC-46C4-B51C-B27C04650638}" dt="2023-07-16T08:04:45.032" v="7" actId="962"/>
        <pc:sldMkLst>
          <pc:docMk/>
          <pc:sldMk cId="0" sldId="259"/>
        </pc:sldMkLst>
        <pc:picChg chg="add mod">
          <ac:chgData name="Artanago, Kenwyn" userId="280bbbef-73a8-4da2-b05f-60f93405c8ba" providerId="ADAL" clId="{7A0A163C-5BAC-46C4-B51C-B27C04650638}" dt="2023-07-16T08:04:45.032" v="7" actId="962"/>
          <ac:picMkLst>
            <pc:docMk/>
            <pc:sldMk cId="0" sldId="259"/>
            <ac:picMk id="5" creationId="{421BEB6B-2C09-4977-A9EB-711A5F47280C}"/>
          </ac:picMkLst>
        </pc:picChg>
      </pc:sldChg>
      <pc:sldChg chg="addSp modSp mod">
        <pc:chgData name="Artanago, Kenwyn" userId="280bbbef-73a8-4da2-b05f-60f93405c8ba" providerId="ADAL" clId="{7A0A163C-5BAC-46C4-B51C-B27C04650638}" dt="2023-07-16T08:04:48.376" v="10" actId="962"/>
        <pc:sldMkLst>
          <pc:docMk/>
          <pc:sldMk cId="0" sldId="260"/>
        </pc:sldMkLst>
        <pc:picChg chg="add mod">
          <ac:chgData name="Artanago, Kenwyn" userId="280bbbef-73a8-4da2-b05f-60f93405c8ba" providerId="ADAL" clId="{7A0A163C-5BAC-46C4-B51C-B27C04650638}" dt="2023-07-16T08:04:48.376" v="10" actId="962"/>
          <ac:picMkLst>
            <pc:docMk/>
            <pc:sldMk cId="0" sldId="260"/>
            <ac:picMk id="5" creationId="{B83D3DC2-8B0B-4BB0-B71C-93E9C3016FD8}"/>
          </ac:picMkLst>
        </pc:picChg>
      </pc:sldChg>
      <pc:sldChg chg="addSp modSp mod">
        <pc:chgData name="Artanago, Kenwyn" userId="280bbbef-73a8-4da2-b05f-60f93405c8ba" providerId="ADAL" clId="{7A0A163C-5BAC-46C4-B51C-B27C04650638}" dt="2023-07-16T08:04:52.024" v="13" actId="962"/>
        <pc:sldMkLst>
          <pc:docMk/>
          <pc:sldMk cId="0" sldId="261"/>
        </pc:sldMkLst>
        <pc:picChg chg="add mod">
          <ac:chgData name="Artanago, Kenwyn" userId="280bbbef-73a8-4da2-b05f-60f93405c8ba" providerId="ADAL" clId="{7A0A163C-5BAC-46C4-B51C-B27C04650638}" dt="2023-07-16T08:04:52.024" v="13" actId="962"/>
          <ac:picMkLst>
            <pc:docMk/>
            <pc:sldMk cId="0" sldId="261"/>
            <ac:picMk id="6" creationId="{DE4233D7-8AA5-4DCB-B582-03E6C558FD3B}"/>
          </ac:picMkLst>
        </pc:picChg>
      </pc:sldChg>
      <pc:sldChg chg="addSp modSp mod">
        <pc:chgData name="Artanago, Kenwyn" userId="280bbbef-73a8-4da2-b05f-60f93405c8ba" providerId="ADAL" clId="{7A0A163C-5BAC-46C4-B51C-B27C04650638}" dt="2023-07-16T08:04:56.273" v="15" actId="27614"/>
        <pc:sldMkLst>
          <pc:docMk/>
          <pc:sldMk cId="0" sldId="262"/>
        </pc:sldMkLst>
        <pc:picChg chg="add mod">
          <ac:chgData name="Artanago, Kenwyn" userId="280bbbef-73a8-4da2-b05f-60f93405c8ba" providerId="ADAL" clId="{7A0A163C-5BAC-46C4-B51C-B27C04650638}" dt="2023-07-16T08:04:56.273" v="15" actId="27614"/>
          <ac:picMkLst>
            <pc:docMk/>
            <pc:sldMk cId="0" sldId="262"/>
            <ac:picMk id="6" creationId="{88888088-E6FF-4595-BE2F-A597A04E1D33}"/>
          </ac:picMkLst>
        </pc:picChg>
      </pc:sldChg>
      <pc:sldChg chg="addSp modSp mod">
        <pc:chgData name="Artanago, Kenwyn" userId="280bbbef-73a8-4da2-b05f-60f93405c8ba" providerId="ADAL" clId="{7A0A163C-5BAC-46C4-B51C-B27C04650638}" dt="2023-07-16T08:05:00.250" v="18" actId="962"/>
        <pc:sldMkLst>
          <pc:docMk/>
          <pc:sldMk cId="0" sldId="263"/>
        </pc:sldMkLst>
        <pc:picChg chg="add mod">
          <ac:chgData name="Artanago, Kenwyn" userId="280bbbef-73a8-4da2-b05f-60f93405c8ba" providerId="ADAL" clId="{7A0A163C-5BAC-46C4-B51C-B27C04650638}" dt="2023-07-16T08:05:00.250" v="18" actId="962"/>
          <ac:picMkLst>
            <pc:docMk/>
            <pc:sldMk cId="0" sldId="263"/>
            <ac:picMk id="6" creationId="{F16C39DC-9BD2-4880-9D07-F8E942AE7C10}"/>
          </ac:picMkLst>
        </pc:picChg>
      </pc:sldChg>
      <pc:sldChg chg="addSp modSp mod">
        <pc:chgData name="Artanago, Kenwyn" userId="280bbbef-73a8-4da2-b05f-60f93405c8ba" providerId="ADAL" clId="{7A0A163C-5BAC-46C4-B51C-B27C04650638}" dt="2023-07-16T08:05:04.224" v="21" actId="962"/>
        <pc:sldMkLst>
          <pc:docMk/>
          <pc:sldMk cId="0" sldId="264"/>
        </pc:sldMkLst>
        <pc:picChg chg="add mod">
          <ac:chgData name="Artanago, Kenwyn" userId="280bbbef-73a8-4da2-b05f-60f93405c8ba" providerId="ADAL" clId="{7A0A163C-5BAC-46C4-B51C-B27C04650638}" dt="2023-07-16T08:05:04.224" v="21" actId="962"/>
          <ac:picMkLst>
            <pc:docMk/>
            <pc:sldMk cId="0" sldId="264"/>
            <ac:picMk id="6" creationId="{22C73110-7AF0-4838-8F44-3DFFD1681131}"/>
          </ac:picMkLst>
        </pc:picChg>
      </pc:sldChg>
      <pc:sldChg chg="addSp modSp mod">
        <pc:chgData name="Artanago, Kenwyn" userId="280bbbef-73a8-4da2-b05f-60f93405c8ba" providerId="ADAL" clId="{7A0A163C-5BAC-46C4-B51C-B27C04650638}" dt="2023-07-16T08:05:08.019" v="24" actId="962"/>
        <pc:sldMkLst>
          <pc:docMk/>
          <pc:sldMk cId="0" sldId="265"/>
        </pc:sldMkLst>
        <pc:picChg chg="add mod">
          <ac:chgData name="Artanago, Kenwyn" userId="280bbbef-73a8-4da2-b05f-60f93405c8ba" providerId="ADAL" clId="{7A0A163C-5BAC-46C4-B51C-B27C04650638}" dt="2023-07-16T08:05:08.019" v="24" actId="962"/>
          <ac:picMkLst>
            <pc:docMk/>
            <pc:sldMk cId="0" sldId="265"/>
            <ac:picMk id="6" creationId="{D58DB986-C50F-4C0C-AFC4-E9029C1FA179}"/>
          </ac:picMkLst>
        </pc:picChg>
      </pc:sldChg>
      <pc:sldChg chg="addSp modSp mod">
        <pc:chgData name="Artanago, Kenwyn" userId="280bbbef-73a8-4da2-b05f-60f93405c8ba" providerId="ADAL" clId="{7A0A163C-5BAC-46C4-B51C-B27C04650638}" dt="2023-07-16T08:05:11.910" v="27" actId="962"/>
        <pc:sldMkLst>
          <pc:docMk/>
          <pc:sldMk cId="0" sldId="266"/>
        </pc:sldMkLst>
        <pc:picChg chg="add mod">
          <ac:chgData name="Artanago, Kenwyn" userId="280bbbef-73a8-4da2-b05f-60f93405c8ba" providerId="ADAL" clId="{7A0A163C-5BAC-46C4-B51C-B27C04650638}" dt="2023-07-16T08:05:11.910" v="27" actId="962"/>
          <ac:picMkLst>
            <pc:docMk/>
            <pc:sldMk cId="0" sldId="266"/>
            <ac:picMk id="6" creationId="{44422C44-C731-47E0-A8C8-22998B7197B7}"/>
          </ac:picMkLst>
        </pc:picChg>
      </pc:sldChg>
      <pc:sldChg chg="addSp modSp mod">
        <pc:chgData name="Artanago, Kenwyn" userId="280bbbef-73a8-4da2-b05f-60f93405c8ba" providerId="ADAL" clId="{7A0A163C-5BAC-46C4-B51C-B27C04650638}" dt="2023-07-16T08:05:18.136" v="30" actId="962"/>
        <pc:sldMkLst>
          <pc:docMk/>
          <pc:sldMk cId="0" sldId="267"/>
        </pc:sldMkLst>
        <pc:picChg chg="add mod">
          <ac:chgData name="Artanago, Kenwyn" userId="280bbbef-73a8-4da2-b05f-60f93405c8ba" providerId="ADAL" clId="{7A0A163C-5BAC-46C4-B51C-B27C04650638}" dt="2023-07-16T08:05:18.136" v="30" actId="962"/>
          <ac:picMkLst>
            <pc:docMk/>
            <pc:sldMk cId="0" sldId="267"/>
            <ac:picMk id="6" creationId="{8EE7F937-AD36-496F-B201-5F668FEC83A7}"/>
          </ac:picMkLst>
        </pc:picChg>
      </pc:sldChg>
      <pc:sldChg chg="addSp modSp mod">
        <pc:chgData name="Artanago, Kenwyn" userId="280bbbef-73a8-4da2-b05f-60f93405c8ba" providerId="ADAL" clId="{7A0A163C-5BAC-46C4-B51C-B27C04650638}" dt="2023-07-16T08:05:22.501" v="33" actId="962"/>
        <pc:sldMkLst>
          <pc:docMk/>
          <pc:sldMk cId="0" sldId="268"/>
        </pc:sldMkLst>
        <pc:picChg chg="add mod">
          <ac:chgData name="Artanago, Kenwyn" userId="280bbbef-73a8-4da2-b05f-60f93405c8ba" providerId="ADAL" clId="{7A0A163C-5BAC-46C4-B51C-B27C04650638}" dt="2023-07-16T08:05:22.501" v="33" actId="962"/>
          <ac:picMkLst>
            <pc:docMk/>
            <pc:sldMk cId="0" sldId="268"/>
            <ac:picMk id="6" creationId="{CA0E0886-6750-4025-999D-F0AB43AED556}"/>
          </ac:picMkLst>
        </pc:picChg>
      </pc:sldChg>
      <pc:sldChg chg="addSp modSp mod">
        <pc:chgData name="Artanago, Kenwyn" userId="280bbbef-73a8-4da2-b05f-60f93405c8ba" providerId="ADAL" clId="{7A0A163C-5BAC-46C4-B51C-B27C04650638}" dt="2023-07-16T08:05:27.207" v="36" actId="962"/>
        <pc:sldMkLst>
          <pc:docMk/>
          <pc:sldMk cId="0" sldId="269"/>
        </pc:sldMkLst>
        <pc:picChg chg="add mod">
          <ac:chgData name="Artanago, Kenwyn" userId="280bbbef-73a8-4da2-b05f-60f93405c8ba" providerId="ADAL" clId="{7A0A163C-5BAC-46C4-B51C-B27C04650638}" dt="2023-07-16T08:05:27.207" v="36" actId="962"/>
          <ac:picMkLst>
            <pc:docMk/>
            <pc:sldMk cId="0" sldId="269"/>
            <ac:picMk id="6" creationId="{C1ACC2CA-C52B-4FA7-8499-FD37CEC17D1E}"/>
          </ac:picMkLst>
        </pc:picChg>
      </pc:sldChg>
      <pc:sldChg chg="addSp modSp mod">
        <pc:chgData name="Artanago, Kenwyn" userId="280bbbef-73a8-4da2-b05f-60f93405c8ba" providerId="ADAL" clId="{7A0A163C-5BAC-46C4-B51C-B27C04650638}" dt="2023-07-16T08:05:47.431" v="39" actId="962"/>
        <pc:sldMkLst>
          <pc:docMk/>
          <pc:sldMk cId="0" sldId="271"/>
        </pc:sldMkLst>
        <pc:picChg chg="add mod">
          <ac:chgData name="Artanago, Kenwyn" userId="280bbbef-73a8-4da2-b05f-60f93405c8ba" providerId="ADAL" clId="{7A0A163C-5BAC-46C4-B51C-B27C04650638}" dt="2023-07-16T08:05:47.431" v="39" actId="962"/>
          <ac:picMkLst>
            <pc:docMk/>
            <pc:sldMk cId="0" sldId="271"/>
            <ac:picMk id="5" creationId="{4E2D619B-3021-4431-81F5-A26B08F775BF}"/>
          </ac:picMkLst>
        </pc:picChg>
      </pc:sldChg>
      <pc:sldChg chg="addSp modSp mod">
        <pc:chgData name="Artanago, Kenwyn" userId="280bbbef-73a8-4da2-b05f-60f93405c8ba" providerId="ADAL" clId="{7A0A163C-5BAC-46C4-B51C-B27C04650638}" dt="2023-07-16T08:05:55.762" v="45" actId="962"/>
        <pc:sldMkLst>
          <pc:docMk/>
          <pc:sldMk cId="0" sldId="272"/>
        </pc:sldMkLst>
        <pc:picChg chg="add mod">
          <ac:chgData name="Artanago, Kenwyn" userId="280bbbef-73a8-4da2-b05f-60f93405c8ba" providerId="ADAL" clId="{7A0A163C-5BAC-46C4-B51C-B27C04650638}" dt="2023-07-16T08:05:52.539" v="42" actId="962"/>
          <ac:picMkLst>
            <pc:docMk/>
            <pc:sldMk cId="0" sldId="272"/>
            <ac:picMk id="6" creationId="{E5B8E278-73FA-4F16-B04B-D3B1692E9CEA}"/>
          </ac:picMkLst>
        </pc:picChg>
        <pc:picChg chg="add mod">
          <ac:chgData name="Artanago, Kenwyn" userId="280bbbef-73a8-4da2-b05f-60f93405c8ba" providerId="ADAL" clId="{7A0A163C-5BAC-46C4-B51C-B27C04650638}" dt="2023-07-16T08:05:55.762" v="45" actId="962"/>
          <ac:picMkLst>
            <pc:docMk/>
            <pc:sldMk cId="0" sldId="272"/>
            <ac:picMk id="8" creationId="{DB8F484A-028C-4FF1-8B8B-E4ECA9547DE2}"/>
          </ac:picMkLst>
        </pc:picChg>
      </pc:sldChg>
      <pc:sldChg chg="addSp modSp mod">
        <pc:chgData name="Artanago, Kenwyn" userId="280bbbef-73a8-4da2-b05f-60f93405c8ba" providerId="ADAL" clId="{7A0A163C-5BAC-46C4-B51C-B27C04650638}" dt="2023-07-16T08:06:00.622" v="48" actId="962"/>
        <pc:sldMkLst>
          <pc:docMk/>
          <pc:sldMk cId="0" sldId="273"/>
        </pc:sldMkLst>
        <pc:picChg chg="add mod">
          <ac:chgData name="Artanago, Kenwyn" userId="280bbbef-73a8-4da2-b05f-60f93405c8ba" providerId="ADAL" clId="{7A0A163C-5BAC-46C4-B51C-B27C04650638}" dt="2023-07-16T08:06:00.622" v="48" actId="962"/>
          <ac:picMkLst>
            <pc:docMk/>
            <pc:sldMk cId="0" sldId="273"/>
            <ac:picMk id="6" creationId="{E9BDB2D3-EB97-4C09-8DF9-9EFF48552503}"/>
          </ac:picMkLst>
        </pc:picChg>
      </pc:sldChg>
      <pc:sldChg chg="addSp modSp mod">
        <pc:chgData name="Artanago, Kenwyn" userId="280bbbef-73a8-4da2-b05f-60f93405c8ba" providerId="ADAL" clId="{7A0A163C-5BAC-46C4-B51C-B27C04650638}" dt="2023-07-16T08:06:04.980" v="51" actId="962"/>
        <pc:sldMkLst>
          <pc:docMk/>
          <pc:sldMk cId="0" sldId="274"/>
        </pc:sldMkLst>
        <pc:picChg chg="add mod">
          <ac:chgData name="Artanago, Kenwyn" userId="280bbbef-73a8-4da2-b05f-60f93405c8ba" providerId="ADAL" clId="{7A0A163C-5BAC-46C4-B51C-B27C04650638}" dt="2023-07-16T08:06:04.980" v="51" actId="962"/>
          <ac:picMkLst>
            <pc:docMk/>
            <pc:sldMk cId="0" sldId="274"/>
            <ac:picMk id="6" creationId="{882D19AE-1DE2-431A-90D3-5854848F319E}"/>
          </ac:picMkLst>
        </pc:picChg>
      </pc:sldChg>
      <pc:sldChg chg="addSp modSp mod">
        <pc:chgData name="Artanago, Kenwyn" userId="280bbbef-73a8-4da2-b05f-60f93405c8ba" providerId="ADAL" clId="{7A0A163C-5BAC-46C4-B51C-B27C04650638}" dt="2023-07-16T08:06:09.325" v="54" actId="962"/>
        <pc:sldMkLst>
          <pc:docMk/>
          <pc:sldMk cId="0" sldId="275"/>
        </pc:sldMkLst>
        <pc:picChg chg="add mod">
          <ac:chgData name="Artanago, Kenwyn" userId="280bbbef-73a8-4da2-b05f-60f93405c8ba" providerId="ADAL" clId="{7A0A163C-5BAC-46C4-B51C-B27C04650638}" dt="2023-07-16T08:06:09.325" v="54" actId="962"/>
          <ac:picMkLst>
            <pc:docMk/>
            <pc:sldMk cId="0" sldId="275"/>
            <ac:picMk id="6" creationId="{7C075448-7C96-456D-BC1B-84CB1BC1846D}"/>
          </ac:picMkLst>
        </pc:picChg>
      </pc:sldChg>
      <pc:sldChg chg="addSp modSp mod">
        <pc:chgData name="Artanago, Kenwyn" userId="280bbbef-73a8-4da2-b05f-60f93405c8ba" providerId="ADAL" clId="{7A0A163C-5BAC-46C4-B51C-B27C04650638}" dt="2023-07-16T08:06:14.011" v="57" actId="962"/>
        <pc:sldMkLst>
          <pc:docMk/>
          <pc:sldMk cId="0" sldId="276"/>
        </pc:sldMkLst>
        <pc:picChg chg="add mod">
          <ac:chgData name="Artanago, Kenwyn" userId="280bbbef-73a8-4da2-b05f-60f93405c8ba" providerId="ADAL" clId="{7A0A163C-5BAC-46C4-B51C-B27C04650638}" dt="2023-07-16T08:06:14.011" v="57" actId="962"/>
          <ac:picMkLst>
            <pc:docMk/>
            <pc:sldMk cId="0" sldId="276"/>
            <ac:picMk id="6" creationId="{B512A7EE-E12B-4D78-AE06-1523029184CA}"/>
          </ac:picMkLst>
        </pc:picChg>
      </pc:sldChg>
      <pc:sldChg chg="modSp mod">
        <pc:chgData name="Artanago, Kenwyn" userId="280bbbef-73a8-4da2-b05f-60f93405c8ba" providerId="ADAL" clId="{7A0A163C-5BAC-46C4-B51C-B27C04650638}" dt="2023-07-16T08:07:52.208" v="85" actId="20577"/>
        <pc:sldMkLst>
          <pc:docMk/>
          <pc:sldMk cId="0" sldId="283"/>
        </pc:sldMkLst>
        <pc:spChg chg="mod">
          <ac:chgData name="Artanago, Kenwyn" userId="280bbbef-73a8-4da2-b05f-60f93405c8ba" providerId="ADAL" clId="{7A0A163C-5BAC-46C4-B51C-B27C04650638}" dt="2023-07-16T08:07:52.208" v="85" actId="20577"/>
          <ac:spMkLst>
            <pc:docMk/>
            <pc:sldMk cId="0" sldId="283"/>
            <ac:spMk id="268" creationId="{00000000-0000-0000-0000-000000000000}"/>
          </ac:spMkLst>
        </pc:spChg>
      </pc:sldChg>
      <pc:sldChg chg="modSp mod">
        <pc:chgData name="Artanago, Kenwyn" userId="280bbbef-73a8-4da2-b05f-60f93405c8ba" providerId="ADAL" clId="{7A0A163C-5BAC-46C4-B51C-B27C04650638}" dt="2023-07-16T08:15:58.889" v="166"/>
        <pc:sldMkLst>
          <pc:docMk/>
          <pc:sldMk cId="0" sldId="284"/>
        </pc:sldMkLst>
        <pc:spChg chg="mod">
          <ac:chgData name="Artanago, Kenwyn" userId="280bbbef-73a8-4da2-b05f-60f93405c8ba" providerId="ADAL" clId="{7A0A163C-5BAC-46C4-B51C-B27C04650638}" dt="2023-07-16T08:15:58.889" v="166"/>
          <ac:spMkLst>
            <pc:docMk/>
            <pc:sldMk cId="0" sldId="284"/>
            <ac:spMk id="274" creationId="{00000000-0000-0000-0000-000000000000}"/>
          </ac:spMkLst>
        </pc:spChg>
      </pc:sldChg>
      <pc:sldChg chg="modSp mod">
        <pc:chgData name="Artanago, Kenwyn" userId="280bbbef-73a8-4da2-b05f-60f93405c8ba" providerId="ADAL" clId="{7A0A163C-5BAC-46C4-B51C-B27C04650638}" dt="2023-07-16T08:15:47.861" v="163"/>
        <pc:sldMkLst>
          <pc:docMk/>
          <pc:sldMk cId="0" sldId="285"/>
        </pc:sldMkLst>
        <pc:spChg chg="mod">
          <ac:chgData name="Artanago, Kenwyn" userId="280bbbef-73a8-4da2-b05f-60f93405c8ba" providerId="ADAL" clId="{7A0A163C-5BAC-46C4-B51C-B27C04650638}" dt="2023-07-16T08:15:47.861" v="163"/>
          <ac:spMkLst>
            <pc:docMk/>
            <pc:sldMk cId="0" sldId="285"/>
            <ac:spMk id="279" creationId="{00000000-0000-0000-0000-000000000000}"/>
          </ac:spMkLst>
        </pc:spChg>
      </pc:sldChg>
      <pc:sldChg chg="modSp mod">
        <pc:chgData name="Artanago, Kenwyn" userId="280bbbef-73a8-4da2-b05f-60f93405c8ba" providerId="ADAL" clId="{7A0A163C-5BAC-46C4-B51C-B27C04650638}" dt="2023-07-16T08:15:32.079" v="160"/>
        <pc:sldMkLst>
          <pc:docMk/>
          <pc:sldMk cId="0" sldId="286"/>
        </pc:sldMkLst>
        <pc:spChg chg="mod">
          <ac:chgData name="Artanago, Kenwyn" userId="280bbbef-73a8-4da2-b05f-60f93405c8ba" providerId="ADAL" clId="{7A0A163C-5BAC-46C4-B51C-B27C04650638}" dt="2023-07-16T08:15:32.079" v="160"/>
          <ac:spMkLst>
            <pc:docMk/>
            <pc:sldMk cId="0" sldId="286"/>
            <ac:spMk id="284" creationId="{00000000-0000-0000-0000-000000000000}"/>
          </ac:spMkLst>
        </pc:spChg>
      </pc:sldChg>
      <pc:sldChg chg="modSp mod">
        <pc:chgData name="Artanago, Kenwyn" userId="280bbbef-73a8-4da2-b05f-60f93405c8ba" providerId="ADAL" clId="{7A0A163C-5BAC-46C4-B51C-B27C04650638}" dt="2023-07-16T08:15:11.407" v="157"/>
        <pc:sldMkLst>
          <pc:docMk/>
          <pc:sldMk cId="0" sldId="287"/>
        </pc:sldMkLst>
        <pc:spChg chg="mod">
          <ac:chgData name="Artanago, Kenwyn" userId="280bbbef-73a8-4da2-b05f-60f93405c8ba" providerId="ADAL" clId="{7A0A163C-5BAC-46C4-B51C-B27C04650638}" dt="2023-07-16T08:15:11.407" v="157"/>
          <ac:spMkLst>
            <pc:docMk/>
            <pc:sldMk cId="0" sldId="287"/>
            <ac:spMk id="289" creationId="{00000000-0000-0000-0000-000000000000}"/>
          </ac:spMkLst>
        </pc:spChg>
      </pc:sldChg>
      <pc:sldChg chg="addSp modSp mod">
        <pc:chgData name="Artanago, Kenwyn" userId="280bbbef-73a8-4da2-b05f-60f93405c8ba" providerId="ADAL" clId="{7A0A163C-5BAC-46C4-B51C-B27C04650638}" dt="2023-07-16T08:18:52.124" v="169" actId="962"/>
        <pc:sldMkLst>
          <pc:docMk/>
          <pc:sldMk cId="0" sldId="289"/>
        </pc:sldMkLst>
        <pc:picChg chg="add mod">
          <ac:chgData name="Artanago, Kenwyn" userId="280bbbef-73a8-4da2-b05f-60f93405c8ba" providerId="ADAL" clId="{7A0A163C-5BAC-46C4-B51C-B27C04650638}" dt="2023-07-16T08:18:52.124" v="169" actId="962"/>
          <ac:picMkLst>
            <pc:docMk/>
            <pc:sldMk cId="0" sldId="289"/>
            <ac:picMk id="6" creationId="{4E25DDDA-2232-4DB7-A0AC-5FFC558309C3}"/>
          </ac:picMkLst>
        </pc:picChg>
      </pc:sldChg>
      <pc:sldChg chg="addSp modSp mod">
        <pc:chgData name="Artanago, Kenwyn" userId="280bbbef-73a8-4da2-b05f-60f93405c8ba" providerId="ADAL" clId="{7A0A163C-5BAC-46C4-B51C-B27C04650638}" dt="2023-07-16T08:18:58.014" v="172" actId="962"/>
        <pc:sldMkLst>
          <pc:docMk/>
          <pc:sldMk cId="0" sldId="290"/>
        </pc:sldMkLst>
        <pc:picChg chg="add mod">
          <ac:chgData name="Artanago, Kenwyn" userId="280bbbef-73a8-4da2-b05f-60f93405c8ba" providerId="ADAL" clId="{7A0A163C-5BAC-46C4-B51C-B27C04650638}" dt="2023-07-16T08:18:58.014" v="172" actId="962"/>
          <ac:picMkLst>
            <pc:docMk/>
            <pc:sldMk cId="0" sldId="290"/>
            <ac:picMk id="6" creationId="{9D10FCAE-B7FD-4C9E-8B65-D3A6CA265DC6}"/>
          </ac:picMkLst>
        </pc:picChg>
      </pc:sldChg>
      <pc:sldChg chg="modSp mod">
        <pc:chgData name="Artanago, Kenwyn" userId="280bbbef-73a8-4da2-b05f-60f93405c8ba" providerId="ADAL" clId="{7A0A163C-5BAC-46C4-B51C-B27C04650638}" dt="2023-07-16T08:40:48.394" v="449" actId="207"/>
        <pc:sldMkLst>
          <pc:docMk/>
          <pc:sldMk cId="0" sldId="292"/>
        </pc:sldMkLst>
        <pc:spChg chg="mod">
          <ac:chgData name="Artanago, Kenwyn" userId="280bbbef-73a8-4da2-b05f-60f93405c8ba" providerId="ADAL" clId="{7A0A163C-5BAC-46C4-B51C-B27C04650638}" dt="2023-07-16T08:40:41.111" v="448" actId="207"/>
          <ac:spMkLst>
            <pc:docMk/>
            <pc:sldMk cId="0" sldId="292"/>
            <ac:spMk id="507" creationId="{00000000-0000-0000-0000-000000000000}"/>
          </ac:spMkLst>
        </pc:spChg>
        <pc:spChg chg="mod">
          <ac:chgData name="Artanago, Kenwyn" userId="280bbbef-73a8-4da2-b05f-60f93405c8ba" providerId="ADAL" clId="{7A0A163C-5BAC-46C4-B51C-B27C04650638}" dt="2023-07-16T08:40:48.394" v="449" actId="207"/>
          <ac:spMkLst>
            <pc:docMk/>
            <pc:sldMk cId="0" sldId="292"/>
            <ac:spMk id="508" creationId="{00000000-0000-0000-0000-000000000000}"/>
          </ac:spMkLst>
        </pc:spChg>
      </pc:sldChg>
      <pc:sldChg chg="addSp modSp mod">
        <pc:chgData name="Artanago, Kenwyn" userId="280bbbef-73a8-4da2-b05f-60f93405c8ba" providerId="ADAL" clId="{7A0A163C-5BAC-46C4-B51C-B27C04650638}" dt="2023-07-16T08:19:03.281" v="175" actId="962"/>
        <pc:sldMkLst>
          <pc:docMk/>
          <pc:sldMk cId="0" sldId="293"/>
        </pc:sldMkLst>
        <pc:picChg chg="add mod">
          <ac:chgData name="Artanago, Kenwyn" userId="280bbbef-73a8-4da2-b05f-60f93405c8ba" providerId="ADAL" clId="{7A0A163C-5BAC-46C4-B51C-B27C04650638}" dt="2023-07-16T08:19:03.281" v="175" actId="962"/>
          <ac:picMkLst>
            <pc:docMk/>
            <pc:sldMk cId="0" sldId="293"/>
            <ac:picMk id="6" creationId="{E241312C-DDFE-481D-9885-6EC66E06F4F7}"/>
          </ac:picMkLst>
        </pc:picChg>
      </pc:sldChg>
      <pc:sldChg chg="addSp modSp mod">
        <pc:chgData name="Artanago, Kenwyn" userId="280bbbef-73a8-4da2-b05f-60f93405c8ba" providerId="ADAL" clId="{7A0A163C-5BAC-46C4-B51C-B27C04650638}" dt="2023-07-16T08:19:07.422" v="178" actId="962"/>
        <pc:sldMkLst>
          <pc:docMk/>
          <pc:sldMk cId="0" sldId="294"/>
        </pc:sldMkLst>
        <pc:picChg chg="add mod">
          <ac:chgData name="Artanago, Kenwyn" userId="280bbbef-73a8-4da2-b05f-60f93405c8ba" providerId="ADAL" clId="{7A0A163C-5BAC-46C4-B51C-B27C04650638}" dt="2023-07-16T08:19:07.422" v="178" actId="962"/>
          <ac:picMkLst>
            <pc:docMk/>
            <pc:sldMk cId="0" sldId="294"/>
            <ac:picMk id="6" creationId="{F32D0C2D-49F6-482B-8E6F-8DA7F3ECD5C6}"/>
          </ac:picMkLst>
        </pc:picChg>
      </pc:sldChg>
      <pc:sldChg chg="addSp modSp mod">
        <pc:chgData name="Artanago, Kenwyn" userId="280bbbef-73a8-4da2-b05f-60f93405c8ba" providerId="ADAL" clId="{7A0A163C-5BAC-46C4-B51C-B27C04650638}" dt="2023-07-16T08:19:10.780" v="181" actId="962"/>
        <pc:sldMkLst>
          <pc:docMk/>
          <pc:sldMk cId="0" sldId="295"/>
        </pc:sldMkLst>
        <pc:picChg chg="add mod">
          <ac:chgData name="Artanago, Kenwyn" userId="280bbbef-73a8-4da2-b05f-60f93405c8ba" providerId="ADAL" clId="{7A0A163C-5BAC-46C4-B51C-B27C04650638}" dt="2023-07-16T08:19:10.780" v="181" actId="962"/>
          <ac:picMkLst>
            <pc:docMk/>
            <pc:sldMk cId="0" sldId="295"/>
            <ac:picMk id="6" creationId="{03F0AE7D-A7C6-42CF-BA0B-D42A9B93A724}"/>
          </ac:picMkLst>
        </pc:picChg>
      </pc:sldChg>
      <pc:sldChg chg="addSp modSp mod">
        <pc:chgData name="Artanago, Kenwyn" userId="280bbbef-73a8-4da2-b05f-60f93405c8ba" providerId="ADAL" clId="{7A0A163C-5BAC-46C4-B51C-B27C04650638}" dt="2023-07-16T08:19:14.244" v="183" actId="27614"/>
        <pc:sldMkLst>
          <pc:docMk/>
          <pc:sldMk cId="0" sldId="296"/>
        </pc:sldMkLst>
        <pc:picChg chg="add mod">
          <ac:chgData name="Artanago, Kenwyn" userId="280bbbef-73a8-4da2-b05f-60f93405c8ba" providerId="ADAL" clId="{7A0A163C-5BAC-46C4-B51C-B27C04650638}" dt="2023-07-16T08:19:14.244" v="183" actId="27614"/>
          <ac:picMkLst>
            <pc:docMk/>
            <pc:sldMk cId="0" sldId="296"/>
            <ac:picMk id="6" creationId="{89C8C424-80BA-4516-83F6-C1EFFF08FF2C}"/>
          </ac:picMkLst>
        </pc:picChg>
      </pc:sldChg>
      <pc:sldChg chg="modSp mod">
        <pc:chgData name="Artanago, Kenwyn" userId="280bbbef-73a8-4da2-b05f-60f93405c8ba" providerId="ADAL" clId="{7A0A163C-5BAC-46C4-B51C-B27C04650638}" dt="2023-07-16T08:21:46.750" v="231"/>
        <pc:sldMkLst>
          <pc:docMk/>
          <pc:sldMk cId="0" sldId="302"/>
        </pc:sldMkLst>
        <pc:spChg chg="mod">
          <ac:chgData name="Artanago, Kenwyn" userId="280bbbef-73a8-4da2-b05f-60f93405c8ba" providerId="ADAL" clId="{7A0A163C-5BAC-46C4-B51C-B27C04650638}" dt="2023-07-16T08:21:46.750" v="231"/>
          <ac:spMkLst>
            <pc:docMk/>
            <pc:sldMk cId="0" sldId="302"/>
            <ac:spMk id="362" creationId="{00000000-0000-0000-0000-000000000000}"/>
          </ac:spMkLst>
        </pc:spChg>
      </pc:sldChg>
      <pc:sldChg chg="mod modShow">
        <pc:chgData name="Artanago, Kenwyn" userId="280bbbef-73a8-4da2-b05f-60f93405c8ba" providerId="ADAL" clId="{7A0A163C-5BAC-46C4-B51C-B27C04650638}" dt="2023-07-16T08:22:10.207" v="233" actId="729"/>
        <pc:sldMkLst>
          <pc:docMk/>
          <pc:sldMk cId="0" sldId="312"/>
        </pc:sldMkLst>
      </pc:sldChg>
      <pc:sldChg chg="mod modShow">
        <pc:chgData name="Artanago, Kenwyn" userId="280bbbef-73a8-4da2-b05f-60f93405c8ba" providerId="ADAL" clId="{7A0A163C-5BAC-46C4-B51C-B27C04650638}" dt="2023-07-16T08:22:04.872" v="232" actId="729"/>
        <pc:sldMkLst>
          <pc:docMk/>
          <pc:sldMk cId="0" sldId="313"/>
        </pc:sldMkLst>
      </pc:sldChg>
      <pc:sldChg chg="addSp modSp mod">
        <pc:chgData name="Artanago, Kenwyn" userId="280bbbef-73a8-4da2-b05f-60f93405c8ba" providerId="ADAL" clId="{7A0A163C-5BAC-46C4-B51C-B27C04650638}" dt="2023-07-16T08:23:30.364" v="239" actId="14100"/>
        <pc:sldMkLst>
          <pc:docMk/>
          <pc:sldMk cId="0" sldId="316"/>
        </pc:sldMkLst>
        <pc:picChg chg="add mod">
          <ac:chgData name="Artanago, Kenwyn" userId="280bbbef-73a8-4da2-b05f-60f93405c8ba" providerId="ADAL" clId="{7A0A163C-5BAC-46C4-B51C-B27C04650638}" dt="2023-07-16T08:23:30.364" v="239" actId="14100"/>
          <ac:picMkLst>
            <pc:docMk/>
            <pc:sldMk cId="0" sldId="316"/>
            <ac:picMk id="7" creationId="{D8138759-2139-4F5A-83F1-E6B63E6DDC41}"/>
          </ac:picMkLst>
        </pc:picChg>
      </pc:sldChg>
      <pc:sldChg chg="addSp modSp mod">
        <pc:chgData name="Artanago, Kenwyn" userId="280bbbef-73a8-4da2-b05f-60f93405c8ba" providerId="ADAL" clId="{7A0A163C-5BAC-46C4-B51C-B27C04650638}" dt="2023-07-16T08:23:50.117" v="244" actId="14100"/>
        <pc:sldMkLst>
          <pc:docMk/>
          <pc:sldMk cId="0" sldId="317"/>
        </pc:sldMkLst>
        <pc:picChg chg="add mod">
          <ac:chgData name="Artanago, Kenwyn" userId="280bbbef-73a8-4da2-b05f-60f93405c8ba" providerId="ADAL" clId="{7A0A163C-5BAC-46C4-B51C-B27C04650638}" dt="2023-07-16T08:23:50.117" v="244" actId="14100"/>
          <ac:picMkLst>
            <pc:docMk/>
            <pc:sldMk cId="0" sldId="317"/>
            <ac:picMk id="6" creationId="{B0DCE309-C93F-4058-B8A5-52508967DDF4}"/>
          </ac:picMkLst>
        </pc:picChg>
      </pc:sldChg>
      <pc:sldChg chg="addSp modSp mod">
        <pc:chgData name="Artanago, Kenwyn" userId="280bbbef-73a8-4da2-b05f-60f93405c8ba" providerId="ADAL" clId="{7A0A163C-5BAC-46C4-B51C-B27C04650638}" dt="2023-07-16T08:24:06.729" v="249" actId="14100"/>
        <pc:sldMkLst>
          <pc:docMk/>
          <pc:sldMk cId="0" sldId="318"/>
        </pc:sldMkLst>
        <pc:picChg chg="add mod">
          <ac:chgData name="Artanago, Kenwyn" userId="280bbbef-73a8-4da2-b05f-60f93405c8ba" providerId="ADAL" clId="{7A0A163C-5BAC-46C4-B51C-B27C04650638}" dt="2023-07-16T08:24:06.729" v="249" actId="14100"/>
          <ac:picMkLst>
            <pc:docMk/>
            <pc:sldMk cId="0" sldId="318"/>
            <ac:picMk id="6" creationId="{95928CC0-8C15-4CBC-976B-F08CF93EFF2C}"/>
          </ac:picMkLst>
        </pc:picChg>
      </pc:sldChg>
      <pc:sldChg chg="addSp modSp mod">
        <pc:chgData name="Artanago, Kenwyn" userId="280bbbef-73a8-4da2-b05f-60f93405c8ba" providerId="ADAL" clId="{7A0A163C-5BAC-46C4-B51C-B27C04650638}" dt="2023-07-16T08:24:22.576" v="255" actId="14100"/>
        <pc:sldMkLst>
          <pc:docMk/>
          <pc:sldMk cId="0" sldId="319"/>
        </pc:sldMkLst>
        <pc:picChg chg="add mod">
          <ac:chgData name="Artanago, Kenwyn" userId="280bbbef-73a8-4da2-b05f-60f93405c8ba" providerId="ADAL" clId="{7A0A163C-5BAC-46C4-B51C-B27C04650638}" dt="2023-07-16T08:24:22.576" v="255" actId="14100"/>
          <ac:picMkLst>
            <pc:docMk/>
            <pc:sldMk cId="0" sldId="319"/>
            <ac:picMk id="6" creationId="{F257EE43-15B9-4B46-8BCA-88018739750A}"/>
          </ac:picMkLst>
        </pc:picChg>
      </pc:sldChg>
      <pc:sldChg chg="addSp modSp mod">
        <pc:chgData name="Artanago, Kenwyn" userId="280bbbef-73a8-4da2-b05f-60f93405c8ba" providerId="ADAL" clId="{7A0A163C-5BAC-46C4-B51C-B27C04650638}" dt="2023-07-16T08:24:33.680" v="260" actId="14100"/>
        <pc:sldMkLst>
          <pc:docMk/>
          <pc:sldMk cId="0" sldId="320"/>
        </pc:sldMkLst>
        <pc:picChg chg="add mod">
          <ac:chgData name="Artanago, Kenwyn" userId="280bbbef-73a8-4da2-b05f-60f93405c8ba" providerId="ADAL" clId="{7A0A163C-5BAC-46C4-B51C-B27C04650638}" dt="2023-07-16T08:24:33.680" v="260" actId="14100"/>
          <ac:picMkLst>
            <pc:docMk/>
            <pc:sldMk cId="0" sldId="320"/>
            <ac:picMk id="6" creationId="{466A901E-5E78-4E55-9150-731838B4FB2F}"/>
          </ac:picMkLst>
        </pc:picChg>
      </pc:sldChg>
      <pc:sldChg chg="addSp modSp mod">
        <pc:chgData name="Artanago, Kenwyn" userId="280bbbef-73a8-4da2-b05f-60f93405c8ba" providerId="ADAL" clId="{7A0A163C-5BAC-46C4-B51C-B27C04650638}" dt="2023-07-16T08:24:45.122" v="265" actId="14100"/>
        <pc:sldMkLst>
          <pc:docMk/>
          <pc:sldMk cId="0" sldId="321"/>
        </pc:sldMkLst>
        <pc:picChg chg="add mod">
          <ac:chgData name="Artanago, Kenwyn" userId="280bbbef-73a8-4da2-b05f-60f93405c8ba" providerId="ADAL" clId="{7A0A163C-5BAC-46C4-B51C-B27C04650638}" dt="2023-07-16T08:24:45.122" v="265" actId="14100"/>
          <ac:picMkLst>
            <pc:docMk/>
            <pc:sldMk cId="0" sldId="321"/>
            <ac:picMk id="6" creationId="{74557036-9EE8-469B-AACC-AFADA87A73AB}"/>
          </ac:picMkLst>
        </pc:picChg>
      </pc:sldChg>
      <pc:sldChg chg="addSp modSp mod">
        <pc:chgData name="Artanago, Kenwyn" userId="280bbbef-73a8-4da2-b05f-60f93405c8ba" providerId="ADAL" clId="{7A0A163C-5BAC-46C4-B51C-B27C04650638}" dt="2023-07-16T08:24:57.079" v="270" actId="14100"/>
        <pc:sldMkLst>
          <pc:docMk/>
          <pc:sldMk cId="0" sldId="322"/>
        </pc:sldMkLst>
        <pc:picChg chg="add mod">
          <ac:chgData name="Artanago, Kenwyn" userId="280bbbef-73a8-4da2-b05f-60f93405c8ba" providerId="ADAL" clId="{7A0A163C-5BAC-46C4-B51C-B27C04650638}" dt="2023-07-16T08:24:57.079" v="270" actId="14100"/>
          <ac:picMkLst>
            <pc:docMk/>
            <pc:sldMk cId="0" sldId="322"/>
            <ac:picMk id="6" creationId="{49C5D0CD-DBB4-455B-976E-E1F4C5E868BF}"/>
          </ac:picMkLst>
        </pc:picChg>
      </pc:sldChg>
      <pc:sldChg chg="addSp modSp mod">
        <pc:chgData name="Artanago, Kenwyn" userId="280bbbef-73a8-4da2-b05f-60f93405c8ba" providerId="ADAL" clId="{7A0A163C-5BAC-46C4-B51C-B27C04650638}" dt="2023-07-16T08:25:07.706" v="275" actId="14100"/>
        <pc:sldMkLst>
          <pc:docMk/>
          <pc:sldMk cId="0" sldId="324"/>
        </pc:sldMkLst>
        <pc:picChg chg="add mod">
          <ac:chgData name="Artanago, Kenwyn" userId="280bbbef-73a8-4da2-b05f-60f93405c8ba" providerId="ADAL" clId="{7A0A163C-5BAC-46C4-B51C-B27C04650638}" dt="2023-07-16T08:25:07.706" v="275" actId="14100"/>
          <ac:picMkLst>
            <pc:docMk/>
            <pc:sldMk cId="0" sldId="324"/>
            <ac:picMk id="6" creationId="{90291670-DD28-46E0-BF36-5B384132718B}"/>
          </ac:picMkLst>
        </pc:picChg>
      </pc:sldChg>
      <pc:sldChg chg="addSp modSp mod">
        <pc:chgData name="Artanago, Kenwyn" userId="280bbbef-73a8-4da2-b05f-60f93405c8ba" providerId="ADAL" clId="{7A0A163C-5BAC-46C4-B51C-B27C04650638}" dt="2023-07-16T08:25:18.633" v="280" actId="14100"/>
        <pc:sldMkLst>
          <pc:docMk/>
          <pc:sldMk cId="0" sldId="325"/>
        </pc:sldMkLst>
        <pc:picChg chg="add mod">
          <ac:chgData name="Artanago, Kenwyn" userId="280bbbef-73a8-4da2-b05f-60f93405c8ba" providerId="ADAL" clId="{7A0A163C-5BAC-46C4-B51C-B27C04650638}" dt="2023-07-16T08:25:18.633" v="280" actId="14100"/>
          <ac:picMkLst>
            <pc:docMk/>
            <pc:sldMk cId="0" sldId="325"/>
            <ac:picMk id="6" creationId="{74DE1E87-7237-4D82-92D3-8594240BC3E8}"/>
          </ac:picMkLst>
        </pc:picChg>
      </pc:sldChg>
      <pc:sldChg chg="mod modShow">
        <pc:chgData name="Artanago, Kenwyn" userId="280bbbef-73a8-4da2-b05f-60f93405c8ba" providerId="ADAL" clId="{7A0A163C-5BAC-46C4-B51C-B27C04650638}" dt="2023-07-16T09:26:25.532" v="454" actId="729"/>
        <pc:sldMkLst>
          <pc:docMk/>
          <pc:sldMk cId="0" sldId="339"/>
        </pc:sldMkLst>
      </pc:sldChg>
      <pc:sldChg chg="modSp mod">
        <pc:chgData name="Artanago, Kenwyn" userId="280bbbef-73a8-4da2-b05f-60f93405c8ba" providerId="ADAL" clId="{7A0A163C-5BAC-46C4-B51C-B27C04650638}" dt="2023-07-16T08:36:33.575" v="447" actId="20577"/>
        <pc:sldMkLst>
          <pc:docMk/>
          <pc:sldMk cId="0" sldId="340"/>
        </pc:sldMkLst>
        <pc:spChg chg="mod">
          <ac:chgData name="Artanago, Kenwyn" userId="280bbbef-73a8-4da2-b05f-60f93405c8ba" providerId="ADAL" clId="{7A0A163C-5BAC-46C4-B51C-B27C04650638}" dt="2023-07-16T08:36:30.419" v="445" actId="20577"/>
          <ac:spMkLst>
            <pc:docMk/>
            <pc:sldMk cId="0" sldId="340"/>
            <ac:spMk id="559" creationId="{00000000-0000-0000-0000-000000000000}"/>
          </ac:spMkLst>
        </pc:spChg>
        <pc:spChg chg="mod">
          <ac:chgData name="Artanago, Kenwyn" userId="280bbbef-73a8-4da2-b05f-60f93405c8ba" providerId="ADAL" clId="{7A0A163C-5BAC-46C4-B51C-B27C04650638}" dt="2023-07-16T08:36:33.575" v="447" actId="20577"/>
          <ac:spMkLst>
            <pc:docMk/>
            <pc:sldMk cId="0" sldId="340"/>
            <ac:spMk id="560" creationId="{00000000-0000-0000-0000-000000000000}"/>
          </ac:spMkLst>
        </pc:spChg>
      </pc:sldChg>
      <pc:sldChg chg="modSp mod ord">
        <pc:chgData name="Artanago, Kenwyn" userId="280bbbef-73a8-4da2-b05f-60f93405c8ba" providerId="ADAL" clId="{7A0A163C-5BAC-46C4-B51C-B27C04650638}" dt="2023-07-16T08:34:10.874" v="437" actId="20577"/>
        <pc:sldMkLst>
          <pc:docMk/>
          <pc:sldMk cId="0" sldId="343"/>
        </pc:sldMkLst>
        <pc:spChg chg="mod">
          <ac:chgData name="Artanago, Kenwyn" userId="280bbbef-73a8-4da2-b05f-60f93405c8ba" providerId="ADAL" clId="{7A0A163C-5BAC-46C4-B51C-B27C04650638}" dt="2023-07-16T08:34:07.779" v="434" actId="20577"/>
          <ac:spMkLst>
            <pc:docMk/>
            <pc:sldMk cId="0" sldId="343"/>
            <ac:spMk id="578" creationId="{00000000-0000-0000-0000-000000000000}"/>
          </ac:spMkLst>
        </pc:spChg>
        <pc:spChg chg="mod">
          <ac:chgData name="Artanago, Kenwyn" userId="280bbbef-73a8-4da2-b05f-60f93405c8ba" providerId="ADAL" clId="{7A0A163C-5BAC-46C4-B51C-B27C04650638}" dt="2023-07-16T08:34:10.874" v="437" actId="20577"/>
          <ac:spMkLst>
            <pc:docMk/>
            <pc:sldMk cId="0" sldId="343"/>
            <ac:spMk id="579" creationId="{00000000-0000-0000-0000-000000000000}"/>
          </ac:spMkLst>
        </pc:spChg>
      </pc:sldChg>
      <pc:sldChg chg="modSp mod">
        <pc:chgData name="Artanago, Kenwyn" userId="280bbbef-73a8-4da2-b05f-60f93405c8ba" providerId="ADAL" clId="{7A0A163C-5BAC-46C4-B51C-B27C04650638}" dt="2023-07-16T08:34:24.420" v="443" actId="20577"/>
        <pc:sldMkLst>
          <pc:docMk/>
          <pc:sldMk cId="0" sldId="344"/>
        </pc:sldMkLst>
        <pc:spChg chg="mod">
          <ac:chgData name="Artanago, Kenwyn" userId="280bbbef-73a8-4da2-b05f-60f93405c8ba" providerId="ADAL" clId="{7A0A163C-5BAC-46C4-B51C-B27C04650638}" dt="2023-07-16T08:34:21.667" v="440" actId="20577"/>
          <ac:spMkLst>
            <pc:docMk/>
            <pc:sldMk cId="0" sldId="344"/>
            <ac:spMk id="585" creationId="{00000000-0000-0000-0000-000000000000}"/>
          </ac:spMkLst>
        </pc:spChg>
        <pc:spChg chg="mod">
          <ac:chgData name="Artanago, Kenwyn" userId="280bbbef-73a8-4da2-b05f-60f93405c8ba" providerId="ADAL" clId="{7A0A163C-5BAC-46C4-B51C-B27C04650638}" dt="2023-07-16T08:34:24.420" v="443" actId="20577"/>
          <ac:spMkLst>
            <pc:docMk/>
            <pc:sldMk cId="0" sldId="344"/>
            <ac:spMk id="586" creationId="{00000000-0000-0000-0000-000000000000}"/>
          </ac:spMkLst>
        </pc:spChg>
      </pc:sldChg>
      <pc:sldChg chg="addSp modSp mod">
        <pc:chgData name="Artanago, Kenwyn" userId="280bbbef-73a8-4da2-b05f-60f93405c8ba" providerId="ADAL" clId="{7A0A163C-5BAC-46C4-B51C-B27C04650638}" dt="2023-07-16T08:06:17.982" v="60" actId="962"/>
        <pc:sldMkLst>
          <pc:docMk/>
          <pc:sldMk cId="2138632321" sldId="384"/>
        </pc:sldMkLst>
        <pc:picChg chg="add mod">
          <ac:chgData name="Artanago, Kenwyn" userId="280bbbef-73a8-4da2-b05f-60f93405c8ba" providerId="ADAL" clId="{7A0A163C-5BAC-46C4-B51C-B27C04650638}" dt="2023-07-16T08:06:17.982" v="60" actId="962"/>
          <ac:picMkLst>
            <pc:docMk/>
            <pc:sldMk cId="2138632321" sldId="384"/>
            <ac:picMk id="6" creationId="{34E557EA-A861-4829-84A4-DD7E1A993D8B}"/>
          </ac:picMkLst>
        </pc:picChg>
      </pc:sldChg>
      <pc:sldChg chg="addSp modSp mod">
        <pc:chgData name="Artanago, Kenwyn" userId="280bbbef-73a8-4da2-b05f-60f93405c8ba" providerId="ADAL" clId="{7A0A163C-5BAC-46C4-B51C-B27C04650638}" dt="2023-07-16T08:06:23.236" v="63" actId="962"/>
        <pc:sldMkLst>
          <pc:docMk/>
          <pc:sldMk cId="2287554166" sldId="385"/>
        </pc:sldMkLst>
        <pc:picChg chg="add mod">
          <ac:chgData name="Artanago, Kenwyn" userId="280bbbef-73a8-4da2-b05f-60f93405c8ba" providerId="ADAL" clId="{7A0A163C-5BAC-46C4-B51C-B27C04650638}" dt="2023-07-16T08:06:23.236" v="63" actId="962"/>
          <ac:picMkLst>
            <pc:docMk/>
            <pc:sldMk cId="2287554166" sldId="385"/>
            <ac:picMk id="6" creationId="{C0D5BFF0-77FA-4064-BC26-49FA0F6D37A6}"/>
          </ac:picMkLst>
        </pc:picChg>
      </pc:sldChg>
      <pc:sldChg chg="addSp modSp mod">
        <pc:chgData name="Artanago, Kenwyn" userId="280bbbef-73a8-4da2-b05f-60f93405c8ba" providerId="ADAL" clId="{7A0A163C-5BAC-46C4-B51C-B27C04650638}" dt="2023-07-16T08:25:29.553" v="285" actId="14100"/>
        <pc:sldMkLst>
          <pc:docMk/>
          <pc:sldMk cId="2915271513" sldId="386"/>
        </pc:sldMkLst>
        <pc:picChg chg="add mod">
          <ac:chgData name="Artanago, Kenwyn" userId="280bbbef-73a8-4da2-b05f-60f93405c8ba" providerId="ADAL" clId="{7A0A163C-5BAC-46C4-B51C-B27C04650638}" dt="2023-07-16T08:25:29.553" v="285" actId="14100"/>
          <ac:picMkLst>
            <pc:docMk/>
            <pc:sldMk cId="2915271513" sldId="386"/>
            <ac:picMk id="7" creationId="{CB332905-77A7-4B4D-B422-7DB777F0AFFA}"/>
          </ac:picMkLst>
        </pc:picChg>
      </pc:sldChg>
      <pc:sldChg chg="addSp modSp mod">
        <pc:chgData name="Artanago, Kenwyn" userId="280bbbef-73a8-4da2-b05f-60f93405c8ba" providerId="ADAL" clId="{7A0A163C-5BAC-46C4-B51C-B27C04650638}" dt="2023-07-16T08:25:39.816" v="290" actId="14100"/>
        <pc:sldMkLst>
          <pc:docMk/>
          <pc:sldMk cId="3747739469" sldId="387"/>
        </pc:sldMkLst>
        <pc:picChg chg="add mod">
          <ac:chgData name="Artanago, Kenwyn" userId="280bbbef-73a8-4da2-b05f-60f93405c8ba" providerId="ADAL" clId="{7A0A163C-5BAC-46C4-B51C-B27C04650638}" dt="2023-07-16T08:25:39.816" v="290" actId="14100"/>
          <ac:picMkLst>
            <pc:docMk/>
            <pc:sldMk cId="3747739469" sldId="387"/>
            <ac:picMk id="7" creationId="{396889DC-CAF9-47B0-BAEE-1F33B013CED0}"/>
          </ac:picMkLst>
        </pc:picChg>
      </pc:sldChg>
      <pc:sldChg chg="addSp modSp mod">
        <pc:chgData name="Artanago, Kenwyn" userId="280bbbef-73a8-4da2-b05f-60f93405c8ba" providerId="ADAL" clId="{7A0A163C-5BAC-46C4-B51C-B27C04650638}" dt="2023-07-16T08:25:49.632" v="295" actId="14100"/>
        <pc:sldMkLst>
          <pc:docMk/>
          <pc:sldMk cId="2268274077" sldId="388"/>
        </pc:sldMkLst>
        <pc:picChg chg="add mod">
          <ac:chgData name="Artanago, Kenwyn" userId="280bbbef-73a8-4da2-b05f-60f93405c8ba" providerId="ADAL" clId="{7A0A163C-5BAC-46C4-B51C-B27C04650638}" dt="2023-07-16T08:25:49.632" v="295" actId="14100"/>
          <ac:picMkLst>
            <pc:docMk/>
            <pc:sldMk cId="2268274077" sldId="388"/>
            <ac:picMk id="7" creationId="{EB3AC9F6-47A9-4485-AB52-705F0D07F7F9}"/>
          </ac:picMkLst>
        </pc:picChg>
      </pc:sldChg>
      <pc:sldChg chg="addSp modSp mod">
        <pc:chgData name="Artanago, Kenwyn" userId="280bbbef-73a8-4da2-b05f-60f93405c8ba" providerId="ADAL" clId="{7A0A163C-5BAC-46C4-B51C-B27C04650638}" dt="2023-07-16T08:25:58.353" v="300" actId="14100"/>
        <pc:sldMkLst>
          <pc:docMk/>
          <pc:sldMk cId="4123100765" sldId="389"/>
        </pc:sldMkLst>
        <pc:picChg chg="add mod">
          <ac:chgData name="Artanago, Kenwyn" userId="280bbbef-73a8-4da2-b05f-60f93405c8ba" providerId="ADAL" clId="{7A0A163C-5BAC-46C4-B51C-B27C04650638}" dt="2023-07-16T08:25:58.353" v="300" actId="14100"/>
          <ac:picMkLst>
            <pc:docMk/>
            <pc:sldMk cId="4123100765" sldId="389"/>
            <ac:picMk id="7" creationId="{AC8FB3DD-2794-47B0-A709-9E93A56807C4}"/>
          </ac:picMkLst>
        </pc:picChg>
      </pc:sldChg>
      <pc:sldChg chg="addSp modSp mod">
        <pc:chgData name="Artanago, Kenwyn" userId="280bbbef-73a8-4da2-b05f-60f93405c8ba" providerId="ADAL" clId="{7A0A163C-5BAC-46C4-B51C-B27C04650638}" dt="2023-07-16T08:26:07.382" v="305" actId="14100"/>
        <pc:sldMkLst>
          <pc:docMk/>
          <pc:sldMk cId="1167368597" sldId="390"/>
        </pc:sldMkLst>
        <pc:picChg chg="add mod">
          <ac:chgData name="Artanago, Kenwyn" userId="280bbbef-73a8-4da2-b05f-60f93405c8ba" providerId="ADAL" clId="{7A0A163C-5BAC-46C4-B51C-B27C04650638}" dt="2023-07-16T08:26:07.382" v="305" actId="14100"/>
          <ac:picMkLst>
            <pc:docMk/>
            <pc:sldMk cId="1167368597" sldId="390"/>
            <ac:picMk id="7" creationId="{C93FB76E-F8D4-495B-935E-FD89C00DF739}"/>
          </ac:picMkLst>
        </pc:picChg>
      </pc:sldChg>
      <pc:sldChg chg="addSp modSp mod">
        <pc:chgData name="Artanago, Kenwyn" userId="280bbbef-73a8-4da2-b05f-60f93405c8ba" providerId="ADAL" clId="{7A0A163C-5BAC-46C4-B51C-B27C04650638}" dt="2023-07-16T08:26:17.059" v="310" actId="14100"/>
        <pc:sldMkLst>
          <pc:docMk/>
          <pc:sldMk cId="2202194069" sldId="391"/>
        </pc:sldMkLst>
        <pc:picChg chg="add mod">
          <ac:chgData name="Artanago, Kenwyn" userId="280bbbef-73a8-4da2-b05f-60f93405c8ba" providerId="ADAL" clId="{7A0A163C-5BAC-46C4-B51C-B27C04650638}" dt="2023-07-16T08:26:17.059" v="310" actId="14100"/>
          <ac:picMkLst>
            <pc:docMk/>
            <pc:sldMk cId="2202194069" sldId="391"/>
            <ac:picMk id="8" creationId="{6A663E29-2AB9-4BC5-AD60-D8E0C0932DFE}"/>
          </ac:picMkLst>
        </pc:picChg>
      </pc:sldChg>
      <pc:sldChg chg="del">
        <pc:chgData name="Artanago, Kenwyn" userId="280bbbef-73a8-4da2-b05f-60f93405c8ba" providerId="ADAL" clId="{7A0A163C-5BAC-46C4-B51C-B27C04650638}" dt="2023-07-16T08:26:46.628" v="311" actId="2696"/>
        <pc:sldMkLst>
          <pc:docMk/>
          <pc:sldMk cId="2588376745" sldId="392"/>
        </pc:sldMkLst>
      </pc:sldChg>
      <pc:sldChg chg="mod modShow">
        <pc:chgData name="Artanago, Kenwyn" userId="280bbbef-73a8-4da2-b05f-60f93405c8ba" providerId="ADAL" clId="{7A0A163C-5BAC-46C4-B51C-B27C04650638}" dt="2023-07-16T08:28:59.896" v="312" actId="729"/>
        <pc:sldMkLst>
          <pc:docMk/>
          <pc:sldMk cId="1201868625" sldId="393"/>
        </pc:sldMkLst>
      </pc:sldChg>
      <pc:sldChg chg="addSp modSp mod">
        <pc:chgData name="Artanago, Kenwyn" userId="280bbbef-73a8-4da2-b05f-60f93405c8ba" providerId="ADAL" clId="{7A0A163C-5BAC-46C4-B51C-B27C04650638}" dt="2023-07-16T08:06:27.262" v="66" actId="962"/>
        <pc:sldMkLst>
          <pc:docMk/>
          <pc:sldMk cId="3947617216" sldId="394"/>
        </pc:sldMkLst>
        <pc:picChg chg="add mod">
          <ac:chgData name="Artanago, Kenwyn" userId="280bbbef-73a8-4da2-b05f-60f93405c8ba" providerId="ADAL" clId="{7A0A163C-5BAC-46C4-B51C-B27C04650638}" dt="2023-07-16T08:06:27.262" v="66" actId="962"/>
          <ac:picMkLst>
            <pc:docMk/>
            <pc:sldMk cId="3947617216" sldId="394"/>
            <ac:picMk id="7" creationId="{08D7E78E-225A-443D-A782-C3E7B97910D2}"/>
          </ac:picMkLst>
        </pc:picChg>
      </pc:sldChg>
      <pc:sldChg chg="addSp modSp mod">
        <pc:chgData name="Artanago, Kenwyn" userId="280bbbef-73a8-4da2-b05f-60f93405c8ba" providerId="ADAL" clId="{7A0A163C-5BAC-46C4-B51C-B27C04650638}" dt="2023-07-16T08:19:17.777" v="185" actId="27614"/>
        <pc:sldMkLst>
          <pc:docMk/>
          <pc:sldMk cId="1042451822" sldId="395"/>
        </pc:sldMkLst>
        <pc:picChg chg="add mod">
          <ac:chgData name="Artanago, Kenwyn" userId="280bbbef-73a8-4da2-b05f-60f93405c8ba" providerId="ADAL" clId="{7A0A163C-5BAC-46C4-B51C-B27C04650638}" dt="2023-07-16T08:19:17.777" v="185" actId="27614"/>
          <ac:picMkLst>
            <pc:docMk/>
            <pc:sldMk cId="1042451822" sldId="395"/>
            <ac:picMk id="7" creationId="{35034E99-F463-4EC3-B9C6-0DDD2A421751}"/>
          </ac:picMkLst>
        </pc:picChg>
      </pc:sldChg>
      <pc:sldChg chg="addSp modSp mod">
        <pc:chgData name="Artanago, Kenwyn" userId="280bbbef-73a8-4da2-b05f-60f93405c8ba" providerId="ADAL" clId="{7A0A163C-5BAC-46C4-B51C-B27C04650638}" dt="2023-07-16T08:19:21.300" v="188" actId="962"/>
        <pc:sldMkLst>
          <pc:docMk/>
          <pc:sldMk cId="3510275573" sldId="396"/>
        </pc:sldMkLst>
        <pc:picChg chg="add mod">
          <ac:chgData name="Artanago, Kenwyn" userId="280bbbef-73a8-4da2-b05f-60f93405c8ba" providerId="ADAL" clId="{7A0A163C-5BAC-46C4-B51C-B27C04650638}" dt="2023-07-16T08:19:21.300" v="188" actId="962"/>
          <ac:picMkLst>
            <pc:docMk/>
            <pc:sldMk cId="3510275573" sldId="396"/>
            <ac:picMk id="7" creationId="{251766A7-D1C2-447E-9AC2-D46B544BB8AA}"/>
          </ac:picMkLst>
        </pc:picChg>
      </pc:sldChg>
      <pc:sldChg chg="addSp modSp mod">
        <pc:chgData name="Artanago, Kenwyn" userId="280bbbef-73a8-4da2-b05f-60f93405c8ba" providerId="ADAL" clId="{7A0A163C-5BAC-46C4-B51C-B27C04650638}" dt="2023-07-16T08:19:27.791" v="191" actId="962"/>
        <pc:sldMkLst>
          <pc:docMk/>
          <pc:sldMk cId="2070663167" sldId="397"/>
        </pc:sldMkLst>
        <pc:picChg chg="add mod">
          <ac:chgData name="Artanago, Kenwyn" userId="280bbbef-73a8-4da2-b05f-60f93405c8ba" providerId="ADAL" clId="{7A0A163C-5BAC-46C4-B51C-B27C04650638}" dt="2023-07-16T08:19:27.791" v="191" actId="962"/>
          <ac:picMkLst>
            <pc:docMk/>
            <pc:sldMk cId="2070663167" sldId="397"/>
            <ac:picMk id="7" creationId="{F375D645-2C2F-4A77-9EF6-0CBACA964117}"/>
          </ac:picMkLst>
        </pc:picChg>
      </pc:sldChg>
      <pc:sldChg chg="addSp modSp mod">
        <pc:chgData name="Artanago, Kenwyn" userId="280bbbef-73a8-4da2-b05f-60f93405c8ba" providerId="ADAL" clId="{7A0A163C-5BAC-46C4-B51C-B27C04650638}" dt="2023-07-16T08:19:31.402" v="194" actId="962"/>
        <pc:sldMkLst>
          <pc:docMk/>
          <pc:sldMk cId="3313265396" sldId="398"/>
        </pc:sldMkLst>
        <pc:picChg chg="add mod">
          <ac:chgData name="Artanago, Kenwyn" userId="280bbbef-73a8-4da2-b05f-60f93405c8ba" providerId="ADAL" clId="{7A0A163C-5BAC-46C4-B51C-B27C04650638}" dt="2023-07-16T08:19:31.402" v="194" actId="962"/>
          <ac:picMkLst>
            <pc:docMk/>
            <pc:sldMk cId="3313265396" sldId="398"/>
            <ac:picMk id="7" creationId="{E1BD2D39-68AC-474C-8763-C86292A78E89}"/>
          </ac:picMkLst>
        </pc:picChg>
      </pc:sldChg>
      <pc:sldChg chg="addSp modSp mod">
        <pc:chgData name="Artanago, Kenwyn" userId="280bbbef-73a8-4da2-b05f-60f93405c8ba" providerId="ADAL" clId="{7A0A163C-5BAC-46C4-B51C-B27C04650638}" dt="2023-07-16T08:19:35.770" v="196" actId="27614"/>
        <pc:sldMkLst>
          <pc:docMk/>
          <pc:sldMk cId="959628280" sldId="399"/>
        </pc:sldMkLst>
        <pc:picChg chg="add mod">
          <ac:chgData name="Artanago, Kenwyn" userId="280bbbef-73a8-4da2-b05f-60f93405c8ba" providerId="ADAL" clId="{7A0A163C-5BAC-46C4-B51C-B27C04650638}" dt="2023-07-16T08:19:35.770" v="196" actId="27614"/>
          <ac:picMkLst>
            <pc:docMk/>
            <pc:sldMk cId="959628280" sldId="399"/>
            <ac:picMk id="7" creationId="{AB3A5FC8-59F5-42B4-9737-D8F15ACA0B7A}"/>
          </ac:picMkLst>
        </pc:picChg>
      </pc:sldChg>
      <pc:sldChg chg="addSp modSp mod">
        <pc:chgData name="Artanago, Kenwyn" userId="280bbbef-73a8-4da2-b05f-60f93405c8ba" providerId="ADAL" clId="{7A0A163C-5BAC-46C4-B51C-B27C04650638}" dt="2023-07-16T08:19:40.174" v="199" actId="962"/>
        <pc:sldMkLst>
          <pc:docMk/>
          <pc:sldMk cId="3606197727" sldId="400"/>
        </pc:sldMkLst>
        <pc:picChg chg="add mod">
          <ac:chgData name="Artanago, Kenwyn" userId="280bbbef-73a8-4da2-b05f-60f93405c8ba" providerId="ADAL" clId="{7A0A163C-5BAC-46C4-B51C-B27C04650638}" dt="2023-07-16T08:19:40.174" v="199" actId="962"/>
          <ac:picMkLst>
            <pc:docMk/>
            <pc:sldMk cId="3606197727" sldId="400"/>
            <ac:picMk id="7" creationId="{0357CDF9-37AA-4D47-B2D0-3970FA24EB5C}"/>
          </ac:picMkLst>
        </pc:picChg>
      </pc:sldChg>
      <pc:sldChg chg="modSp add mod">
        <pc:chgData name="Artanago, Kenwyn" userId="280bbbef-73a8-4da2-b05f-60f93405c8ba" providerId="ADAL" clId="{7A0A163C-5BAC-46C4-B51C-B27C04650638}" dt="2023-07-16T08:14:58.878" v="154"/>
        <pc:sldMkLst>
          <pc:docMk/>
          <pc:sldMk cId="3598211448" sldId="403"/>
        </pc:sldMkLst>
        <pc:spChg chg="mod">
          <ac:chgData name="Artanago, Kenwyn" userId="280bbbef-73a8-4da2-b05f-60f93405c8ba" providerId="ADAL" clId="{7A0A163C-5BAC-46C4-B51C-B27C04650638}" dt="2023-07-16T08:14:58.878" v="154"/>
          <ac:spMkLst>
            <pc:docMk/>
            <pc:sldMk cId="3598211448" sldId="403"/>
            <ac:spMk id="289" creationId="{00000000-0000-0000-0000-000000000000}"/>
          </ac:spMkLst>
        </pc:spChg>
      </pc:sldChg>
      <pc:sldChg chg="modSp add mod">
        <pc:chgData name="Artanago, Kenwyn" userId="280bbbef-73a8-4da2-b05f-60f93405c8ba" providerId="ADAL" clId="{7A0A163C-5BAC-46C4-B51C-B27C04650638}" dt="2023-07-16T08:14:41.601" v="151"/>
        <pc:sldMkLst>
          <pc:docMk/>
          <pc:sldMk cId="1770506626" sldId="404"/>
        </pc:sldMkLst>
        <pc:spChg chg="mod">
          <ac:chgData name="Artanago, Kenwyn" userId="280bbbef-73a8-4da2-b05f-60f93405c8ba" providerId="ADAL" clId="{7A0A163C-5BAC-46C4-B51C-B27C04650638}" dt="2023-07-16T08:14:41.601" v="151"/>
          <ac:spMkLst>
            <pc:docMk/>
            <pc:sldMk cId="1770506626" sldId="404"/>
            <ac:spMk id="289" creationId="{00000000-0000-0000-0000-000000000000}"/>
          </ac:spMkLst>
        </pc:spChg>
      </pc:sldChg>
      <pc:sldChg chg="modSp add mod">
        <pc:chgData name="Artanago, Kenwyn" userId="280bbbef-73a8-4da2-b05f-60f93405c8ba" providerId="ADAL" clId="{7A0A163C-5BAC-46C4-B51C-B27C04650638}" dt="2023-07-16T08:14:28.294" v="148"/>
        <pc:sldMkLst>
          <pc:docMk/>
          <pc:sldMk cId="3660272692" sldId="405"/>
        </pc:sldMkLst>
        <pc:spChg chg="mod">
          <ac:chgData name="Artanago, Kenwyn" userId="280bbbef-73a8-4da2-b05f-60f93405c8ba" providerId="ADAL" clId="{7A0A163C-5BAC-46C4-B51C-B27C04650638}" dt="2023-07-16T08:14:28.294" v="148"/>
          <ac:spMkLst>
            <pc:docMk/>
            <pc:sldMk cId="3660272692" sldId="405"/>
            <ac:spMk id="289" creationId="{00000000-0000-0000-0000-000000000000}"/>
          </ac:spMkLst>
        </pc:spChg>
      </pc:sldChg>
      <pc:sldChg chg="addSp modSp add mod">
        <pc:chgData name="Artanago, Kenwyn" userId="280bbbef-73a8-4da2-b05f-60f93405c8ba" providerId="ADAL" clId="{7A0A163C-5BAC-46C4-B51C-B27C04650638}" dt="2023-07-16T09:25:15.690" v="453" actId="962"/>
        <pc:sldMkLst>
          <pc:docMk/>
          <pc:sldMk cId="279105068" sldId="406"/>
        </pc:sldMkLst>
        <pc:picChg chg="add mod">
          <ac:chgData name="Artanago, Kenwyn" userId="280bbbef-73a8-4da2-b05f-60f93405c8ba" providerId="ADAL" clId="{7A0A163C-5BAC-46C4-B51C-B27C04650638}" dt="2023-07-16T09:25:15.690" v="453" actId="962"/>
          <ac:picMkLst>
            <pc:docMk/>
            <pc:sldMk cId="279105068" sldId="406"/>
            <ac:picMk id="6" creationId="{AD0CF7D0-67BD-48BB-8F78-98EC0E8C16EA}"/>
          </ac:picMkLst>
        </pc:picChg>
      </pc:sldChg>
      <pc:sldMasterChg chg="modSldLayout">
        <pc:chgData name="Artanago, Kenwyn" userId="280bbbef-73a8-4da2-b05f-60f93405c8ba" providerId="ADAL" clId="{7A0A163C-5BAC-46C4-B51C-B27C04650638}" dt="2023-07-16T08:04:29.165" v="2" actId="20577"/>
        <pc:sldMasterMkLst>
          <pc:docMk/>
          <pc:sldMasterMk cId="0" sldId="2147483648"/>
        </pc:sldMasterMkLst>
        <pc:sldLayoutChg chg="modSp mod">
          <pc:chgData name="Artanago, Kenwyn" userId="280bbbef-73a8-4da2-b05f-60f93405c8ba" providerId="ADAL" clId="{7A0A163C-5BAC-46C4-B51C-B27C04650638}" dt="2023-07-16T08:04:29.165" v="2" actId="20577"/>
          <pc:sldLayoutMkLst>
            <pc:docMk/>
            <pc:sldMasterMk cId="0" sldId="2147483648"/>
            <pc:sldLayoutMk cId="0" sldId="2147483650"/>
          </pc:sldLayoutMkLst>
          <pc:spChg chg="mod">
            <ac:chgData name="Artanago, Kenwyn" userId="280bbbef-73a8-4da2-b05f-60f93405c8ba" providerId="ADAL" clId="{7A0A163C-5BAC-46C4-B51C-B27C04650638}" dt="2023-07-16T08:04:29.165" v="2" actId="20577"/>
            <ac:spMkLst>
              <pc:docMk/>
              <pc:sldMasterMk cId="0" sldId="2147483648"/>
              <pc:sldLayoutMk cId="0" sldId="2147483650"/>
              <ac:spMk id="18" creationId="{00000000-0000-0000-0000-000000000000}"/>
            </ac:spMkLst>
          </pc:spChg>
        </pc:sldLayoutChg>
      </pc:sldMasterChg>
    </pc:docChg>
  </pc:docChgLst>
  <pc:docChgLst>
    <pc:chgData name="Artanago, Kenwyn" userId="280bbbef-73a8-4da2-b05f-60f93405c8ba" providerId="ADAL" clId="{90396D97-E750-4C3D-8AE3-AA8D8721BFDF}"/>
    <pc:docChg chg="undo custSel addSld delSld modSld sldOrd modMainMaster">
      <pc:chgData name="Artanago, Kenwyn" userId="280bbbef-73a8-4da2-b05f-60f93405c8ba" providerId="ADAL" clId="{90396D97-E750-4C3D-8AE3-AA8D8721BFDF}" dt="2023-07-09T10:29:22.197" v="282" actId="729"/>
      <pc:docMkLst>
        <pc:docMk/>
      </pc:docMkLst>
      <pc:sldChg chg="addSp modSp mod">
        <pc:chgData name="Artanago, Kenwyn" userId="280bbbef-73a8-4da2-b05f-60f93405c8ba" providerId="ADAL" clId="{90396D97-E750-4C3D-8AE3-AA8D8721BFDF}" dt="2023-07-09T10:13:14.443" v="3" actId="27614"/>
        <pc:sldMkLst>
          <pc:docMk/>
          <pc:sldMk cId="0" sldId="258"/>
        </pc:sldMkLst>
        <pc:picChg chg="add mod">
          <ac:chgData name="Artanago, Kenwyn" userId="280bbbef-73a8-4da2-b05f-60f93405c8ba" providerId="ADAL" clId="{90396D97-E750-4C3D-8AE3-AA8D8721BFDF}" dt="2023-07-09T10:13:14.443" v="3" actId="27614"/>
          <ac:picMkLst>
            <pc:docMk/>
            <pc:sldMk cId="0" sldId="258"/>
            <ac:picMk id="4" creationId="{6420ADC6-94FF-4019-947D-07A4321E9B6E}"/>
          </ac:picMkLst>
        </pc:picChg>
      </pc:sldChg>
      <pc:sldChg chg="addSp modSp mod">
        <pc:chgData name="Artanago, Kenwyn" userId="280bbbef-73a8-4da2-b05f-60f93405c8ba" providerId="ADAL" clId="{90396D97-E750-4C3D-8AE3-AA8D8721BFDF}" dt="2023-07-09T10:13:16.835" v="6" actId="962"/>
        <pc:sldMkLst>
          <pc:docMk/>
          <pc:sldMk cId="0" sldId="259"/>
        </pc:sldMkLst>
        <pc:picChg chg="add mod">
          <ac:chgData name="Artanago, Kenwyn" userId="280bbbef-73a8-4da2-b05f-60f93405c8ba" providerId="ADAL" clId="{90396D97-E750-4C3D-8AE3-AA8D8721BFDF}" dt="2023-07-09T10:13:16.835" v="6" actId="962"/>
          <ac:picMkLst>
            <pc:docMk/>
            <pc:sldMk cId="0" sldId="259"/>
            <ac:picMk id="3" creationId="{97AAE4DE-6497-4230-A8B2-FED6DE5CB9AF}"/>
          </ac:picMkLst>
        </pc:picChg>
      </pc:sldChg>
      <pc:sldChg chg="addSp modSp mod">
        <pc:chgData name="Artanago, Kenwyn" userId="280bbbef-73a8-4da2-b05f-60f93405c8ba" providerId="ADAL" clId="{90396D97-E750-4C3D-8AE3-AA8D8721BFDF}" dt="2023-07-09T10:13:20.809" v="9" actId="962"/>
        <pc:sldMkLst>
          <pc:docMk/>
          <pc:sldMk cId="0" sldId="260"/>
        </pc:sldMkLst>
        <pc:picChg chg="add mod">
          <ac:chgData name="Artanago, Kenwyn" userId="280bbbef-73a8-4da2-b05f-60f93405c8ba" providerId="ADAL" clId="{90396D97-E750-4C3D-8AE3-AA8D8721BFDF}" dt="2023-07-09T10:13:20.809" v="9" actId="962"/>
          <ac:picMkLst>
            <pc:docMk/>
            <pc:sldMk cId="0" sldId="260"/>
            <ac:picMk id="4" creationId="{9725AFFB-58D6-4129-9964-EFCF562866F0}"/>
          </ac:picMkLst>
        </pc:picChg>
      </pc:sldChg>
      <pc:sldChg chg="addSp modSp mod">
        <pc:chgData name="Artanago, Kenwyn" userId="280bbbef-73a8-4da2-b05f-60f93405c8ba" providerId="ADAL" clId="{90396D97-E750-4C3D-8AE3-AA8D8721BFDF}" dt="2023-07-09T10:13:23.811" v="12" actId="962"/>
        <pc:sldMkLst>
          <pc:docMk/>
          <pc:sldMk cId="0" sldId="261"/>
        </pc:sldMkLst>
        <pc:picChg chg="add mod">
          <ac:chgData name="Artanago, Kenwyn" userId="280bbbef-73a8-4da2-b05f-60f93405c8ba" providerId="ADAL" clId="{90396D97-E750-4C3D-8AE3-AA8D8721BFDF}" dt="2023-07-09T10:13:23.811" v="12" actId="962"/>
          <ac:picMkLst>
            <pc:docMk/>
            <pc:sldMk cId="0" sldId="261"/>
            <ac:picMk id="5" creationId="{C37B4DBE-F88B-4602-9B19-36B32BFDE491}"/>
          </ac:picMkLst>
        </pc:picChg>
      </pc:sldChg>
      <pc:sldChg chg="addSp modSp mod">
        <pc:chgData name="Artanago, Kenwyn" userId="280bbbef-73a8-4da2-b05f-60f93405c8ba" providerId="ADAL" clId="{90396D97-E750-4C3D-8AE3-AA8D8721BFDF}" dt="2023-07-09T10:13:28.505" v="14" actId="27614"/>
        <pc:sldMkLst>
          <pc:docMk/>
          <pc:sldMk cId="0" sldId="262"/>
        </pc:sldMkLst>
        <pc:picChg chg="add mod">
          <ac:chgData name="Artanago, Kenwyn" userId="280bbbef-73a8-4da2-b05f-60f93405c8ba" providerId="ADAL" clId="{90396D97-E750-4C3D-8AE3-AA8D8721BFDF}" dt="2023-07-09T10:13:28.505" v="14" actId="27614"/>
          <ac:picMkLst>
            <pc:docMk/>
            <pc:sldMk cId="0" sldId="262"/>
            <ac:picMk id="5" creationId="{5BC1CCEE-4BAB-4D26-A4B3-6D3C2B1A5042}"/>
          </ac:picMkLst>
        </pc:picChg>
      </pc:sldChg>
      <pc:sldChg chg="addSp modSp mod">
        <pc:chgData name="Artanago, Kenwyn" userId="280bbbef-73a8-4da2-b05f-60f93405c8ba" providerId="ADAL" clId="{90396D97-E750-4C3D-8AE3-AA8D8721BFDF}" dt="2023-07-09T10:13:31.771" v="17" actId="962"/>
        <pc:sldMkLst>
          <pc:docMk/>
          <pc:sldMk cId="0" sldId="263"/>
        </pc:sldMkLst>
        <pc:picChg chg="add mod">
          <ac:chgData name="Artanago, Kenwyn" userId="280bbbef-73a8-4da2-b05f-60f93405c8ba" providerId="ADAL" clId="{90396D97-E750-4C3D-8AE3-AA8D8721BFDF}" dt="2023-07-09T10:13:31.771" v="17" actId="962"/>
          <ac:picMkLst>
            <pc:docMk/>
            <pc:sldMk cId="0" sldId="263"/>
            <ac:picMk id="5" creationId="{76649406-33C6-4314-BE29-4FE44E13C78B}"/>
          </ac:picMkLst>
        </pc:picChg>
      </pc:sldChg>
      <pc:sldChg chg="addSp modSp mod">
        <pc:chgData name="Artanago, Kenwyn" userId="280bbbef-73a8-4da2-b05f-60f93405c8ba" providerId="ADAL" clId="{90396D97-E750-4C3D-8AE3-AA8D8721BFDF}" dt="2023-07-09T10:13:35.693" v="20" actId="962"/>
        <pc:sldMkLst>
          <pc:docMk/>
          <pc:sldMk cId="0" sldId="264"/>
        </pc:sldMkLst>
        <pc:picChg chg="add mod">
          <ac:chgData name="Artanago, Kenwyn" userId="280bbbef-73a8-4da2-b05f-60f93405c8ba" providerId="ADAL" clId="{90396D97-E750-4C3D-8AE3-AA8D8721BFDF}" dt="2023-07-09T10:13:35.693" v="20" actId="962"/>
          <ac:picMkLst>
            <pc:docMk/>
            <pc:sldMk cId="0" sldId="264"/>
            <ac:picMk id="5" creationId="{755D0104-D1B1-4F41-AC59-BB45A6C91084}"/>
          </ac:picMkLst>
        </pc:picChg>
      </pc:sldChg>
      <pc:sldChg chg="addSp modSp mod">
        <pc:chgData name="Artanago, Kenwyn" userId="280bbbef-73a8-4da2-b05f-60f93405c8ba" providerId="ADAL" clId="{90396D97-E750-4C3D-8AE3-AA8D8721BFDF}" dt="2023-07-09T10:13:38.988" v="23" actId="962"/>
        <pc:sldMkLst>
          <pc:docMk/>
          <pc:sldMk cId="0" sldId="265"/>
        </pc:sldMkLst>
        <pc:picChg chg="add mod">
          <ac:chgData name="Artanago, Kenwyn" userId="280bbbef-73a8-4da2-b05f-60f93405c8ba" providerId="ADAL" clId="{90396D97-E750-4C3D-8AE3-AA8D8721BFDF}" dt="2023-07-09T10:13:38.988" v="23" actId="962"/>
          <ac:picMkLst>
            <pc:docMk/>
            <pc:sldMk cId="0" sldId="265"/>
            <ac:picMk id="5" creationId="{A0CD3CF6-2614-4EC7-BF8B-1110E7768DE8}"/>
          </ac:picMkLst>
        </pc:picChg>
      </pc:sldChg>
      <pc:sldChg chg="addSp modSp mod">
        <pc:chgData name="Artanago, Kenwyn" userId="280bbbef-73a8-4da2-b05f-60f93405c8ba" providerId="ADAL" clId="{90396D97-E750-4C3D-8AE3-AA8D8721BFDF}" dt="2023-07-09T10:13:44.931" v="26" actId="962"/>
        <pc:sldMkLst>
          <pc:docMk/>
          <pc:sldMk cId="0" sldId="266"/>
        </pc:sldMkLst>
        <pc:picChg chg="add mod">
          <ac:chgData name="Artanago, Kenwyn" userId="280bbbef-73a8-4da2-b05f-60f93405c8ba" providerId="ADAL" clId="{90396D97-E750-4C3D-8AE3-AA8D8721BFDF}" dt="2023-07-09T10:13:44.931" v="26" actId="962"/>
          <ac:picMkLst>
            <pc:docMk/>
            <pc:sldMk cId="0" sldId="266"/>
            <ac:picMk id="5" creationId="{B7F077E7-A411-49EE-B253-EEC4966A8595}"/>
          </ac:picMkLst>
        </pc:picChg>
      </pc:sldChg>
      <pc:sldChg chg="addSp modSp mod">
        <pc:chgData name="Artanago, Kenwyn" userId="280bbbef-73a8-4da2-b05f-60f93405c8ba" providerId="ADAL" clId="{90396D97-E750-4C3D-8AE3-AA8D8721BFDF}" dt="2023-07-09T10:14:18.315" v="29" actId="962"/>
        <pc:sldMkLst>
          <pc:docMk/>
          <pc:sldMk cId="0" sldId="267"/>
        </pc:sldMkLst>
        <pc:picChg chg="add mod">
          <ac:chgData name="Artanago, Kenwyn" userId="280bbbef-73a8-4da2-b05f-60f93405c8ba" providerId="ADAL" clId="{90396D97-E750-4C3D-8AE3-AA8D8721BFDF}" dt="2023-07-09T10:14:18.315" v="29" actId="962"/>
          <ac:picMkLst>
            <pc:docMk/>
            <pc:sldMk cId="0" sldId="267"/>
            <ac:picMk id="5" creationId="{4B338D43-8F94-46B4-A368-86D7E7128BCD}"/>
          </ac:picMkLst>
        </pc:picChg>
      </pc:sldChg>
      <pc:sldChg chg="addSp modSp mod">
        <pc:chgData name="Artanago, Kenwyn" userId="280bbbef-73a8-4da2-b05f-60f93405c8ba" providerId="ADAL" clId="{90396D97-E750-4C3D-8AE3-AA8D8721BFDF}" dt="2023-07-09T10:14:29.432" v="31" actId="27614"/>
        <pc:sldMkLst>
          <pc:docMk/>
          <pc:sldMk cId="0" sldId="268"/>
        </pc:sldMkLst>
        <pc:picChg chg="add mod">
          <ac:chgData name="Artanago, Kenwyn" userId="280bbbef-73a8-4da2-b05f-60f93405c8ba" providerId="ADAL" clId="{90396D97-E750-4C3D-8AE3-AA8D8721BFDF}" dt="2023-07-09T10:14:29.432" v="31" actId="27614"/>
          <ac:picMkLst>
            <pc:docMk/>
            <pc:sldMk cId="0" sldId="268"/>
            <ac:picMk id="5" creationId="{58D45BAF-81EE-4CC4-8FBD-A35EA67E5474}"/>
          </ac:picMkLst>
        </pc:picChg>
      </pc:sldChg>
      <pc:sldChg chg="addSp modSp mod">
        <pc:chgData name="Artanago, Kenwyn" userId="280bbbef-73a8-4da2-b05f-60f93405c8ba" providerId="ADAL" clId="{90396D97-E750-4C3D-8AE3-AA8D8721BFDF}" dt="2023-07-09T10:14:32.263" v="34" actId="962"/>
        <pc:sldMkLst>
          <pc:docMk/>
          <pc:sldMk cId="0" sldId="269"/>
        </pc:sldMkLst>
        <pc:picChg chg="add mod">
          <ac:chgData name="Artanago, Kenwyn" userId="280bbbef-73a8-4da2-b05f-60f93405c8ba" providerId="ADAL" clId="{90396D97-E750-4C3D-8AE3-AA8D8721BFDF}" dt="2023-07-09T10:14:32.263" v="34" actId="962"/>
          <ac:picMkLst>
            <pc:docMk/>
            <pc:sldMk cId="0" sldId="269"/>
            <ac:picMk id="5" creationId="{CB117C9D-89C9-4BF5-B11F-10E323858EF5}"/>
          </ac:picMkLst>
        </pc:picChg>
      </pc:sldChg>
      <pc:sldChg chg="addSp delSp modSp mod">
        <pc:chgData name="Artanago, Kenwyn" userId="280bbbef-73a8-4da2-b05f-60f93405c8ba" providerId="ADAL" clId="{90396D97-E750-4C3D-8AE3-AA8D8721BFDF}" dt="2023-07-09T10:16:40.551" v="43" actId="14100"/>
        <pc:sldMkLst>
          <pc:docMk/>
          <pc:sldMk cId="0" sldId="271"/>
        </pc:sldMkLst>
        <pc:picChg chg="add del mod">
          <ac:chgData name="Artanago, Kenwyn" userId="280bbbef-73a8-4da2-b05f-60f93405c8ba" providerId="ADAL" clId="{90396D97-E750-4C3D-8AE3-AA8D8721BFDF}" dt="2023-07-09T10:16:14.440" v="38" actId="478"/>
          <ac:picMkLst>
            <pc:docMk/>
            <pc:sldMk cId="0" sldId="271"/>
            <ac:picMk id="5" creationId="{CAF7135B-4FF7-41BE-AC3C-6AC49CFD0CBC}"/>
          </ac:picMkLst>
        </pc:picChg>
        <pc:picChg chg="add mod">
          <ac:chgData name="Artanago, Kenwyn" userId="280bbbef-73a8-4da2-b05f-60f93405c8ba" providerId="ADAL" clId="{90396D97-E750-4C3D-8AE3-AA8D8721BFDF}" dt="2023-07-09T10:16:40.551" v="43" actId="14100"/>
          <ac:picMkLst>
            <pc:docMk/>
            <pc:sldMk cId="0" sldId="271"/>
            <ac:picMk id="7" creationId="{7F178205-9F17-42E1-95F4-32372446BFEB}"/>
          </ac:picMkLst>
        </pc:picChg>
      </pc:sldChg>
      <pc:sldChg chg="addSp modSp mod">
        <pc:chgData name="Artanago, Kenwyn" userId="280bbbef-73a8-4da2-b05f-60f93405c8ba" providerId="ADAL" clId="{90396D97-E750-4C3D-8AE3-AA8D8721BFDF}" dt="2023-07-09T10:16:52.298" v="48" actId="14100"/>
        <pc:sldMkLst>
          <pc:docMk/>
          <pc:sldMk cId="0" sldId="272"/>
        </pc:sldMkLst>
        <pc:picChg chg="add mod">
          <ac:chgData name="Artanago, Kenwyn" userId="280bbbef-73a8-4da2-b05f-60f93405c8ba" providerId="ADAL" clId="{90396D97-E750-4C3D-8AE3-AA8D8721BFDF}" dt="2023-07-09T10:16:52.298" v="48" actId="14100"/>
          <ac:picMkLst>
            <pc:docMk/>
            <pc:sldMk cId="0" sldId="272"/>
            <ac:picMk id="5" creationId="{2BDAEA6B-FF91-42B9-AF28-0A14117EE627}"/>
          </ac:picMkLst>
        </pc:picChg>
      </pc:sldChg>
      <pc:sldChg chg="addSp modSp mod">
        <pc:chgData name="Artanago, Kenwyn" userId="280bbbef-73a8-4da2-b05f-60f93405c8ba" providerId="ADAL" clId="{90396D97-E750-4C3D-8AE3-AA8D8721BFDF}" dt="2023-07-09T10:17:02.553" v="53" actId="14100"/>
        <pc:sldMkLst>
          <pc:docMk/>
          <pc:sldMk cId="0" sldId="273"/>
        </pc:sldMkLst>
        <pc:picChg chg="add mod">
          <ac:chgData name="Artanago, Kenwyn" userId="280bbbef-73a8-4da2-b05f-60f93405c8ba" providerId="ADAL" clId="{90396D97-E750-4C3D-8AE3-AA8D8721BFDF}" dt="2023-07-09T10:17:02.553" v="53" actId="14100"/>
          <ac:picMkLst>
            <pc:docMk/>
            <pc:sldMk cId="0" sldId="273"/>
            <ac:picMk id="5" creationId="{9824AB3D-FC32-48E0-A0C1-FB36A70BC17D}"/>
          </ac:picMkLst>
        </pc:picChg>
      </pc:sldChg>
      <pc:sldChg chg="addSp modSp mod">
        <pc:chgData name="Artanago, Kenwyn" userId="280bbbef-73a8-4da2-b05f-60f93405c8ba" providerId="ADAL" clId="{90396D97-E750-4C3D-8AE3-AA8D8721BFDF}" dt="2023-07-09T10:17:13.613" v="58" actId="14100"/>
        <pc:sldMkLst>
          <pc:docMk/>
          <pc:sldMk cId="0" sldId="274"/>
        </pc:sldMkLst>
        <pc:picChg chg="add mod">
          <ac:chgData name="Artanago, Kenwyn" userId="280bbbef-73a8-4da2-b05f-60f93405c8ba" providerId="ADAL" clId="{90396D97-E750-4C3D-8AE3-AA8D8721BFDF}" dt="2023-07-09T10:17:13.613" v="58" actId="14100"/>
          <ac:picMkLst>
            <pc:docMk/>
            <pc:sldMk cId="0" sldId="274"/>
            <ac:picMk id="5" creationId="{8422990C-58C3-4BC6-9787-ED46D4733B2E}"/>
          </ac:picMkLst>
        </pc:picChg>
      </pc:sldChg>
      <pc:sldChg chg="addSp modSp mod">
        <pc:chgData name="Artanago, Kenwyn" userId="280bbbef-73a8-4da2-b05f-60f93405c8ba" providerId="ADAL" clId="{90396D97-E750-4C3D-8AE3-AA8D8721BFDF}" dt="2023-07-09T10:17:26.170" v="63" actId="14100"/>
        <pc:sldMkLst>
          <pc:docMk/>
          <pc:sldMk cId="0" sldId="275"/>
        </pc:sldMkLst>
        <pc:picChg chg="add mod">
          <ac:chgData name="Artanago, Kenwyn" userId="280bbbef-73a8-4da2-b05f-60f93405c8ba" providerId="ADAL" clId="{90396D97-E750-4C3D-8AE3-AA8D8721BFDF}" dt="2023-07-09T10:17:26.170" v="63" actId="14100"/>
          <ac:picMkLst>
            <pc:docMk/>
            <pc:sldMk cId="0" sldId="275"/>
            <ac:picMk id="5" creationId="{73692636-481A-4945-88DA-0633C2DF9CD1}"/>
          </ac:picMkLst>
        </pc:picChg>
      </pc:sldChg>
      <pc:sldChg chg="addSp modSp mod">
        <pc:chgData name="Artanago, Kenwyn" userId="280bbbef-73a8-4da2-b05f-60f93405c8ba" providerId="ADAL" clId="{90396D97-E750-4C3D-8AE3-AA8D8721BFDF}" dt="2023-07-09T10:17:36.420" v="68" actId="14100"/>
        <pc:sldMkLst>
          <pc:docMk/>
          <pc:sldMk cId="0" sldId="276"/>
        </pc:sldMkLst>
        <pc:picChg chg="add mod">
          <ac:chgData name="Artanago, Kenwyn" userId="280bbbef-73a8-4da2-b05f-60f93405c8ba" providerId="ADAL" clId="{90396D97-E750-4C3D-8AE3-AA8D8721BFDF}" dt="2023-07-09T10:17:36.420" v="68" actId="14100"/>
          <ac:picMkLst>
            <pc:docMk/>
            <pc:sldMk cId="0" sldId="276"/>
            <ac:picMk id="5" creationId="{ED717F3B-9AEC-4418-B9E7-2CE4D95ACA6A}"/>
          </ac:picMkLst>
        </pc:picChg>
      </pc:sldChg>
      <pc:sldChg chg="modSp mod">
        <pc:chgData name="Artanago, Kenwyn" userId="280bbbef-73a8-4da2-b05f-60f93405c8ba" providerId="ADAL" clId="{90396D97-E750-4C3D-8AE3-AA8D8721BFDF}" dt="2023-07-09T10:18:50.834" v="90" actId="20577"/>
        <pc:sldMkLst>
          <pc:docMk/>
          <pc:sldMk cId="0" sldId="283"/>
        </pc:sldMkLst>
        <pc:spChg chg="mod">
          <ac:chgData name="Artanago, Kenwyn" userId="280bbbef-73a8-4da2-b05f-60f93405c8ba" providerId="ADAL" clId="{90396D97-E750-4C3D-8AE3-AA8D8721BFDF}" dt="2023-07-09T10:18:50.834" v="90" actId="20577"/>
          <ac:spMkLst>
            <pc:docMk/>
            <pc:sldMk cId="0" sldId="283"/>
            <ac:spMk id="268" creationId="{00000000-0000-0000-0000-000000000000}"/>
          </ac:spMkLst>
        </pc:spChg>
      </pc:sldChg>
      <pc:sldChg chg="modSp mod">
        <pc:chgData name="Artanago, Kenwyn" userId="280bbbef-73a8-4da2-b05f-60f93405c8ba" providerId="ADAL" clId="{90396D97-E750-4C3D-8AE3-AA8D8721BFDF}" dt="2023-07-09T10:21:06.635" v="101"/>
        <pc:sldMkLst>
          <pc:docMk/>
          <pc:sldMk cId="0" sldId="284"/>
        </pc:sldMkLst>
        <pc:spChg chg="mod">
          <ac:chgData name="Artanago, Kenwyn" userId="280bbbef-73a8-4da2-b05f-60f93405c8ba" providerId="ADAL" clId="{90396D97-E750-4C3D-8AE3-AA8D8721BFDF}" dt="2023-07-09T10:21:06.635" v="101"/>
          <ac:spMkLst>
            <pc:docMk/>
            <pc:sldMk cId="0" sldId="284"/>
            <ac:spMk id="274" creationId="{00000000-0000-0000-0000-000000000000}"/>
          </ac:spMkLst>
        </pc:spChg>
      </pc:sldChg>
      <pc:sldChg chg="modSp mod">
        <pc:chgData name="Artanago, Kenwyn" userId="280bbbef-73a8-4da2-b05f-60f93405c8ba" providerId="ADAL" clId="{90396D97-E750-4C3D-8AE3-AA8D8721BFDF}" dt="2023-07-09T10:21:16.969" v="104"/>
        <pc:sldMkLst>
          <pc:docMk/>
          <pc:sldMk cId="0" sldId="285"/>
        </pc:sldMkLst>
        <pc:spChg chg="mod">
          <ac:chgData name="Artanago, Kenwyn" userId="280bbbef-73a8-4da2-b05f-60f93405c8ba" providerId="ADAL" clId="{90396D97-E750-4C3D-8AE3-AA8D8721BFDF}" dt="2023-07-09T10:21:16.969" v="104"/>
          <ac:spMkLst>
            <pc:docMk/>
            <pc:sldMk cId="0" sldId="285"/>
            <ac:spMk id="279" creationId="{00000000-0000-0000-0000-000000000000}"/>
          </ac:spMkLst>
        </pc:spChg>
      </pc:sldChg>
      <pc:sldChg chg="modSp mod">
        <pc:chgData name="Artanago, Kenwyn" userId="280bbbef-73a8-4da2-b05f-60f93405c8ba" providerId="ADAL" clId="{90396D97-E750-4C3D-8AE3-AA8D8721BFDF}" dt="2023-07-09T10:21:27.448" v="107"/>
        <pc:sldMkLst>
          <pc:docMk/>
          <pc:sldMk cId="0" sldId="286"/>
        </pc:sldMkLst>
        <pc:spChg chg="mod">
          <ac:chgData name="Artanago, Kenwyn" userId="280bbbef-73a8-4da2-b05f-60f93405c8ba" providerId="ADAL" clId="{90396D97-E750-4C3D-8AE3-AA8D8721BFDF}" dt="2023-07-09T10:21:27.448" v="107"/>
          <ac:spMkLst>
            <pc:docMk/>
            <pc:sldMk cId="0" sldId="286"/>
            <ac:spMk id="284" creationId="{00000000-0000-0000-0000-000000000000}"/>
          </ac:spMkLst>
        </pc:spChg>
      </pc:sldChg>
      <pc:sldChg chg="modSp mod">
        <pc:chgData name="Artanago, Kenwyn" userId="280bbbef-73a8-4da2-b05f-60f93405c8ba" providerId="ADAL" clId="{90396D97-E750-4C3D-8AE3-AA8D8721BFDF}" dt="2023-07-09T10:21:39.553" v="110"/>
        <pc:sldMkLst>
          <pc:docMk/>
          <pc:sldMk cId="0" sldId="287"/>
        </pc:sldMkLst>
        <pc:spChg chg="mod">
          <ac:chgData name="Artanago, Kenwyn" userId="280bbbef-73a8-4da2-b05f-60f93405c8ba" providerId="ADAL" clId="{90396D97-E750-4C3D-8AE3-AA8D8721BFDF}" dt="2023-07-09T10:21:39.553" v="110"/>
          <ac:spMkLst>
            <pc:docMk/>
            <pc:sldMk cId="0" sldId="287"/>
            <ac:spMk id="289" creationId="{00000000-0000-0000-0000-000000000000}"/>
          </ac:spMkLst>
        </pc:spChg>
      </pc:sldChg>
      <pc:sldChg chg="addSp modSp mod">
        <pc:chgData name="Artanago, Kenwyn" userId="280bbbef-73a8-4da2-b05f-60f93405c8ba" providerId="ADAL" clId="{90396D97-E750-4C3D-8AE3-AA8D8721BFDF}" dt="2023-07-09T10:22:31.363" v="114" actId="962"/>
        <pc:sldMkLst>
          <pc:docMk/>
          <pc:sldMk cId="0" sldId="289"/>
        </pc:sldMkLst>
        <pc:picChg chg="add mod">
          <ac:chgData name="Artanago, Kenwyn" userId="280bbbef-73a8-4da2-b05f-60f93405c8ba" providerId="ADAL" clId="{90396D97-E750-4C3D-8AE3-AA8D8721BFDF}" dt="2023-07-09T10:22:31.363" v="114" actId="962"/>
          <ac:picMkLst>
            <pc:docMk/>
            <pc:sldMk cId="0" sldId="289"/>
            <ac:picMk id="5" creationId="{D9C208C2-207D-4930-BF73-CA503EED1136}"/>
          </ac:picMkLst>
        </pc:picChg>
      </pc:sldChg>
      <pc:sldChg chg="addSp modSp mod">
        <pc:chgData name="Artanago, Kenwyn" userId="280bbbef-73a8-4da2-b05f-60f93405c8ba" providerId="ADAL" clId="{90396D97-E750-4C3D-8AE3-AA8D8721BFDF}" dt="2023-07-09T10:22:36.039" v="117" actId="962"/>
        <pc:sldMkLst>
          <pc:docMk/>
          <pc:sldMk cId="0" sldId="290"/>
        </pc:sldMkLst>
        <pc:picChg chg="add mod">
          <ac:chgData name="Artanago, Kenwyn" userId="280bbbef-73a8-4da2-b05f-60f93405c8ba" providerId="ADAL" clId="{90396D97-E750-4C3D-8AE3-AA8D8721BFDF}" dt="2023-07-09T10:22:36.039" v="117" actId="962"/>
          <ac:picMkLst>
            <pc:docMk/>
            <pc:sldMk cId="0" sldId="290"/>
            <ac:picMk id="5" creationId="{32887D63-37EE-4FA7-A654-EE41FE76E98D}"/>
          </ac:picMkLst>
        </pc:picChg>
      </pc:sldChg>
      <pc:sldChg chg="addSp modSp mod">
        <pc:chgData name="Artanago, Kenwyn" userId="280bbbef-73a8-4da2-b05f-60f93405c8ba" providerId="ADAL" clId="{90396D97-E750-4C3D-8AE3-AA8D8721BFDF}" dt="2023-07-09T10:22:40.596" v="119" actId="27614"/>
        <pc:sldMkLst>
          <pc:docMk/>
          <pc:sldMk cId="0" sldId="293"/>
        </pc:sldMkLst>
        <pc:picChg chg="add mod">
          <ac:chgData name="Artanago, Kenwyn" userId="280bbbef-73a8-4da2-b05f-60f93405c8ba" providerId="ADAL" clId="{90396D97-E750-4C3D-8AE3-AA8D8721BFDF}" dt="2023-07-09T10:22:40.596" v="119" actId="27614"/>
          <ac:picMkLst>
            <pc:docMk/>
            <pc:sldMk cId="0" sldId="293"/>
            <ac:picMk id="5" creationId="{18BAE9A6-1888-4BDA-AF54-EF093FA833CC}"/>
          </ac:picMkLst>
        </pc:picChg>
      </pc:sldChg>
      <pc:sldChg chg="addSp modSp mod">
        <pc:chgData name="Artanago, Kenwyn" userId="280bbbef-73a8-4da2-b05f-60f93405c8ba" providerId="ADAL" clId="{90396D97-E750-4C3D-8AE3-AA8D8721BFDF}" dt="2023-07-09T10:22:44.550" v="121" actId="27614"/>
        <pc:sldMkLst>
          <pc:docMk/>
          <pc:sldMk cId="0" sldId="294"/>
        </pc:sldMkLst>
        <pc:picChg chg="add mod">
          <ac:chgData name="Artanago, Kenwyn" userId="280bbbef-73a8-4da2-b05f-60f93405c8ba" providerId="ADAL" clId="{90396D97-E750-4C3D-8AE3-AA8D8721BFDF}" dt="2023-07-09T10:22:44.550" v="121" actId="27614"/>
          <ac:picMkLst>
            <pc:docMk/>
            <pc:sldMk cId="0" sldId="294"/>
            <ac:picMk id="5" creationId="{DEBD2520-2D07-4F17-A216-293AD86D5580}"/>
          </ac:picMkLst>
        </pc:picChg>
      </pc:sldChg>
      <pc:sldChg chg="addSp modSp mod">
        <pc:chgData name="Artanago, Kenwyn" userId="280bbbef-73a8-4da2-b05f-60f93405c8ba" providerId="ADAL" clId="{90396D97-E750-4C3D-8AE3-AA8D8721BFDF}" dt="2023-07-09T10:22:48.378" v="124" actId="962"/>
        <pc:sldMkLst>
          <pc:docMk/>
          <pc:sldMk cId="0" sldId="295"/>
        </pc:sldMkLst>
        <pc:picChg chg="add mod">
          <ac:chgData name="Artanago, Kenwyn" userId="280bbbef-73a8-4da2-b05f-60f93405c8ba" providerId="ADAL" clId="{90396D97-E750-4C3D-8AE3-AA8D8721BFDF}" dt="2023-07-09T10:22:48.378" v="124" actId="962"/>
          <ac:picMkLst>
            <pc:docMk/>
            <pc:sldMk cId="0" sldId="295"/>
            <ac:picMk id="5" creationId="{CEAEE308-75FC-4874-A3FA-5D9903E3CB63}"/>
          </ac:picMkLst>
        </pc:picChg>
      </pc:sldChg>
      <pc:sldChg chg="addSp modSp mod">
        <pc:chgData name="Artanago, Kenwyn" userId="280bbbef-73a8-4da2-b05f-60f93405c8ba" providerId="ADAL" clId="{90396D97-E750-4C3D-8AE3-AA8D8721BFDF}" dt="2023-07-09T10:22:56.247" v="127" actId="962"/>
        <pc:sldMkLst>
          <pc:docMk/>
          <pc:sldMk cId="0" sldId="296"/>
        </pc:sldMkLst>
        <pc:picChg chg="add mod">
          <ac:chgData name="Artanago, Kenwyn" userId="280bbbef-73a8-4da2-b05f-60f93405c8ba" providerId="ADAL" clId="{90396D97-E750-4C3D-8AE3-AA8D8721BFDF}" dt="2023-07-09T10:22:56.247" v="127" actId="962"/>
          <ac:picMkLst>
            <pc:docMk/>
            <pc:sldMk cId="0" sldId="296"/>
            <ac:picMk id="5" creationId="{82794D30-4699-4142-8A1F-073D144AD3C1}"/>
          </ac:picMkLst>
        </pc:picChg>
      </pc:sldChg>
      <pc:sldChg chg="modSp mod">
        <pc:chgData name="Artanago, Kenwyn" userId="280bbbef-73a8-4da2-b05f-60f93405c8ba" providerId="ADAL" clId="{90396D97-E750-4C3D-8AE3-AA8D8721BFDF}" dt="2023-07-09T10:24:44.468" v="216" actId="20577"/>
        <pc:sldMkLst>
          <pc:docMk/>
          <pc:sldMk cId="0" sldId="302"/>
        </pc:sldMkLst>
        <pc:spChg chg="mod">
          <ac:chgData name="Artanago, Kenwyn" userId="280bbbef-73a8-4da2-b05f-60f93405c8ba" providerId="ADAL" clId="{90396D97-E750-4C3D-8AE3-AA8D8721BFDF}" dt="2023-07-09T10:24:44.468" v="216" actId="20577"/>
          <ac:spMkLst>
            <pc:docMk/>
            <pc:sldMk cId="0" sldId="302"/>
            <ac:spMk id="362" creationId="{00000000-0000-0000-0000-000000000000}"/>
          </ac:spMkLst>
        </pc:spChg>
      </pc:sldChg>
      <pc:sldChg chg="mod modShow">
        <pc:chgData name="Artanago, Kenwyn" userId="280bbbef-73a8-4da2-b05f-60f93405c8ba" providerId="ADAL" clId="{90396D97-E750-4C3D-8AE3-AA8D8721BFDF}" dt="2023-07-09T10:24:59.802" v="218" actId="729"/>
        <pc:sldMkLst>
          <pc:docMk/>
          <pc:sldMk cId="0" sldId="311"/>
        </pc:sldMkLst>
      </pc:sldChg>
      <pc:sldChg chg="mod modShow">
        <pc:chgData name="Artanago, Kenwyn" userId="280bbbef-73a8-4da2-b05f-60f93405c8ba" providerId="ADAL" clId="{90396D97-E750-4C3D-8AE3-AA8D8721BFDF}" dt="2023-07-09T10:24:57.302" v="217" actId="729"/>
        <pc:sldMkLst>
          <pc:docMk/>
          <pc:sldMk cId="0" sldId="312"/>
        </pc:sldMkLst>
      </pc:sldChg>
      <pc:sldChg chg="addSp modSp mod">
        <pc:chgData name="Artanago, Kenwyn" userId="280bbbef-73a8-4da2-b05f-60f93405c8ba" providerId="ADAL" clId="{90396D97-E750-4C3D-8AE3-AA8D8721BFDF}" dt="2023-07-09T10:26:14.078" v="220" actId="27614"/>
        <pc:sldMkLst>
          <pc:docMk/>
          <pc:sldMk cId="0" sldId="316"/>
        </pc:sldMkLst>
        <pc:picChg chg="add mod">
          <ac:chgData name="Artanago, Kenwyn" userId="280bbbef-73a8-4da2-b05f-60f93405c8ba" providerId="ADAL" clId="{90396D97-E750-4C3D-8AE3-AA8D8721BFDF}" dt="2023-07-09T10:26:14.078" v="220" actId="27614"/>
          <ac:picMkLst>
            <pc:docMk/>
            <pc:sldMk cId="0" sldId="316"/>
            <ac:picMk id="6" creationId="{E3C36F39-9A57-4424-BFF3-3B8E361C1CC4}"/>
          </ac:picMkLst>
        </pc:picChg>
      </pc:sldChg>
      <pc:sldChg chg="addSp modSp mod">
        <pc:chgData name="Artanago, Kenwyn" userId="280bbbef-73a8-4da2-b05f-60f93405c8ba" providerId="ADAL" clId="{90396D97-E750-4C3D-8AE3-AA8D8721BFDF}" dt="2023-07-09T10:26:19.456" v="223" actId="962"/>
        <pc:sldMkLst>
          <pc:docMk/>
          <pc:sldMk cId="0" sldId="317"/>
        </pc:sldMkLst>
        <pc:picChg chg="add mod">
          <ac:chgData name="Artanago, Kenwyn" userId="280bbbef-73a8-4da2-b05f-60f93405c8ba" providerId="ADAL" clId="{90396D97-E750-4C3D-8AE3-AA8D8721BFDF}" dt="2023-07-09T10:26:19.456" v="223" actId="962"/>
          <ac:picMkLst>
            <pc:docMk/>
            <pc:sldMk cId="0" sldId="317"/>
            <ac:picMk id="5" creationId="{A0EEE2B9-7D45-485F-A6CC-C32F1CF3D4DC}"/>
          </ac:picMkLst>
        </pc:picChg>
      </pc:sldChg>
      <pc:sldChg chg="addSp modSp mod">
        <pc:chgData name="Artanago, Kenwyn" userId="280bbbef-73a8-4da2-b05f-60f93405c8ba" providerId="ADAL" clId="{90396D97-E750-4C3D-8AE3-AA8D8721BFDF}" dt="2023-07-09T10:26:23.390" v="225" actId="27614"/>
        <pc:sldMkLst>
          <pc:docMk/>
          <pc:sldMk cId="0" sldId="318"/>
        </pc:sldMkLst>
        <pc:picChg chg="add mod">
          <ac:chgData name="Artanago, Kenwyn" userId="280bbbef-73a8-4da2-b05f-60f93405c8ba" providerId="ADAL" clId="{90396D97-E750-4C3D-8AE3-AA8D8721BFDF}" dt="2023-07-09T10:26:23.390" v="225" actId="27614"/>
          <ac:picMkLst>
            <pc:docMk/>
            <pc:sldMk cId="0" sldId="318"/>
            <ac:picMk id="5" creationId="{E6E8A6E8-489C-4C48-88D8-10D1A4126C40}"/>
          </ac:picMkLst>
        </pc:picChg>
      </pc:sldChg>
      <pc:sldChg chg="addSp modSp mod">
        <pc:chgData name="Artanago, Kenwyn" userId="280bbbef-73a8-4da2-b05f-60f93405c8ba" providerId="ADAL" clId="{90396D97-E750-4C3D-8AE3-AA8D8721BFDF}" dt="2023-07-09T10:26:26.845" v="228" actId="962"/>
        <pc:sldMkLst>
          <pc:docMk/>
          <pc:sldMk cId="0" sldId="319"/>
        </pc:sldMkLst>
        <pc:picChg chg="add mod">
          <ac:chgData name="Artanago, Kenwyn" userId="280bbbef-73a8-4da2-b05f-60f93405c8ba" providerId="ADAL" clId="{90396D97-E750-4C3D-8AE3-AA8D8721BFDF}" dt="2023-07-09T10:26:26.845" v="228" actId="962"/>
          <ac:picMkLst>
            <pc:docMk/>
            <pc:sldMk cId="0" sldId="319"/>
            <ac:picMk id="5" creationId="{87E5CFC1-2171-4BEF-B6F2-709C68ACC7EC}"/>
          </ac:picMkLst>
        </pc:picChg>
      </pc:sldChg>
      <pc:sldChg chg="addSp modSp mod">
        <pc:chgData name="Artanago, Kenwyn" userId="280bbbef-73a8-4da2-b05f-60f93405c8ba" providerId="ADAL" clId="{90396D97-E750-4C3D-8AE3-AA8D8721BFDF}" dt="2023-07-09T10:26:29.995" v="231" actId="962"/>
        <pc:sldMkLst>
          <pc:docMk/>
          <pc:sldMk cId="0" sldId="320"/>
        </pc:sldMkLst>
        <pc:picChg chg="add mod">
          <ac:chgData name="Artanago, Kenwyn" userId="280bbbef-73a8-4da2-b05f-60f93405c8ba" providerId="ADAL" clId="{90396D97-E750-4C3D-8AE3-AA8D8721BFDF}" dt="2023-07-09T10:26:29.995" v="231" actId="962"/>
          <ac:picMkLst>
            <pc:docMk/>
            <pc:sldMk cId="0" sldId="320"/>
            <ac:picMk id="5" creationId="{6F12E10B-CE23-4130-AC1F-8A53E70EA249}"/>
          </ac:picMkLst>
        </pc:picChg>
      </pc:sldChg>
      <pc:sldChg chg="addSp modSp mod">
        <pc:chgData name="Artanago, Kenwyn" userId="280bbbef-73a8-4da2-b05f-60f93405c8ba" providerId="ADAL" clId="{90396D97-E750-4C3D-8AE3-AA8D8721BFDF}" dt="2023-07-09T10:26:34.382" v="233" actId="27614"/>
        <pc:sldMkLst>
          <pc:docMk/>
          <pc:sldMk cId="0" sldId="321"/>
        </pc:sldMkLst>
        <pc:picChg chg="add mod">
          <ac:chgData name="Artanago, Kenwyn" userId="280bbbef-73a8-4da2-b05f-60f93405c8ba" providerId="ADAL" clId="{90396D97-E750-4C3D-8AE3-AA8D8721BFDF}" dt="2023-07-09T10:26:34.382" v="233" actId="27614"/>
          <ac:picMkLst>
            <pc:docMk/>
            <pc:sldMk cId="0" sldId="321"/>
            <ac:picMk id="5" creationId="{BD7FC223-EDC4-4724-9682-C1744728753B}"/>
          </ac:picMkLst>
        </pc:picChg>
      </pc:sldChg>
      <pc:sldChg chg="addSp modSp mod">
        <pc:chgData name="Artanago, Kenwyn" userId="280bbbef-73a8-4da2-b05f-60f93405c8ba" providerId="ADAL" clId="{90396D97-E750-4C3D-8AE3-AA8D8721BFDF}" dt="2023-07-09T10:26:37.429" v="235" actId="27614"/>
        <pc:sldMkLst>
          <pc:docMk/>
          <pc:sldMk cId="0" sldId="322"/>
        </pc:sldMkLst>
        <pc:picChg chg="add mod">
          <ac:chgData name="Artanago, Kenwyn" userId="280bbbef-73a8-4da2-b05f-60f93405c8ba" providerId="ADAL" clId="{90396D97-E750-4C3D-8AE3-AA8D8721BFDF}" dt="2023-07-09T10:26:37.429" v="235" actId="27614"/>
          <ac:picMkLst>
            <pc:docMk/>
            <pc:sldMk cId="0" sldId="322"/>
            <ac:picMk id="5" creationId="{DD0A12AF-3A2D-4305-B956-94EA47873A85}"/>
          </ac:picMkLst>
        </pc:picChg>
      </pc:sldChg>
      <pc:sldChg chg="addSp modSp mod">
        <pc:chgData name="Artanago, Kenwyn" userId="280bbbef-73a8-4da2-b05f-60f93405c8ba" providerId="ADAL" clId="{90396D97-E750-4C3D-8AE3-AA8D8721BFDF}" dt="2023-07-09T10:26:40.530" v="237" actId="27614"/>
        <pc:sldMkLst>
          <pc:docMk/>
          <pc:sldMk cId="0" sldId="324"/>
        </pc:sldMkLst>
        <pc:picChg chg="add mod">
          <ac:chgData name="Artanago, Kenwyn" userId="280bbbef-73a8-4da2-b05f-60f93405c8ba" providerId="ADAL" clId="{90396D97-E750-4C3D-8AE3-AA8D8721BFDF}" dt="2023-07-09T10:26:40.530" v="237" actId="27614"/>
          <ac:picMkLst>
            <pc:docMk/>
            <pc:sldMk cId="0" sldId="324"/>
            <ac:picMk id="5" creationId="{B496E930-761C-4511-8051-19CE27E50C3D}"/>
          </ac:picMkLst>
        </pc:picChg>
      </pc:sldChg>
      <pc:sldChg chg="addSp modSp mod">
        <pc:chgData name="Artanago, Kenwyn" userId="280bbbef-73a8-4da2-b05f-60f93405c8ba" providerId="ADAL" clId="{90396D97-E750-4C3D-8AE3-AA8D8721BFDF}" dt="2023-07-09T10:26:43.760" v="239" actId="27614"/>
        <pc:sldMkLst>
          <pc:docMk/>
          <pc:sldMk cId="0" sldId="325"/>
        </pc:sldMkLst>
        <pc:picChg chg="add mod">
          <ac:chgData name="Artanago, Kenwyn" userId="280bbbef-73a8-4da2-b05f-60f93405c8ba" providerId="ADAL" clId="{90396D97-E750-4C3D-8AE3-AA8D8721BFDF}" dt="2023-07-09T10:26:43.760" v="239" actId="27614"/>
          <ac:picMkLst>
            <pc:docMk/>
            <pc:sldMk cId="0" sldId="325"/>
            <ac:picMk id="5" creationId="{62B322EB-7AAF-4DE0-B917-A714AC2C9EDF}"/>
          </ac:picMkLst>
        </pc:picChg>
      </pc:sldChg>
      <pc:sldChg chg="addSp modSp mod">
        <pc:chgData name="Artanago, Kenwyn" userId="280bbbef-73a8-4da2-b05f-60f93405c8ba" providerId="ADAL" clId="{90396D97-E750-4C3D-8AE3-AA8D8721BFDF}" dt="2023-07-09T10:27:49.220" v="257" actId="962"/>
        <pc:sldMkLst>
          <pc:docMk/>
          <pc:sldMk cId="0" sldId="333"/>
        </pc:sldMkLst>
        <pc:picChg chg="add mod">
          <ac:chgData name="Artanago, Kenwyn" userId="280bbbef-73a8-4da2-b05f-60f93405c8ba" providerId="ADAL" clId="{90396D97-E750-4C3D-8AE3-AA8D8721BFDF}" dt="2023-07-09T10:27:49.220" v="257" actId="962"/>
          <ac:picMkLst>
            <pc:docMk/>
            <pc:sldMk cId="0" sldId="333"/>
            <ac:picMk id="4" creationId="{EDE0BB35-2B6E-4CCE-A628-83E10D34A0A5}"/>
          </ac:picMkLst>
        </pc:picChg>
      </pc:sldChg>
      <pc:sldChg chg="mod modShow">
        <pc:chgData name="Artanago, Kenwyn" userId="280bbbef-73a8-4da2-b05f-60f93405c8ba" providerId="ADAL" clId="{90396D97-E750-4C3D-8AE3-AA8D8721BFDF}" dt="2023-07-09T10:28:42.249" v="269" actId="729"/>
        <pc:sldMkLst>
          <pc:docMk/>
          <pc:sldMk cId="0" sldId="339"/>
        </pc:sldMkLst>
      </pc:sldChg>
      <pc:sldChg chg="mod modShow">
        <pc:chgData name="Artanago, Kenwyn" userId="280bbbef-73a8-4da2-b05f-60f93405c8ba" providerId="ADAL" clId="{90396D97-E750-4C3D-8AE3-AA8D8721BFDF}" dt="2023-07-09T10:28:44.953" v="270" actId="729"/>
        <pc:sldMkLst>
          <pc:docMk/>
          <pc:sldMk cId="0" sldId="340"/>
        </pc:sldMkLst>
      </pc:sldChg>
      <pc:sldChg chg="mod ord modShow">
        <pc:chgData name="Artanago, Kenwyn" userId="280bbbef-73a8-4da2-b05f-60f93405c8ba" providerId="ADAL" clId="{90396D97-E750-4C3D-8AE3-AA8D8721BFDF}" dt="2023-07-09T10:29:17.081" v="281"/>
        <pc:sldMkLst>
          <pc:docMk/>
          <pc:sldMk cId="0" sldId="342"/>
        </pc:sldMkLst>
      </pc:sldChg>
      <pc:sldChg chg="modSp mod">
        <pc:chgData name="Artanago, Kenwyn" userId="280bbbef-73a8-4da2-b05f-60f93405c8ba" providerId="ADAL" clId="{90396D97-E750-4C3D-8AE3-AA8D8721BFDF}" dt="2023-07-09T10:29:03.676" v="274" actId="20577"/>
        <pc:sldMkLst>
          <pc:docMk/>
          <pc:sldMk cId="0" sldId="343"/>
        </pc:sldMkLst>
        <pc:spChg chg="mod">
          <ac:chgData name="Artanago, Kenwyn" userId="280bbbef-73a8-4da2-b05f-60f93405c8ba" providerId="ADAL" clId="{90396D97-E750-4C3D-8AE3-AA8D8721BFDF}" dt="2023-07-09T10:29:00.874" v="272" actId="20577"/>
          <ac:spMkLst>
            <pc:docMk/>
            <pc:sldMk cId="0" sldId="343"/>
            <ac:spMk id="578" creationId="{00000000-0000-0000-0000-000000000000}"/>
          </ac:spMkLst>
        </pc:spChg>
        <pc:spChg chg="mod">
          <ac:chgData name="Artanago, Kenwyn" userId="280bbbef-73a8-4da2-b05f-60f93405c8ba" providerId="ADAL" clId="{90396D97-E750-4C3D-8AE3-AA8D8721BFDF}" dt="2023-07-09T10:29:03.676" v="274" actId="20577"/>
          <ac:spMkLst>
            <pc:docMk/>
            <pc:sldMk cId="0" sldId="343"/>
            <ac:spMk id="579" creationId="{00000000-0000-0000-0000-000000000000}"/>
          </ac:spMkLst>
        </pc:spChg>
      </pc:sldChg>
      <pc:sldChg chg="modSp mod">
        <pc:chgData name="Artanago, Kenwyn" userId="280bbbef-73a8-4da2-b05f-60f93405c8ba" providerId="ADAL" clId="{90396D97-E750-4C3D-8AE3-AA8D8721BFDF}" dt="2023-07-09T10:29:10.312" v="278" actId="20577"/>
        <pc:sldMkLst>
          <pc:docMk/>
          <pc:sldMk cId="0" sldId="344"/>
        </pc:sldMkLst>
        <pc:spChg chg="mod">
          <ac:chgData name="Artanago, Kenwyn" userId="280bbbef-73a8-4da2-b05f-60f93405c8ba" providerId="ADAL" clId="{90396D97-E750-4C3D-8AE3-AA8D8721BFDF}" dt="2023-07-09T10:29:08.345" v="276" actId="20577"/>
          <ac:spMkLst>
            <pc:docMk/>
            <pc:sldMk cId="0" sldId="344"/>
            <ac:spMk id="585" creationId="{00000000-0000-0000-0000-000000000000}"/>
          </ac:spMkLst>
        </pc:spChg>
        <pc:spChg chg="mod">
          <ac:chgData name="Artanago, Kenwyn" userId="280bbbef-73a8-4da2-b05f-60f93405c8ba" providerId="ADAL" clId="{90396D97-E750-4C3D-8AE3-AA8D8721BFDF}" dt="2023-07-09T10:29:10.312" v="278" actId="20577"/>
          <ac:spMkLst>
            <pc:docMk/>
            <pc:sldMk cId="0" sldId="344"/>
            <ac:spMk id="586" creationId="{00000000-0000-0000-0000-000000000000}"/>
          </ac:spMkLst>
        </pc:spChg>
      </pc:sldChg>
      <pc:sldChg chg="mod modShow">
        <pc:chgData name="Artanago, Kenwyn" userId="280bbbef-73a8-4da2-b05f-60f93405c8ba" providerId="ADAL" clId="{90396D97-E750-4C3D-8AE3-AA8D8721BFDF}" dt="2023-07-09T10:29:22.197" v="282" actId="729"/>
        <pc:sldMkLst>
          <pc:docMk/>
          <pc:sldMk cId="0" sldId="345"/>
        </pc:sldMkLst>
      </pc:sldChg>
      <pc:sldChg chg="del">
        <pc:chgData name="Artanago, Kenwyn" userId="280bbbef-73a8-4da2-b05f-60f93405c8ba" providerId="ADAL" clId="{90396D97-E750-4C3D-8AE3-AA8D8721BFDF}" dt="2023-07-09T10:21:45.720" v="111" actId="2696"/>
        <pc:sldMkLst>
          <pc:docMk/>
          <pc:sldMk cId="2863320528" sldId="350"/>
        </pc:sldMkLst>
      </pc:sldChg>
      <pc:sldChg chg="del">
        <pc:chgData name="Artanago, Kenwyn" userId="280bbbef-73a8-4da2-b05f-60f93405c8ba" providerId="ADAL" clId="{90396D97-E750-4C3D-8AE3-AA8D8721BFDF}" dt="2023-07-09T10:21:45.720" v="111" actId="2696"/>
        <pc:sldMkLst>
          <pc:docMk/>
          <pc:sldMk cId="1280947483" sldId="351"/>
        </pc:sldMkLst>
      </pc:sldChg>
      <pc:sldChg chg="del">
        <pc:chgData name="Artanago, Kenwyn" userId="280bbbef-73a8-4da2-b05f-60f93405c8ba" providerId="ADAL" clId="{90396D97-E750-4C3D-8AE3-AA8D8721BFDF}" dt="2023-07-09T10:21:45.720" v="111" actId="2696"/>
        <pc:sldMkLst>
          <pc:docMk/>
          <pc:sldMk cId="1034347261" sldId="353"/>
        </pc:sldMkLst>
      </pc:sldChg>
      <pc:sldChg chg="addSp modSp mod">
        <pc:chgData name="Artanago, Kenwyn" userId="280bbbef-73a8-4da2-b05f-60f93405c8ba" providerId="ADAL" clId="{90396D97-E750-4C3D-8AE3-AA8D8721BFDF}" dt="2023-07-09T10:17:46.343" v="73" actId="14100"/>
        <pc:sldMkLst>
          <pc:docMk/>
          <pc:sldMk cId="2138632321" sldId="384"/>
        </pc:sldMkLst>
        <pc:picChg chg="add mod">
          <ac:chgData name="Artanago, Kenwyn" userId="280bbbef-73a8-4da2-b05f-60f93405c8ba" providerId="ADAL" clId="{90396D97-E750-4C3D-8AE3-AA8D8721BFDF}" dt="2023-07-09T10:17:46.343" v="73" actId="14100"/>
          <ac:picMkLst>
            <pc:docMk/>
            <pc:sldMk cId="2138632321" sldId="384"/>
            <ac:picMk id="5" creationId="{E342967C-A7F8-4CEB-9116-157DBC016855}"/>
          </ac:picMkLst>
        </pc:picChg>
      </pc:sldChg>
      <pc:sldChg chg="addSp modSp mod">
        <pc:chgData name="Artanago, Kenwyn" userId="280bbbef-73a8-4da2-b05f-60f93405c8ba" providerId="ADAL" clId="{90396D97-E750-4C3D-8AE3-AA8D8721BFDF}" dt="2023-07-09T10:17:57.398" v="78" actId="14100"/>
        <pc:sldMkLst>
          <pc:docMk/>
          <pc:sldMk cId="2287554166" sldId="385"/>
        </pc:sldMkLst>
        <pc:picChg chg="add mod">
          <ac:chgData name="Artanago, Kenwyn" userId="280bbbef-73a8-4da2-b05f-60f93405c8ba" providerId="ADAL" clId="{90396D97-E750-4C3D-8AE3-AA8D8721BFDF}" dt="2023-07-09T10:17:57.398" v="78" actId="14100"/>
          <ac:picMkLst>
            <pc:docMk/>
            <pc:sldMk cId="2287554166" sldId="385"/>
            <ac:picMk id="5" creationId="{D81E5494-0BBF-4333-BDDC-F91C3E3C905C}"/>
          </ac:picMkLst>
        </pc:picChg>
      </pc:sldChg>
      <pc:sldChg chg="addSp modSp mod">
        <pc:chgData name="Artanago, Kenwyn" userId="280bbbef-73a8-4da2-b05f-60f93405c8ba" providerId="ADAL" clId="{90396D97-E750-4C3D-8AE3-AA8D8721BFDF}" dt="2023-07-09T10:26:47.255" v="241" actId="27614"/>
        <pc:sldMkLst>
          <pc:docMk/>
          <pc:sldMk cId="2915271513" sldId="386"/>
        </pc:sldMkLst>
        <pc:picChg chg="add mod">
          <ac:chgData name="Artanago, Kenwyn" userId="280bbbef-73a8-4da2-b05f-60f93405c8ba" providerId="ADAL" clId="{90396D97-E750-4C3D-8AE3-AA8D8721BFDF}" dt="2023-07-09T10:26:47.255" v="241" actId="27614"/>
          <ac:picMkLst>
            <pc:docMk/>
            <pc:sldMk cId="2915271513" sldId="386"/>
            <ac:picMk id="6" creationId="{51823EF4-ED7A-48A9-B487-D7F34B072127}"/>
          </ac:picMkLst>
        </pc:picChg>
      </pc:sldChg>
      <pc:sldChg chg="addSp modSp mod">
        <pc:chgData name="Artanago, Kenwyn" userId="280bbbef-73a8-4da2-b05f-60f93405c8ba" providerId="ADAL" clId="{90396D97-E750-4C3D-8AE3-AA8D8721BFDF}" dt="2023-07-09T10:26:50.564" v="243" actId="27614"/>
        <pc:sldMkLst>
          <pc:docMk/>
          <pc:sldMk cId="3747739469" sldId="387"/>
        </pc:sldMkLst>
        <pc:picChg chg="add mod">
          <ac:chgData name="Artanago, Kenwyn" userId="280bbbef-73a8-4da2-b05f-60f93405c8ba" providerId="ADAL" clId="{90396D97-E750-4C3D-8AE3-AA8D8721BFDF}" dt="2023-07-09T10:26:50.564" v="243" actId="27614"/>
          <ac:picMkLst>
            <pc:docMk/>
            <pc:sldMk cId="3747739469" sldId="387"/>
            <ac:picMk id="6" creationId="{C9815606-D020-4E56-9888-20FD575C65C5}"/>
          </ac:picMkLst>
        </pc:picChg>
      </pc:sldChg>
      <pc:sldChg chg="addSp modSp mod">
        <pc:chgData name="Artanago, Kenwyn" userId="280bbbef-73a8-4da2-b05f-60f93405c8ba" providerId="ADAL" clId="{90396D97-E750-4C3D-8AE3-AA8D8721BFDF}" dt="2023-07-09T10:26:54.072" v="245" actId="27614"/>
        <pc:sldMkLst>
          <pc:docMk/>
          <pc:sldMk cId="2268274077" sldId="388"/>
        </pc:sldMkLst>
        <pc:picChg chg="add mod">
          <ac:chgData name="Artanago, Kenwyn" userId="280bbbef-73a8-4da2-b05f-60f93405c8ba" providerId="ADAL" clId="{90396D97-E750-4C3D-8AE3-AA8D8721BFDF}" dt="2023-07-09T10:26:54.072" v="245" actId="27614"/>
          <ac:picMkLst>
            <pc:docMk/>
            <pc:sldMk cId="2268274077" sldId="388"/>
            <ac:picMk id="6" creationId="{C2A8DFBA-64A9-4480-90E0-368093D1629A}"/>
          </ac:picMkLst>
        </pc:picChg>
      </pc:sldChg>
      <pc:sldChg chg="addSp modSp mod">
        <pc:chgData name="Artanago, Kenwyn" userId="280bbbef-73a8-4da2-b05f-60f93405c8ba" providerId="ADAL" clId="{90396D97-E750-4C3D-8AE3-AA8D8721BFDF}" dt="2023-07-09T10:26:57.700" v="247" actId="27614"/>
        <pc:sldMkLst>
          <pc:docMk/>
          <pc:sldMk cId="4123100765" sldId="389"/>
        </pc:sldMkLst>
        <pc:picChg chg="add mod">
          <ac:chgData name="Artanago, Kenwyn" userId="280bbbef-73a8-4da2-b05f-60f93405c8ba" providerId="ADAL" clId="{90396D97-E750-4C3D-8AE3-AA8D8721BFDF}" dt="2023-07-09T10:26:57.700" v="247" actId="27614"/>
          <ac:picMkLst>
            <pc:docMk/>
            <pc:sldMk cId="4123100765" sldId="389"/>
            <ac:picMk id="6" creationId="{891FA4DA-17C2-4254-929B-76E4B70A0BE3}"/>
          </ac:picMkLst>
        </pc:picChg>
      </pc:sldChg>
      <pc:sldChg chg="addSp modSp mod">
        <pc:chgData name="Artanago, Kenwyn" userId="280bbbef-73a8-4da2-b05f-60f93405c8ba" providerId="ADAL" clId="{90396D97-E750-4C3D-8AE3-AA8D8721BFDF}" dt="2023-07-09T10:27:01.784" v="249" actId="27614"/>
        <pc:sldMkLst>
          <pc:docMk/>
          <pc:sldMk cId="1167368597" sldId="390"/>
        </pc:sldMkLst>
        <pc:picChg chg="add mod">
          <ac:chgData name="Artanago, Kenwyn" userId="280bbbef-73a8-4da2-b05f-60f93405c8ba" providerId="ADAL" clId="{90396D97-E750-4C3D-8AE3-AA8D8721BFDF}" dt="2023-07-09T10:27:01.784" v="249" actId="27614"/>
          <ac:picMkLst>
            <pc:docMk/>
            <pc:sldMk cId="1167368597" sldId="390"/>
            <ac:picMk id="6" creationId="{05B86B4C-32A2-4CC0-8325-0FEDA120D531}"/>
          </ac:picMkLst>
        </pc:picChg>
      </pc:sldChg>
      <pc:sldChg chg="addSp modSp mod">
        <pc:chgData name="Artanago, Kenwyn" userId="280bbbef-73a8-4da2-b05f-60f93405c8ba" providerId="ADAL" clId="{90396D97-E750-4C3D-8AE3-AA8D8721BFDF}" dt="2023-07-09T10:27:05.183" v="251" actId="27614"/>
        <pc:sldMkLst>
          <pc:docMk/>
          <pc:sldMk cId="2202194069" sldId="391"/>
        </pc:sldMkLst>
        <pc:picChg chg="add mod">
          <ac:chgData name="Artanago, Kenwyn" userId="280bbbef-73a8-4da2-b05f-60f93405c8ba" providerId="ADAL" clId="{90396D97-E750-4C3D-8AE3-AA8D8721BFDF}" dt="2023-07-09T10:27:05.183" v="251" actId="27614"/>
          <ac:picMkLst>
            <pc:docMk/>
            <pc:sldMk cId="2202194069" sldId="391"/>
            <ac:picMk id="7" creationId="{4EFB2615-E76D-451E-B4F6-44738F99D829}"/>
          </ac:picMkLst>
        </pc:picChg>
      </pc:sldChg>
      <pc:sldChg chg="addSp modSp mod">
        <pc:chgData name="Artanago, Kenwyn" userId="280bbbef-73a8-4da2-b05f-60f93405c8ba" providerId="ADAL" clId="{90396D97-E750-4C3D-8AE3-AA8D8721BFDF}" dt="2023-07-09T10:27:08.915" v="254" actId="962"/>
        <pc:sldMkLst>
          <pc:docMk/>
          <pc:sldMk cId="2588376745" sldId="392"/>
        </pc:sldMkLst>
        <pc:picChg chg="add mod">
          <ac:chgData name="Artanago, Kenwyn" userId="280bbbef-73a8-4da2-b05f-60f93405c8ba" providerId="ADAL" clId="{90396D97-E750-4C3D-8AE3-AA8D8721BFDF}" dt="2023-07-09T10:27:08.915" v="254" actId="962"/>
          <ac:picMkLst>
            <pc:docMk/>
            <pc:sldMk cId="2588376745" sldId="392"/>
            <ac:picMk id="7" creationId="{CF199D84-0D92-4DEF-B1A6-BB26FBE94331}"/>
          </ac:picMkLst>
        </pc:picChg>
      </pc:sldChg>
      <pc:sldChg chg="addSp modSp mod">
        <pc:chgData name="Artanago, Kenwyn" userId="280bbbef-73a8-4da2-b05f-60f93405c8ba" providerId="ADAL" clId="{90396D97-E750-4C3D-8AE3-AA8D8721BFDF}" dt="2023-07-09T10:28:36.171" v="268" actId="962"/>
        <pc:sldMkLst>
          <pc:docMk/>
          <pc:sldMk cId="1201868625" sldId="393"/>
        </pc:sldMkLst>
        <pc:picChg chg="add mod">
          <ac:chgData name="Artanago, Kenwyn" userId="280bbbef-73a8-4da2-b05f-60f93405c8ba" providerId="ADAL" clId="{90396D97-E750-4C3D-8AE3-AA8D8721BFDF}" dt="2023-07-09T10:28:36.171" v="268" actId="962"/>
          <ac:picMkLst>
            <pc:docMk/>
            <pc:sldMk cId="1201868625" sldId="393"/>
            <ac:picMk id="4" creationId="{E85B54D5-2645-443E-A3D8-35064FDAA880}"/>
          </ac:picMkLst>
        </pc:picChg>
      </pc:sldChg>
      <pc:sldChg chg="addSp modSp add mod">
        <pc:chgData name="Artanago, Kenwyn" userId="280bbbef-73a8-4da2-b05f-60f93405c8ba" providerId="ADAL" clId="{90396D97-E750-4C3D-8AE3-AA8D8721BFDF}" dt="2023-07-09T10:18:10.705" v="84" actId="14100"/>
        <pc:sldMkLst>
          <pc:docMk/>
          <pc:sldMk cId="3947617216" sldId="394"/>
        </pc:sldMkLst>
        <pc:picChg chg="add mod">
          <ac:chgData name="Artanago, Kenwyn" userId="280bbbef-73a8-4da2-b05f-60f93405c8ba" providerId="ADAL" clId="{90396D97-E750-4C3D-8AE3-AA8D8721BFDF}" dt="2023-07-09T10:18:10.705" v="84" actId="14100"/>
          <ac:picMkLst>
            <pc:docMk/>
            <pc:sldMk cId="3947617216" sldId="394"/>
            <ac:picMk id="6" creationId="{C7B27025-0F21-4748-BB29-461CE6F29393}"/>
          </ac:picMkLst>
        </pc:picChg>
      </pc:sldChg>
      <pc:sldChg chg="addSp modSp add mod">
        <pc:chgData name="Artanago, Kenwyn" userId="280bbbef-73a8-4da2-b05f-60f93405c8ba" providerId="ADAL" clId="{90396D97-E750-4C3D-8AE3-AA8D8721BFDF}" dt="2023-07-09T10:23:35.676" v="131" actId="27614"/>
        <pc:sldMkLst>
          <pc:docMk/>
          <pc:sldMk cId="1042451822" sldId="395"/>
        </pc:sldMkLst>
        <pc:picChg chg="add mod">
          <ac:chgData name="Artanago, Kenwyn" userId="280bbbef-73a8-4da2-b05f-60f93405c8ba" providerId="ADAL" clId="{90396D97-E750-4C3D-8AE3-AA8D8721BFDF}" dt="2023-07-09T10:23:35.676" v="131" actId="27614"/>
          <ac:picMkLst>
            <pc:docMk/>
            <pc:sldMk cId="1042451822" sldId="395"/>
            <ac:picMk id="6" creationId="{D384400C-9F0A-4B55-83B0-62BC973F0AA0}"/>
          </ac:picMkLst>
        </pc:picChg>
      </pc:sldChg>
      <pc:sldChg chg="addSp modSp add mod replId">
        <pc:chgData name="Artanago, Kenwyn" userId="280bbbef-73a8-4da2-b05f-60f93405c8ba" providerId="ADAL" clId="{90396D97-E750-4C3D-8AE3-AA8D8721BFDF}" dt="2023-07-09T10:23:39.831" v="134" actId="962"/>
        <pc:sldMkLst>
          <pc:docMk/>
          <pc:sldMk cId="3510275573" sldId="396"/>
        </pc:sldMkLst>
        <pc:picChg chg="add mod">
          <ac:chgData name="Artanago, Kenwyn" userId="280bbbef-73a8-4da2-b05f-60f93405c8ba" providerId="ADAL" clId="{90396D97-E750-4C3D-8AE3-AA8D8721BFDF}" dt="2023-07-09T10:23:39.831" v="134" actId="962"/>
          <ac:picMkLst>
            <pc:docMk/>
            <pc:sldMk cId="3510275573" sldId="396"/>
            <ac:picMk id="6" creationId="{D32D0371-829D-4547-BFD2-230440DD2B07}"/>
          </ac:picMkLst>
        </pc:picChg>
      </pc:sldChg>
      <pc:sldChg chg="addSp modSp add mod replId">
        <pc:chgData name="Artanago, Kenwyn" userId="280bbbef-73a8-4da2-b05f-60f93405c8ba" providerId="ADAL" clId="{90396D97-E750-4C3D-8AE3-AA8D8721BFDF}" dt="2023-07-09T10:23:43.887" v="136" actId="27614"/>
        <pc:sldMkLst>
          <pc:docMk/>
          <pc:sldMk cId="2070663167" sldId="397"/>
        </pc:sldMkLst>
        <pc:picChg chg="add mod">
          <ac:chgData name="Artanago, Kenwyn" userId="280bbbef-73a8-4da2-b05f-60f93405c8ba" providerId="ADAL" clId="{90396D97-E750-4C3D-8AE3-AA8D8721BFDF}" dt="2023-07-09T10:23:43.887" v="136" actId="27614"/>
          <ac:picMkLst>
            <pc:docMk/>
            <pc:sldMk cId="2070663167" sldId="397"/>
            <ac:picMk id="6" creationId="{92321FA1-AA09-43A0-8A59-30BEEBF6C32B}"/>
          </ac:picMkLst>
        </pc:picChg>
      </pc:sldChg>
      <pc:sldChg chg="addSp modSp add mod">
        <pc:chgData name="Artanago, Kenwyn" userId="280bbbef-73a8-4da2-b05f-60f93405c8ba" providerId="ADAL" clId="{90396D97-E750-4C3D-8AE3-AA8D8721BFDF}" dt="2023-07-09T10:23:47.999" v="139" actId="962"/>
        <pc:sldMkLst>
          <pc:docMk/>
          <pc:sldMk cId="3313265396" sldId="398"/>
        </pc:sldMkLst>
        <pc:picChg chg="add mod">
          <ac:chgData name="Artanago, Kenwyn" userId="280bbbef-73a8-4da2-b05f-60f93405c8ba" providerId="ADAL" clId="{90396D97-E750-4C3D-8AE3-AA8D8721BFDF}" dt="2023-07-09T10:23:47.999" v="139" actId="962"/>
          <ac:picMkLst>
            <pc:docMk/>
            <pc:sldMk cId="3313265396" sldId="398"/>
            <ac:picMk id="6" creationId="{EBB0130C-4872-47D5-96D3-3A1E05D9EC31}"/>
          </ac:picMkLst>
        </pc:picChg>
      </pc:sldChg>
      <pc:sldChg chg="addSp modSp add mod replId">
        <pc:chgData name="Artanago, Kenwyn" userId="280bbbef-73a8-4da2-b05f-60f93405c8ba" providerId="ADAL" clId="{90396D97-E750-4C3D-8AE3-AA8D8721BFDF}" dt="2023-07-09T10:23:52.146" v="141" actId="27614"/>
        <pc:sldMkLst>
          <pc:docMk/>
          <pc:sldMk cId="959628280" sldId="399"/>
        </pc:sldMkLst>
        <pc:picChg chg="add mod">
          <ac:chgData name="Artanago, Kenwyn" userId="280bbbef-73a8-4da2-b05f-60f93405c8ba" providerId="ADAL" clId="{90396D97-E750-4C3D-8AE3-AA8D8721BFDF}" dt="2023-07-09T10:23:52.146" v="141" actId="27614"/>
          <ac:picMkLst>
            <pc:docMk/>
            <pc:sldMk cId="959628280" sldId="399"/>
            <ac:picMk id="6" creationId="{DC879329-B4B3-4BBE-9B63-C29A77D5B806}"/>
          </ac:picMkLst>
        </pc:picChg>
      </pc:sldChg>
      <pc:sldChg chg="addSp modSp add mod replId">
        <pc:chgData name="Artanago, Kenwyn" userId="280bbbef-73a8-4da2-b05f-60f93405c8ba" providerId="ADAL" clId="{90396D97-E750-4C3D-8AE3-AA8D8721BFDF}" dt="2023-07-09T10:23:56.920" v="144" actId="962"/>
        <pc:sldMkLst>
          <pc:docMk/>
          <pc:sldMk cId="3606197727" sldId="400"/>
        </pc:sldMkLst>
        <pc:picChg chg="add mod">
          <ac:chgData name="Artanago, Kenwyn" userId="280bbbef-73a8-4da2-b05f-60f93405c8ba" providerId="ADAL" clId="{90396D97-E750-4C3D-8AE3-AA8D8721BFDF}" dt="2023-07-09T10:23:56.920" v="144" actId="962"/>
          <ac:picMkLst>
            <pc:docMk/>
            <pc:sldMk cId="3606197727" sldId="400"/>
            <ac:picMk id="6" creationId="{EA1C0A22-B939-434C-AA72-6B07C333FEFD}"/>
          </ac:picMkLst>
        </pc:picChg>
      </pc:sldChg>
      <pc:sldChg chg="addSp modSp add mod">
        <pc:chgData name="Artanago, Kenwyn" userId="280bbbef-73a8-4da2-b05f-60f93405c8ba" providerId="ADAL" clId="{90396D97-E750-4C3D-8AE3-AA8D8721BFDF}" dt="2023-07-09T10:28:00.245" v="262" actId="962"/>
        <pc:sldMkLst>
          <pc:docMk/>
          <pc:sldMk cId="1163777359" sldId="401"/>
        </pc:sldMkLst>
        <pc:picChg chg="add mod">
          <ac:chgData name="Artanago, Kenwyn" userId="280bbbef-73a8-4da2-b05f-60f93405c8ba" providerId="ADAL" clId="{90396D97-E750-4C3D-8AE3-AA8D8721BFDF}" dt="2023-07-09T10:28:00.245" v="262" actId="962"/>
          <ac:picMkLst>
            <pc:docMk/>
            <pc:sldMk cId="1163777359" sldId="401"/>
            <ac:picMk id="5" creationId="{04DD9E67-12ED-4E7C-A7A5-D4BB9E830CAA}"/>
          </ac:picMkLst>
        </pc:picChg>
      </pc:sldChg>
      <pc:sldChg chg="addSp modSp add mod">
        <pc:chgData name="Artanago, Kenwyn" userId="280bbbef-73a8-4da2-b05f-60f93405c8ba" providerId="ADAL" clId="{90396D97-E750-4C3D-8AE3-AA8D8721BFDF}" dt="2023-07-09T10:28:04.223" v="265" actId="962"/>
        <pc:sldMkLst>
          <pc:docMk/>
          <pc:sldMk cId="837145516" sldId="402"/>
        </pc:sldMkLst>
        <pc:picChg chg="add mod">
          <ac:chgData name="Artanago, Kenwyn" userId="280bbbef-73a8-4da2-b05f-60f93405c8ba" providerId="ADAL" clId="{90396D97-E750-4C3D-8AE3-AA8D8721BFDF}" dt="2023-07-09T10:28:04.223" v="265" actId="962"/>
          <ac:picMkLst>
            <pc:docMk/>
            <pc:sldMk cId="837145516" sldId="402"/>
            <ac:picMk id="5" creationId="{FC878435-FD64-4EC3-904E-B8758D2CB918}"/>
          </ac:picMkLst>
        </pc:picChg>
      </pc:sldChg>
      <pc:sldMasterChg chg="modSldLayout">
        <pc:chgData name="Artanago, Kenwyn" userId="280bbbef-73a8-4da2-b05f-60f93405c8ba" providerId="ADAL" clId="{90396D97-E750-4C3D-8AE3-AA8D8721BFDF}" dt="2023-07-09T09:40:13.315" v="1" actId="20577"/>
        <pc:sldMasterMkLst>
          <pc:docMk/>
          <pc:sldMasterMk cId="0" sldId="2147483648"/>
        </pc:sldMasterMkLst>
        <pc:sldLayoutChg chg="modSp mod">
          <pc:chgData name="Artanago, Kenwyn" userId="280bbbef-73a8-4da2-b05f-60f93405c8ba" providerId="ADAL" clId="{90396D97-E750-4C3D-8AE3-AA8D8721BFDF}" dt="2023-07-09T09:40:13.315" v="1" actId="20577"/>
          <pc:sldLayoutMkLst>
            <pc:docMk/>
            <pc:sldMasterMk cId="0" sldId="2147483648"/>
            <pc:sldLayoutMk cId="0" sldId="2147483650"/>
          </pc:sldLayoutMkLst>
          <pc:spChg chg="mod">
            <ac:chgData name="Artanago, Kenwyn" userId="280bbbef-73a8-4da2-b05f-60f93405c8ba" providerId="ADAL" clId="{90396D97-E750-4C3D-8AE3-AA8D8721BFDF}" dt="2023-07-09T09:40:13.315" v="1" actId="20577"/>
            <ac:spMkLst>
              <pc:docMk/>
              <pc:sldMasterMk cId="0" sldId="2147483648"/>
              <pc:sldLayoutMk cId="0" sldId="2147483650"/>
              <ac:spMk id="1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reserve="1">
  <p:cSld name="TITLE">
    <p:spTree>
      <p:nvGrpSpPr>
        <p:cNvPr id="1" name="Shape 28"/>
        <p:cNvGrpSpPr/>
        <p:nvPr/>
      </p:nvGrpSpPr>
      <p:grpSpPr>
        <a:xfrm>
          <a:off x="0" y="0"/>
          <a:ext cx="0" cy="0"/>
          <a:chOff x="0" y="0"/>
          <a:chExt cx="0" cy="0"/>
        </a:xfrm>
      </p:grpSpPr>
      <p:sp>
        <p:nvSpPr>
          <p:cNvPr id="29" name="Google Shape;29;p97"/>
          <p:cNvSpPr txBox="1">
            <a:spLocks noGrp="1"/>
          </p:cNvSpPr>
          <p:nvPr>
            <p:ph type="ctrTitle"/>
          </p:nvPr>
        </p:nvSpPr>
        <p:spPr>
          <a:xfrm>
            <a:off x="415611" y="992767"/>
            <a:ext cx="11360800" cy="27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a:endParaRPr dirty="0"/>
          </a:p>
        </p:txBody>
      </p:sp>
      <p:sp>
        <p:nvSpPr>
          <p:cNvPr id="30" name="Google Shape;30;p97"/>
          <p:cNvSpPr txBox="1">
            <a:spLocks noGrp="1"/>
          </p:cNvSpPr>
          <p:nvPr>
            <p:ph type="subTitle" idx="1"/>
          </p:nvPr>
        </p:nvSpPr>
        <p:spPr>
          <a:xfrm>
            <a:off x="415600" y="3778833"/>
            <a:ext cx="11360800" cy="105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31" name="Google Shape;31;p9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88142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eginnin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62578A-D730-60EA-6EF4-91A8737058E9}"/>
              </a:ext>
            </a:extLst>
          </p:cNvPr>
          <p:cNvSpPr txBox="1"/>
          <p:nvPr userDrawn="1"/>
        </p:nvSpPr>
        <p:spPr>
          <a:xfrm>
            <a:off x="0" y="1690062"/>
            <a:ext cx="12192000" cy="347787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4800"/>
              <a:buFont typeface="Arial"/>
              <a:buNone/>
            </a:pPr>
            <a:r>
              <a:rPr lang="de-DE" sz="6000" b="1" i="0" u="none" strike="noStrike" cap="none" dirty="0">
                <a:solidFill>
                  <a:srgbClr val="F3F3F3"/>
                </a:solidFill>
                <a:latin typeface="Roboto Condensed"/>
                <a:ea typeface="Roboto Condensed"/>
                <a:cs typeface="Roboto Condensed"/>
                <a:sym typeface="Roboto Condensed"/>
              </a:rPr>
              <a:t>Unser Gottesdienst beginnt in Kürze</a:t>
            </a:r>
            <a:br>
              <a:rPr lang="de-DE" sz="4000" b="0" i="0" u="none" strike="noStrike" cap="none" dirty="0">
                <a:solidFill>
                  <a:srgbClr val="F3F3F3"/>
                </a:solidFill>
                <a:latin typeface="Roboto Condensed"/>
                <a:ea typeface="Roboto Condensed"/>
                <a:cs typeface="Roboto Condensed"/>
                <a:sym typeface="Roboto Condensed"/>
              </a:rPr>
            </a:br>
            <a:endParaRPr lang="de-DE" sz="4000" b="0" i="0" u="none" strike="noStrike" cap="none" dirty="0">
              <a:solidFill>
                <a:srgbClr val="F3F3F3"/>
              </a:solidFill>
              <a:latin typeface="Roboto Condensed"/>
              <a:ea typeface="Roboto Condensed"/>
              <a:cs typeface="Roboto Condensed"/>
              <a:sym typeface="Roboto Condensed"/>
            </a:endParaRPr>
          </a:p>
          <a:p>
            <a:pPr marL="0" marR="0" lvl="0" indent="0" algn="ctr" rtl="0">
              <a:lnSpc>
                <a:spcPct val="100000"/>
              </a:lnSpc>
              <a:spcBef>
                <a:spcPts val="0"/>
              </a:spcBef>
              <a:spcAft>
                <a:spcPts val="0"/>
              </a:spcAft>
              <a:buClr>
                <a:srgbClr val="000000"/>
              </a:buClr>
              <a:buSzPts val="3200"/>
              <a:buFont typeface="Arial"/>
              <a:buNone/>
            </a:pPr>
            <a:r>
              <a:rPr lang="de-DE" sz="4000" b="0" i="0" u="none" strike="noStrike" cap="none" dirty="0">
                <a:solidFill>
                  <a:srgbClr val="F3F3F3"/>
                </a:solidFill>
                <a:latin typeface="Roboto Condensed"/>
                <a:ea typeface="Roboto Condensed"/>
                <a:cs typeface="Roboto Condensed"/>
                <a:sym typeface="Roboto Condensed"/>
              </a:rPr>
              <a:t>Wir möchten alle daran erinnern, </a:t>
            </a:r>
            <a:endParaRPr lang="de-DE"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de-DE" sz="4000" b="0" i="0" u="none" strike="noStrike" cap="none" dirty="0">
                <a:solidFill>
                  <a:srgbClr val="F3F3F3"/>
                </a:solidFill>
                <a:latin typeface="Roboto Condensed"/>
                <a:ea typeface="Roboto Condensed"/>
                <a:cs typeface="Roboto Condensed"/>
                <a:sym typeface="Roboto Condensed"/>
              </a:rPr>
              <a:t>ihre Telefone auf lautlos zu stellen </a:t>
            </a:r>
            <a:endParaRPr lang="de-DE"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de-DE" sz="4000" b="0" i="0" u="none" strike="noStrike" cap="none" dirty="0">
                <a:solidFill>
                  <a:srgbClr val="F3F3F3"/>
                </a:solidFill>
                <a:latin typeface="Roboto Condensed"/>
                <a:ea typeface="Roboto Condensed"/>
                <a:cs typeface="Roboto Condensed"/>
                <a:sym typeface="Roboto Condensed"/>
              </a:rPr>
              <a:t>und während des Gottesdienstes nicht zu essen.</a:t>
            </a:r>
          </a:p>
        </p:txBody>
      </p:sp>
      <p:sp>
        <p:nvSpPr>
          <p:cNvPr id="2" name="TextBox 1">
            <a:extLst>
              <a:ext uri="{FF2B5EF4-FFF2-40B4-BE49-F238E27FC236}">
                <a16:creationId xmlns:a16="http://schemas.microsoft.com/office/drawing/2014/main" id="{8F3FF4AA-CA19-2EE1-03AE-410C26186227}"/>
              </a:ext>
            </a:extLst>
          </p:cNvPr>
          <p:cNvSpPr txBox="1"/>
          <p:nvPr userDrawn="1"/>
        </p:nvSpPr>
        <p:spPr>
          <a:xfrm>
            <a:off x="9522373" y="6287289"/>
            <a:ext cx="2591851" cy="523220"/>
          </a:xfrm>
          <a:prstGeom prst="rect">
            <a:avLst/>
          </a:prstGeom>
          <a:noFill/>
        </p:spPr>
        <p:txBody>
          <a:bodyPr wrap="square" rtlCol="0">
            <a:spAutoFit/>
          </a:bodyPr>
          <a:lstStyle/>
          <a:p>
            <a:pPr algn="r"/>
            <a:r>
              <a:rPr lang="de-DE" dirty="0" err="1">
                <a:solidFill>
                  <a:schemeClr val="tx1">
                    <a:lumMod val="50000"/>
                  </a:schemeClr>
                </a:solidFill>
              </a:rPr>
              <a:t>Created</a:t>
            </a:r>
            <a:r>
              <a:rPr lang="de-DE" dirty="0">
                <a:solidFill>
                  <a:schemeClr val="tx1">
                    <a:lumMod val="50000"/>
                  </a:schemeClr>
                </a:solidFill>
              </a:rPr>
              <a:t> </a:t>
            </a:r>
            <a:r>
              <a:rPr lang="de-DE" dirty="0" err="1">
                <a:solidFill>
                  <a:schemeClr val="tx1">
                    <a:lumMod val="50000"/>
                  </a:schemeClr>
                </a:solidFill>
              </a:rPr>
              <a:t>by</a:t>
            </a:r>
            <a:r>
              <a:rPr lang="de-DE" dirty="0">
                <a:solidFill>
                  <a:schemeClr val="tx1">
                    <a:lumMod val="50000"/>
                  </a:schemeClr>
                </a:solidFill>
              </a:rPr>
              <a:t> GRII Slide Maker</a:t>
            </a:r>
          </a:p>
          <a:p>
            <a:pPr algn="r"/>
            <a:r>
              <a:rPr lang="de-DE" dirty="0">
                <a:solidFill>
                  <a:schemeClr val="tx1">
                    <a:lumMod val="50000"/>
                  </a:schemeClr>
                </a:solidFill>
              </a:rPr>
              <a:t>- </a:t>
            </a:r>
            <a:r>
              <a:rPr lang="de-DE" dirty="0" err="1">
                <a:solidFill>
                  <a:schemeClr val="tx1">
                    <a:lumMod val="50000"/>
                  </a:schemeClr>
                </a:solidFill>
              </a:rPr>
              <a:t>Awan</a:t>
            </a:r>
            <a:endParaRPr lang="de-DE" dirty="0">
              <a:solidFill>
                <a:schemeClr val="tx1">
                  <a:lumMod val="50000"/>
                </a:schemeClr>
              </a:solidFill>
            </a:endParaRPr>
          </a:p>
        </p:txBody>
      </p:sp>
    </p:spTree>
    <p:extLst>
      <p:ext uri="{BB962C8B-B14F-4D97-AF65-F5344CB8AC3E}">
        <p14:creationId xmlns:p14="http://schemas.microsoft.com/office/powerpoint/2010/main" val="347429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ACH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522630-79F3-99A7-6BFE-936552A59227}"/>
              </a:ext>
            </a:extLst>
          </p:cNvPr>
          <p:cNvSpPr>
            <a:spLocks noGrp="1"/>
          </p:cNvSpPr>
          <p:nvPr>
            <p:ph type="body" sz="quarter" idx="10"/>
          </p:nvPr>
        </p:nvSpPr>
        <p:spPr>
          <a:xfrm>
            <a:off x="442486" y="2971800"/>
            <a:ext cx="11307028" cy="914400"/>
          </a:xfrm>
        </p:spPr>
        <p:txBody>
          <a:bodyPr/>
          <a:lstStyle>
            <a:lvl1pPr marL="114300" marR="0" indent="0" algn="ctr" rtl="0">
              <a:lnSpc>
                <a:spcPct val="100000"/>
              </a:lnSpc>
              <a:spcBef>
                <a:spcPts val="0"/>
              </a:spcBef>
              <a:spcAft>
                <a:spcPts val="0"/>
              </a:spcAft>
              <a:buClr>
                <a:srgbClr val="000000"/>
              </a:buClr>
              <a:buFont typeface="Arial"/>
              <a:buNone/>
              <a:defRPr lang="de-DE" sz="5400" b="1" i="0" u="sng" strike="noStrike" cap="none" dirty="0">
                <a:solidFill>
                  <a:schemeClr val="dk1"/>
                </a:solidFill>
                <a:latin typeface="Roboto Condensed"/>
                <a:ea typeface="Roboto Condensed"/>
                <a:cs typeface="Roboto Condensed"/>
                <a:sym typeface="Arial"/>
              </a:defRPr>
            </a:lvl1pPr>
          </a:lstStyle>
          <a:p>
            <a:pPr lvl="0"/>
            <a:r>
              <a:rPr lang="en-US" dirty="0"/>
              <a:t>Click to edit Master text</a:t>
            </a:r>
            <a:endParaRPr lang="de-DE" dirty="0"/>
          </a:p>
        </p:txBody>
      </p:sp>
      <p:sp>
        <p:nvSpPr>
          <p:cNvPr id="7" name="TextBox 6">
            <a:extLst>
              <a:ext uri="{FF2B5EF4-FFF2-40B4-BE49-F238E27FC236}">
                <a16:creationId xmlns:a16="http://schemas.microsoft.com/office/drawing/2014/main" id="{253F822B-6C3A-A79C-85B1-D6727056016E}"/>
              </a:ext>
            </a:extLst>
          </p:cNvPr>
          <p:cNvSpPr txBox="1"/>
          <p:nvPr userDrawn="1"/>
        </p:nvSpPr>
        <p:spPr>
          <a:xfrm>
            <a:off x="0" y="2159821"/>
            <a:ext cx="12192000" cy="461665"/>
          </a:xfrm>
          <a:prstGeom prst="rect">
            <a:avLst/>
          </a:prstGeom>
          <a:noFill/>
        </p:spPr>
        <p:txBody>
          <a:bodyPr wrap="square">
            <a:spAutoFit/>
          </a:bodyPr>
          <a:lstStyle/>
          <a:p>
            <a:pPr marL="0" marR="0" lvl="0" indent="0" algn="ctr" rtl="0">
              <a:lnSpc>
                <a:spcPct val="100000"/>
              </a:lnSpc>
              <a:spcBef>
                <a:spcPts val="0"/>
              </a:spcBef>
              <a:spcAft>
                <a:spcPts val="0"/>
              </a:spcAft>
              <a:buClr>
                <a:schemeClr val="lt2"/>
              </a:buClr>
              <a:buSzPts val="2800"/>
              <a:buFont typeface="Arial"/>
              <a:buNone/>
            </a:pPr>
            <a:r>
              <a:rPr lang="en-US" sz="2400" b="0" i="1" u="none" strike="noStrike" cap="none" dirty="0" err="1">
                <a:solidFill>
                  <a:schemeClr val="lt2"/>
                </a:solidFill>
                <a:latin typeface="Roboto Condensed"/>
                <a:ea typeface="Roboto Condensed"/>
                <a:cs typeface="Roboto Condensed"/>
                <a:sym typeface="Roboto Condensed"/>
              </a:rPr>
              <a:t>Predigt</a:t>
            </a:r>
            <a:endParaRPr lang="en-US" sz="2400" b="0" i="1" u="none" strike="noStrike" cap="none" dirty="0">
              <a:solidFill>
                <a:schemeClr val="lt2"/>
              </a:solidFill>
              <a:latin typeface="Roboto Condensed"/>
              <a:ea typeface="Roboto Condensed"/>
              <a:cs typeface="Roboto Condensed"/>
              <a:sym typeface="Roboto Condensed"/>
            </a:endParaRPr>
          </a:p>
        </p:txBody>
      </p:sp>
      <p:sp>
        <p:nvSpPr>
          <p:cNvPr id="5" name="Text Placeholder 4">
            <a:extLst>
              <a:ext uri="{FF2B5EF4-FFF2-40B4-BE49-F238E27FC236}">
                <a16:creationId xmlns:a16="http://schemas.microsoft.com/office/drawing/2014/main" id="{77FF77A9-34E4-D320-C5C7-20C7AD2C99B7}"/>
              </a:ext>
            </a:extLst>
          </p:cNvPr>
          <p:cNvSpPr>
            <a:spLocks noGrp="1"/>
          </p:cNvSpPr>
          <p:nvPr>
            <p:ph type="body" sz="quarter" idx="11"/>
          </p:nvPr>
        </p:nvSpPr>
        <p:spPr>
          <a:xfrm>
            <a:off x="3056726" y="4156782"/>
            <a:ext cx="6078548" cy="674337"/>
          </a:xfrm>
        </p:spPr>
        <p:txBody>
          <a:bodyPr/>
          <a:lstStyle>
            <a:lvl1pPr marL="114300" indent="0" algn="ctr">
              <a:buNone/>
              <a:defRPr lang="de-DE" sz="2800" b="0" i="1" u="none" strike="noStrike" cap="none" dirty="0">
                <a:solidFill>
                  <a:schemeClr val="dk1"/>
                </a:solidFill>
                <a:latin typeface="Roboto Condensed"/>
                <a:ea typeface="Roboto Condensed"/>
                <a:cs typeface="Roboto Condensed"/>
                <a:sym typeface="Arial"/>
              </a:defRPr>
            </a:lvl1pPr>
          </a:lstStyle>
          <a:p>
            <a:pPr lvl="0"/>
            <a:r>
              <a:rPr lang="en-US" dirty="0"/>
              <a:t>Click to edit Master text</a:t>
            </a:r>
            <a:endParaRPr lang="de-DE" dirty="0"/>
          </a:p>
        </p:txBody>
      </p:sp>
    </p:spTree>
    <p:extLst>
      <p:ext uri="{BB962C8B-B14F-4D97-AF65-F5344CB8AC3E}">
        <p14:creationId xmlns:p14="http://schemas.microsoft.com/office/powerpoint/2010/main" val="771359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BLE_READIN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3F822B-6C3A-A79C-85B1-D6727056016E}"/>
              </a:ext>
            </a:extLst>
          </p:cNvPr>
          <p:cNvSpPr txBox="1"/>
          <p:nvPr userDrawn="1"/>
        </p:nvSpPr>
        <p:spPr>
          <a:xfrm>
            <a:off x="0" y="2159821"/>
            <a:ext cx="12192000" cy="461665"/>
          </a:xfrm>
          <a:prstGeom prst="rect">
            <a:avLst/>
          </a:prstGeom>
          <a:noFill/>
        </p:spPr>
        <p:txBody>
          <a:bodyPr wrap="square">
            <a:spAutoFit/>
          </a:bodyPr>
          <a:lstStyle/>
          <a:p>
            <a:pPr marL="0" marR="0" lvl="0" indent="0" algn="ctr" rtl="0">
              <a:lnSpc>
                <a:spcPct val="100000"/>
              </a:lnSpc>
              <a:spcBef>
                <a:spcPts val="0"/>
              </a:spcBef>
              <a:spcAft>
                <a:spcPts val="0"/>
              </a:spcAft>
              <a:buClr>
                <a:schemeClr val="lt2"/>
              </a:buClr>
              <a:buSzPts val="2800"/>
              <a:buFont typeface="Arial"/>
              <a:buNone/>
            </a:pPr>
            <a:r>
              <a:rPr lang="en-US" sz="2400" b="0" i="1" u="none" strike="noStrike" cap="none" dirty="0" err="1">
                <a:solidFill>
                  <a:schemeClr val="lt2"/>
                </a:solidFill>
                <a:latin typeface="Roboto Condensed"/>
                <a:ea typeface="Roboto Condensed"/>
                <a:cs typeface="Roboto Condensed"/>
                <a:sym typeface="Roboto Condensed"/>
              </a:rPr>
              <a:t>Bibellesung</a:t>
            </a:r>
            <a:endParaRPr lang="en-US" sz="2400" b="0" i="1" u="none" strike="noStrike" cap="none" dirty="0">
              <a:solidFill>
                <a:schemeClr val="lt2"/>
              </a:solidFill>
              <a:latin typeface="Roboto Condensed"/>
              <a:ea typeface="Roboto Condensed"/>
              <a:cs typeface="Roboto Condensed"/>
              <a:sym typeface="Roboto Condensed"/>
            </a:endParaRPr>
          </a:p>
        </p:txBody>
      </p:sp>
      <p:sp>
        <p:nvSpPr>
          <p:cNvPr id="3" name="Text Placeholder 2">
            <a:extLst>
              <a:ext uri="{FF2B5EF4-FFF2-40B4-BE49-F238E27FC236}">
                <a16:creationId xmlns:a16="http://schemas.microsoft.com/office/drawing/2014/main" id="{59C9682E-1B95-700A-B294-80EFB991C6FF}"/>
              </a:ext>
            </a:extLst>
          </p:cNvPr>
          <p:cNvSpPr>
            <a:spLocks noGrp="1"/>
          </p:cNvSpPr>
          <p:nvPr>
            <p:ph type="body" sz="quarter" idx="10" hasCustomPrompt="1"/>
          </p:nvPr>
        </p:nvSpPr>
        <p:spPr>
          <a:xfrm>
            <a:off x="1362436" y="2909649"/>
            <a:ext cx="9467128" cy="914400"/>
          </a:xfrm>
        </p:spPr>
        <p:txBody>
          <a:bodyPr anchor="t"/>
          <a:lstStyle>
            <a:lvl1pPr marL="114300" indent="0" algn="ctr">
              <a:buNone/>
              <a:defRPr lang="en-US" sz="5400" b="1" i="0" u="sng" strike="noStrike" cap="none" dirty="0" smtClean="0">
                <a:solidFill>
                  <a:schemeClr val="dk1"/>
                </a:solidFill>
                <a:latin typeface="Roboto Condensed"/>
                <a:ea typeface="Roboto Condensed"/>
                <a:cs typeface="Roboto Condensed"/>
                <a:sym typeface="Arial"/>
              </a:defRPr>
            </a:lvl1pPr>
          </a:lstStyle>
          <a:p>
            <a:pPr lvl="0"/>
            <a:r>
              <a:rPr lang="en-US" dirty="0" err="1"/>
              <a:t>Jesaya</a:t>
            </a:r>
            <a:r>
              <a:rPr lang="en-US"/>
              <a:t> 43, 1-2</a:t>
            </a:r>
            <a:endParaRPr lang="de-DE" dirty="0"/>
          </a:p>
        </p:txBody>
      </p:sp>
    </p:spTree>
    <p:extLst>
      <p:ext uri="{BB962C8B-B14F-4D97-AF65-F5344CB8AC3E}">
        <p14:creationId xmlns:p14="http://schemas.microsoft.com/office/powerpoint/2010/main" val="4212968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BLE_VERS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F56DD7C-C4E9-DA2C-8BCB-2F911738563B}"/>
              </a:ext>
            </a:extLst>
          </p:cNvPr>
          <p:cNvSpPr>
            <a:spLocks noGrp="1"/>
          </p:cNvSpPr>
          <p:nvPr>
            <p:ph type="body" sz="quarter" idx="10"/>
          </p:nvPr>
        </p:nvSpPr>
        <p:spPr>
          <a:xfrm>
            <a:off x="563420" y="634712"/>
            <a:ext cx="5243491" cy="5562888"/>
          </a:xfrm>
        </p:spPr>
        <p:txBody>
          <a:bodyPr/>
          <a:lstStyle>
            <a:lvl1pPr marL="114300" indent="0">
              <a:buNone/>
              <a:defRPr lang="en-US" sz="3000" b="1" i="0" u="none" strike="noStrike" cap="none" dirty="0" smtClean="0">
                <a:solidFill>
                  <a:schemeClr val="dk1"/>
                </a:solidFill>
                <a:latin typeface="Roboto Condensed"/>
                <a:ea typeface="Roboto Condensed"/>
                <a:cs typeface="Roboto Condensed"/>
                <a:sym typeface="Arial"/>
              </a:defRPr>
            </a:lvl1pPr>
            <a:lvl2pPr>
              <a:defRPr lang="en-US" sz="3000" b="1" i="0" u="none" strike="noStrike" cap="none" dirty="0" smtClean="0">
                <a:solidFill>
                  <a:schemeClr val="dk1"/>
                </a:solidFill>
                <a:latin typeface="Roboto Condensed"/>
                <a:ea typeface="Roboto Condensed"/>
                <a:cs typeface="Roboto Condensed"/>
                <a:sym typeface="Arial"/>
              </a:defRPr>
            </a:lvl2pPr>
            <a:lvl3pPr>
              <a:defRPr lang="en-US" sz="3000" b="1" i="0" u="none" strike="noStrike" cap="none" dirty="0" smtClean="0">
                <a:solidFill>
                  <a:schemeClr val="dk1"/>
                </a:solidFill>
                <a:latin typeface="Roboto Condensed"/>
                <a:ea typeface="Roboto Condensed"/>
                <a:cs typeface="Roboto Condensed"/>
                <a:sym typeface="Arial"/>
              </a:defRPr>
            </a:lvl3pPr>
            <a:lvl4pPr>
              <a:defRPr lang="en-US" sz="3000" b="1" i="0" u="none" strike="noStrike" cap="none" dirty="0" smtClean="0">
                <a:solidFill>
                  <a:schemeClr val="dk1"/>
                </a:solidFill>
                <a:latin typeface="Roboto Condensed"/>
                <a:ea typeface="Roboto Condensed"/>
                <a:cs typeface="Roboto Condensed"/>
                <a:sym typeface="Arial"/>
              </a:defRPr>
            </a:lvl4pPr>
            <a:lvl5pPr>
              <a:defRPr lang="de-DE" sz="3000" b="1" i="0" u="none" strike="noStrike" cap="none" dirty="0">
                <a:solidFill>
                  <a:schemeClr val="dk1"/>
                </a:solidFill>
                <a:latin typeface="Roboto Condensed"/>
                <a:ea typeface="Roboto Condensed"/>
                <a:cs typeface="Roboto Condensed"/>
                <a:sym typeface="Arial"/>
              </a:defRPr>
            </a:lvl5pPr>
          </a:lstStyle>
          <a:p>
            <a:pPr lvl="0"/>
            <a:r>
              <a:rPr lang="en-US" dirty="0"/>
              <a:t>Click to edit Master text</a:t>
            </a:r>
            <a:endParaRPr lang="de-DE" dirty="0"/>
          </a:p>
        </p:txBody>
      </p:sp>
      <p:sp>
        <p:nvSpPr>
          <p:cNvPr id="6" name="Text Placeholder 5">
            <a:extLst>
              <a:ext uri="{FF2B5EF4-FFF2-40B4-BE49-F238E27FC236}">
                <a16:creationId xmlns:a16="http://schemas.microsoft.com/office/drawing/2014/main" id="{3CE6A4D9-9CE3-6AD9-7C7C-17968268DAD7}"/>
              </a:ext>
            </a:extLst>
          </p:cNvPr>
          <p:cNvSpPr>
            <a:spLocks noGrp="1"/>
          </p:cNvSpPr>
          <p:nvPr>
            <p:ph type="body" sz="quarter" idx="11"/>
          </p:nvPr>
        </p:nvSpPr>
        <p:spPr>
          <a:xfrm>
            <a:off x="6231118" y="634710"/>
            <a:ext cx="5397462" cy="5562887"/>
          </a:xfrm>
        </p:spPr>
        <p:txBody>
          <a:bodyPr/>
          <a:lstStyle>
            <a:lvl1pPr marL="114300" marR="0" indent="0" algn="l" rtl="0">
              <a:lnSpc>
                <a:spcPct val="100000"/>
              </a:lnSpc>
              <a:spcBef>
                <a:spcPts val="0"/>
              </a:spcBef>
              <a:spcAft>
                <a:spcPts val="0"/>
              </a:spcAft>
              <a:buClr>
                <a:srgbClr val="000000"/>
              </a:buClr>
              <a:buFont typeface="Arial"/>
              <a:buNone/>
              <a:defRPr lang="en-US" sz="3000" b="0" i="1" u="none" strike="noStrike" cap="none" dirty="0" smtClean="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1pPr>
            <a:lvl2pPr marR="0" algn="l" rtl="0">
              <a:lnSpc>
                <a:spcPct val="100000"/>
              </a:lnSpc>
              <a:spcBef>
                <a:spcPts val="0"/>
              </a:spcBef>
              <a:spcAft>
                <a:spcPts val="0"/>
              </a:spcAft>
              <a:buClr>
                <a:srgbClr val="000000"/>
              </a:buClr>
              <a:buFont typeface="Arial"/>
              <a:defRPr lang="en-US" sz="3000" b="0" i="1" u="none" strike="noStrike" cap="none" dirty="0" smtClean="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2pPr>
            <a:lvl3pPr marR="0" algn="l" rtl="0">
              <a:lnSpc>
                <a:spcPct val="100000"/>
              </a:lnSpc>
              <a:spcBef>
                <a:spcPts val="0"/>
              </a:spcBef>
              <a:spcAft>
                <a:spcPts val="0"/>
              </a:spcAft>
              <a:buClr>
                <a:srgbClr val="000000"/>
              </a:buClr>
              <a:buFont typeface="Arial"/>
              <a:defRPr lang="en-US" sz="3000" b="0" i="1" u="none" strike="noStrike" cap="none" dirty="0" smtClean="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3pPr>
            <a:lvl4pPr marR="0" algn="l" rtl="0">
              <a:lnSpc>
                <a:spcPct val="100000"/>
              </a:lnSpc>
              <a:spcBef>
                <a:spcPts val="0"/>
              </a:spcBef>
              <a:spcAft>
                <a:spcPts val="0"/>
              </a:spcAft>
              <a:buClr>
                <a:srgbClr val="000000"/>
              </a:buClr>
              <a:buFont typeface="Arial"/>
              <a:defRPr lang="en-US" sz="3000" b="0" i="1" u="none" strike="noStrike" cap="none" dirty="0" smtClean="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4pPr>
            <a:lvl5pPr marR="0" algn="l" rtl="0">
              <a:lnSpc>
                <a:spcPct val="100000"/>
              </a:lnSpc>
              <a:spcBef>
                <a:spcPts val="0"/>
              </a:spcBef>
              <a:spcAft>
                <a:spcPts val="0"/>
              </a:spcAft>
              <a:buClr>
                <a:srgbClr val="000000"/>
              </a:buClr>
              <a:buFont typeface="Arial"/>
              <a:defRPr lang="de-DE" sz="3000" b="0" i="1" u="none" strike="noStrike" cap="none" dirty="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5pPr>
          </a:lstStyle>
          <a:p>
            <a:pPr lvl="0"/>
            <a:r>
              <a:rPr lang="en-US" dirty="0"/>
              <a:t>Click to edit Master text</a:t>
            </a:r>
          </a:p>
        </p:txBody>
      </p:sp>
    </p:spTree>
    <p:extLst>
      <p:ext uri="{BB962C8B-B14F-4D97-AF65-F5344CB8AC3E}">
        <p14:creationId xmlns:p14="http://schemas.microsoft.com/office/powerpoint/2010/main" val="1191295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7890E638-BD11-0954-D411-25CB025CCDD1}"/>
              </a:ext>
            </a:extLst>
          </p:cNvPr>
          <p:cNvSpPr>
            <a:spLocks noGrp="1"/>
          </p:cNvSpPr>
          <p:nvPr>
            <p:ph type="body" sz="quarter" idx="10"/>
          </p:nvPr>
        </p:nvSpPr>
        <p:spPr>
          <a:xfrm>
            <a:off x="508003" y="647558"/>
            <a:ext cx="11020978" cy="2340739"/>
          </a:xfrm>
        </p:spPr>
        <p:txBody>
          <a:bodyPr/>
          <a:lstStyle>
            <a:lvl1pPr marL="114300" indent="0">
              <a:buNone/>
              <a:defRPr lang="de-DE" sz="3800" b="1" i="0" u="none" strike="noStrike" cap="none" dirty="0">
                <a:solidFill>
                  <a:schemeClr val="dk1"/>
                </a:solidFill>
                <a:latin typeface="Roboto Condensed"/>
                <a:ea typeface="Roboto Condensed"/>
                <a:cs typeface="Roboto Condensed"/>
                <a:sym typeface="Arial"/>
              </a:defRPr>
            </a:lvl1pPr>
            <a:lvl2pPr>
              <a:defRPr lang="en-US" sz="3000" b="1" i="0" u="none" strike="noStrike" cap="none" dirty="0" smtClean="0">
                <a:solidFill>
                  <a:schemeClr val="dk1"/>
                </a:solidFill>
                <a:latin typeface="Roboto Condensed"/>
                <a:ea typeface="Roboto Condensed"/>
                <a:cs typeface="Roboto Condensed"/>
                <a:sym typeface="Arial"/>
              </a:defRPr>
            </a:lvl2pPr>
            <a:lvl3pPr>
              <a:defRPr lang="en-US" sz="3000" b="1" i="0" u="none" strike="noStrike" cap="none" dirty="0" smtClean="0">
                <a:solidFill>
                  <a:schemeClr val="dk1"/>
                </a:solidFill>
                <a:latin typeface="Roboto Condensed"/>
                <a:ea typeface="Roboto Condensed"/>
                <a:cs typeface="Roboto Condensed"/>
                <a:sym typeface="Arial"/>
              </a:defRPr>
            </a:lvl3pPr>
            <a:lvl4pPr>
              <a:defRPr lang="en-US" sz="3000" b="1" i="0" u="none" strike="noStrike" cap="none" dirty="0" smtClean="0">
                <a:solidFill>
                  <a:schemeClr val="dk1"/>
                </a:solidFill>
                <a:latin typeface="Roboto Condensed"/>
                <a:ea typeface="Roboto Condensed"/>
                <a:cs typeface="Roboto Condensed"/>
                <a:sym typeface="Arial"/>
              </a:defRPr>
            </a:lvl4pPr>
            <a:lvl5pPr>
              <a:defRPr lang="de-DE" sz="3000" b="1" i="0" u="none" strike="noStrike" cap="none" dirty="0">
                <a:solidFill>
                  <a:schemeClr val="dk1"/>
                </a:solidFill>
                <a:latin typeface="Roboto Condensed"/>
                <a:ea typeface="Roboto Condensed"/>
                <a:cs typeface="Roboto Condensed"/>
                <a:sym typeface="Arial"/>
              </a:defRPr>
            </a:lvl5pPr>
          </a:lstStyle>
          <a:p>
            <a:pPr lvl="0"/>
            <a:r>
              <a:rPr lang="en-US" dirty="0"/>
              <a:t>Click to edit Master text</a:t>
            </a:r>
            <a:endParaRPr lang="de-DE" dirty="0"/>
          </a:p>
        </p:txBody>
      </p:sp>
      <p:sp>
        <p:nvSpPr>
          <p:cNvPr id="3" name="Text Placeholder 5">
            <a:extLst>
              <a:ext uri="{FF2B5EF4-FFF2-40B4-BE49-F238E27FC236}">
                <a16:creationId xmlns:a16="http://schemas.microsoft.com/office/drawing/2014/main" id="{0F9D402A-E310-6EFF-1AF1-B5B8BE1591AB}"/>
              </a:ext>
            </a:extLst>
          </p:cNvPr>
          <p:cNvSpPr>
            <a:spLocks noGrp="1"/>
          </p:cNvSpPr>
          <p:nvPr>
            <p:ph type="body" sz="quarter" idx="11"/>
          </p:nvPr>
        </p:nvSpPr>
        <p:spPr>
          <a:xfrm>
            <a:off x="508003" y="3429000"/>
            <a:ext cx="11020978" cy="2863927"/>
          </a:xfrm>
        </p:spPr>
        <p:txBody>
          <a:bodyPr/>
          <a:lstStyle>
            <a:lvl1pPr marL="114300" marR="0" indent="0" algn="l" rtl="0">
              <a:lnSpc>
                <a:spcPct val="100000"/>
              </a:lnSpc>
              <a:spcBef>
                <a:spcPts val="0"/>
              </a:spcBef>
              <a:spcAft>
                <a:spcPts val="0"/>
              </a:spcAft>
              <a:buClr>
                <a:srgbClr val="000000"/>
              </a:buClr>
              <a:buFont typeface="Arial"/>
              <a:buNone/>
              <a:defRPr lang="en-US" sz="3600" b="0" i="1" u="none" strike="noStrike" cap="none" dirty="0" smtClean="0">
                <a:solidFill>
                  <a:schemeClr val="dk1"/>
                </a:solidFill>
                <a:latin typeface="Roboto Condensed"/>
                <a:ea typeface="Roboto Condensed"/>
                <a:cs typeface="Roboto Condensed"/>
                <a:sym typeface="Arial"/>
              </a:defRPr>
            </a:lvl1pPr>
            <a:lvl2pPr marR="0" algn="l" rtl="0">
              <a:lnSpc>
                <a:spcPct val="100000"/>
              </a:lnSpc>
              <a:spcBef>
                <a:spcPts val="0"/>
              </a:spcBef>
              <a:spcAft>
                <a:spcPts val="0"/>
              </a:spcAft>
              <a:buClr>
                <a:srgbClr val="000000"/>
              </a:buClr>
              <a:buFont typeface="Arial"/>
              <a:defRPr lang="en-US" sz="3000" b="0" i="1" u="none" strike="noStrike" cap="none" dirty="0" smtClean="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2pPr>
            <a:lvl3pPr marR="0" algn="l" rtl="0">
              <a:lnSpc>
                <a:spcPct val="100000"/>
              </a:lnSpc>
              <a:spcBef>
                <a:spcPts val="0"/>
              </a:spcBef>
              <a:spcAft>
                <a:spcPts val="0"/>
              </a:spcAft>
              <a:buClr>
                <a:srgbClr val="000000"/>
              </a:buClr>
              <a:buFont typeface="Arial"/>
              <a:defRPr lang="en-US" sz="3000" b="0" i="1" u="none" strike="noStrike" cap="none" dirty="0" smtClean="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3pPr>
            <a:lvl4pPr marR="0" algn="l" rtl="0">
              <a:lnSpc>
                <a:spcPct val="100000"/>
              </a:lnSpc>
              <a:spcBef>
                <a:spcPts val="0"/>
              </a:spcBef>
              <a:spcAft>
                <a:spcPts val="0"/>
              </a:spcAft>
              <a:buClr>
                <a:srgbClr val="000000"/>
              </a:buClr>
              <a:buFont typeface="Arial"/>
              <a:defRPr lang="en-US" sz="3000" b="0" i="1" u="none" strike="noStrike" cap="none" dirty="0" smtClean="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4pPr>
            <a:lvl5pPr marR="0" algn="l" rtl="0">
              <a:lnSpc>
                <a:spcPct val="100000"/>
              </a:lnSpc>
              <a:spcBef>
                <a:spcPts val="0"/>
              </a:spcBef>
              <a:spcAft>
                <a:spcPts val="0"/>
              </a:spcAft>
              <a:buClr>
                <a:srgbClr val="000000"/>
              </a:buClr>
              <a:buFont typeface="Arial"/>
              <a:defRPr lang="de-DE" sz="3000" b="0" i="1" u="none" strike="noStrike" cap="none" dirty="0">
                <a:solidFill>
                  <a:schemeClr val="tx1"/>
                </a:solidFill>
                <a:effectLst/>
                <a:latin typeface="Roboto" panose="02000000000000000000" pitchFamily="2" charset="0"/>
                <a:ea typeface="Roboto" panose="02000000000000000000" pitchFamily="2" charset="0"/>
                <a:cs typeface="Roboto" panose="02000000000000000000" pitchFamily="2" charset="0"/>
                <a:sym typeface="Arial"/>
              </a:defRPr>
            </a:lvl5pPr>
          </a:lstStyle>
          <a:p>
            <a:pPr lvl="0"/>
            <a:r>
              <a:rPr lang="en-US" dirty="0"/>
              <a:t>Click to edit Master text</a:t>
            </a:r>
          </a:p>
        </p:txBody>
      </p:sp>
    </p:spTree>
    <p:extLst>
      <p:ext uri="{BB962C8B-B14F-4D97-AF65-F5344CB8AC3E}">
        <p14:creationId xmlns:p14="http://schemas.microsoft.com/office/powerpoint/2010/main" val="265128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PA_KAMI_1">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2" y="3334328"/>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en-US" sz="3600" b="0" i="1" u="none" strike="noStrike" cap="none" dirty="0">
                <a:solidFill>
                  <a:schemeClr val="dk1"/>
                </a:solidFill>
                <a:latin typeface="Roboto Condensed"/>
                <a:ea typeface="Roboto Condensed"/>
                <a:cs typeface="Roboto Condensed"/>
                <a:sym typeface="Roboto Condensed"/>
              </a:rPr>
              <a:t>Bapa kami yang di </a:t>
            </a:r>
            <a:r>
              <a:rPr lang="en-US" sz="3600" b="0" i="1" u="none" strike="noStrike" cap="none" dirty="0" err="1">
                <a:solidFill>
                  <a:schemeClr val="dk1"/>
                </a:solidFill>
                <a:latin typeface="Roboto Condensed"/>
                <a:ea typeface="Roboto Condensed"/>
                <a:cs typeface="Roboto Condensed"/>
                <a:sym typeface="Roboto Condensed"/>
              </a:rPr>
              <a:t>sorga</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dikuduskanlah</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nama</a:t>
            </a:r>
            <a:r>
              <a:rPr lang="en-US" sz="3600" b="0" i="1" u="none" strike="noStrike" cap="none" dirty="0">
                <a:solidFill>
                  <a:schemeClr val="dk1"/>
                </a:solidFill>
                <a:latin typeface="Roboto Condensed"/>
                <a:ea typeface="Roboto Condensed"/>
                <a:cs typeface="Roboto Condensed"/>
                <a:sym typeface="Roboto Condensed"/>
              </a:rPr>
              <a:t>-Mu,</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err="1">
                <a:solidFill>
                  <a:schemeClr val="dk1"/>
                </a:solidFill>
                <a:latin typeface="Roboto Condensed"/>
                <a:ea typeface="Roboto Condensed"/>
                <a:cs typeface="Roboto Condensed"/>
                <a:sym typeface="Roboto Condensed"/>
              </a:rPr>
              <a:t>datanglah</a:t>
            </a:r>
            <a:r>
              <a:rPr lang="en-US" sz="3600" b="0" i="1" u="none" strike="noStrike" cap="none" dirty="0">
                <a:solidFill>
                  <a:schemeClr val="dk1"/>
                </a:solidFill>
                <a:latin typeface="Roboto Condensed"/>
                <a:ea typeface="Roboto Condensed"/>
                <a:cs typeface="Roboto Condensed"/>
                <a:sym typeface="Roboto Condensed"/>
              </a:rPr>
              <a:t> Kerajaan-Mu, </a:t>
            </a:r>
            <a:r>
              <a:rPr lang="en-US" sz="3600" b="0" i="1" u="none" strike="noStrike" cap="none" dirty="0" err="1">
                <a:solidFill>
                  <a:schemeClr val="dk1"/>
                </a:solidFill>
                <a:latin typeface="Roboto Condensed"/>
                <a:ea typeface="Roboto Condensed"/>
                <a:cs typeface="Roboto Condensed"/>
                <a:sym typeface="Roboto Condensed"/>
              </a:rPr>
              <a:t>jadilah</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kehendak</a:t>
            </a:r>
            <a:r>
              <a:rPr lang="en-US" sz="3600" b="0" i="1" u="none" strike="noStrike" cap="none" dirty="0">
                <a:solidFill>
                  <a:schemeClr val="dk1"/>
                </a:solidFill>
                <a:latin typeface="Roboto Condensed"/>
                <a:ea typeface="Roboto Condensed"/>
                <a:cs typeface="Roboto Condensed"/>
                <a:sym typeface="Roboto Condensed"/>
              </a:rPr>
              <a:t>-Mu</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a:solidFill>
                  <a:schemeClr val="dk1"/>
                </a:solidFill>
                <a:latin typeface="Roboto Condensed"/>
                <a:ea typeface="Roboto Condensed"/>
                <a:cs typeface="Roboto Condensed"/>
                <a:sym typeface="Roboto Condensed"/>
              </a:rPr>
              <a:t>di </a:t>
            </a:r>
            <a:r>
              <a:rPr lang="en-US" sz="3600" b="0" i="1" u="none" strike="noStrike" cap="none" dirty="0" err="1">
                <a:solidFill>
                  <a:schemeClr val="dk1"/>
                </a:solidFill>
                <a:latin typeface="Roboto Condensed"/>
                <a:ea typeface="Roboto Condensed"/>
                <a:cs typeface="Roboto Condensed"/>
                <a:sym typeface="Roboto Condensed"/>
              </a:rPr>
              <a:t>bumi</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seperti</a:t>
            </a:r>
            <a:r>
              <a:rPr lang="en-US" sz="3600" b="0" i="1" u="none" strike="noStrike" cap="none" dirty="0">
                <a:solidFill>
                  <a:schemeClr val="dk1"/>
                </a:solidFill>
                <a:latin typeface="Roboto Condensed"/>
                <a:ea typeface="Roboto Condensed"/>
                <a:cs typeface="Roboto Condensed"/>
                <a:sym typeface="Roboto Condensed"/>
              </a:rPr>
              <a:t> di </a:t>
            </a:r>
            <a:r>
              <a:rPr lang="en-US" sz="3600" b="0" i="1" u="none" strike="noStrike" cap="none" dirty="0" err="1">
                <a:solidFill>
                  <a:schemeClr val="dk1"/>
                </a:solidFill>
                <a:latin typeface="Roboto Condensed"/>
                <a:ea typeface="Roboto Condensed"/>
                <a:cs typeface="Roboto Condensed"/>
                <a:sym typeface="Roboto Condensed"/>
              </a:rPr>
              <a:t>sorga</a:t>
            </a:r>
            <a:r>
              <a:rPr lang="en-US" sz="3600" b="0" i="1" u="none" strike="noStrike" cap="none" dirty="0">
                <a:solidFill>
                  <a:schemeClr val="dk1"/>
                </a:solidFill>
                <a:latin typeface="Roboto Condensed"/>
                <a:ea typeface="Roboto Condensed"/>
                <a:cs typeface="Roboto Condensed"/>
                <a:sym typeface="Roboto Condensed"/>
              </a:rPr>
              <a:t>.</a:t>
            </a: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2" y="1204574"/>
            <a:ext cx="10409920" cy="1846659"/>
          </a:xfrm>
          <a:prstGeom prst="rect">
            <a:avLst/>
          </a:prstGeom>
          <a:noFill/>
        </p:spPr>
        <p:txBody>
          <a:bodyPr wrap="square">
            <a:spAutoFit/>
          </a:bodyPr>
          <a:lstStyle/>
          <a:p>
            <a:r>
              <a:rPr lang="en-US" sz="3800" b="1" i="0" u="none" strike="noStrike" cap="none" dirty="0" err="1">
                <a:solidFill>
                  <a:schemeClr val="dk1"/>
                </a:solidFill>
                <a:latin typeface="Roboto Condensed"/>
                <a:ea typeface="Roboto Condensed"/>
                <a:cs typeface="Roboto Condensed"/>
                <a:sym typeface="Roboto Condensed"/>
              </a:rPr>
              <a:t>Vater</a:t>
            </a:r>
            <a:r>
              <a:rPr lang="en-US" sz="3800" b="1" i="0" u="none" strike="noStrike" cap="none" dirty="0">
                <a:solidFill>
                  <a:schemeClr val="dk1"/>
                </a:solidFill>
                <a:latin typeface="Roboto Condensed"/>
                <a:ea typeface="Roboto Condensed"/>
                <a:cs typeface="Roboto Condensed"/>
                <a:sym typeface="Roboto Condensed"/>
              </a:rPr>
              <a:t> </a:t>
            </a:r>
            <a:r>
              <a:rPr lang="en-US" sz="3800" b="1" i="0" u="none" strike="noStrike" cap="none" dirty="0" err="1">
                <a:solidFill>
                  <a:schemeClr val="dk1"/>
                </a:solidFill>
                <a:latin typeface="Roboto Condensed"/>
                <a:ea typeface="Roboto Condensed"/>
                <a:cs typeface="Roboto Condensed"/>
                <a:sym typeface="Roboto Condensed"/>
              </a:rPr>
              <a:t>unser</a:t>
            </a:r>
            <a:r>
              <a:rPr lang="en-US" sz="3800" b="1" i="0" u="none" strike="noStrike" cap="none" dirty="0">
                <a:solidFill>
                  <a:schemeClr val="dk1"/>
                </a:solidFill>
                <a:latin typeface="Roboto Condensed"/>
                <a:ea typeface="Roboto Condensed"/>
                <a:cs typeface="Roboto Condensed"/>
                <a:sym typeface="Roboto Condensed"/>
              </a:rPr>
              <a:t> </a:t>
            </a:r>
            <a:r>
              <a:rPr lang="en-US" sz="3800" b="1" i="0" u="none" strike="noStrike" cap="none" dirty="0" err="1">
                <a:solidFill>
                  <a:schemeClr val="dk1"/>
                </a:solidFill>
                <a:latin typeface="Roboto Condensed"/>
                <a:ea typeface="Roboto Condensed"/>
                <a:cs typeface="Roboto Condensed"/>
                <a:sym typeface="Roboto Condensed"/>
              </a:rPr>
              <a:t>im</a:t>
            </a:r>
            <a:r>
              <a:rPr lang="en-US" sz="3800" b="1" i="0" u="none" strike="noStrike" cap="none" dirty="0">
                <a:solidFill>
                  <a:schemeClr val="dk1"/>
                </a:solidFill>
                <a:latin typeface="Roboto Condensed"/>
                <a:ea typeface="Roboto Condensed"/>
                <a:cs typeface="Roboto Condensed"/>
                <a:sym typeface="Roboto Condensed"/>
              </a:rPr>
              <a:t> Himmel, </a:t>
            </a:r>
            <a:r>
              <a:rPr lang="en-US" sz="3800" b="1" i="0" u="none" strike="noStrike" cap="none" dirty="0" err="1">
                <a:solidFill>
                  <a:schemeClr val="dk1"/>
                </a:solidFill>
                <a:latin typeface="Roboto Condensed"/>
                <a:ea typeface="Roboto Condensed"/>
                <a:cs typeface="Roboto Condensed"/>
                <a:sym typeface="Roboto Condensed"/>
              </a:rPr>
              <a:t>geheiligt</a:t>
            </a:r>
            <a:r>
              <a:rPr lang="en-US" sz="3800" b="1" i="0" u="none" strike="noStrike" cap="none" dirty="0">
                <a:solidFill>
                  <a:schemeClr val="dk1"/>
                </a:solidFill>
                <a:latin typeface="Roboto Condensed"/>
                <a:ea typeface="Roboto Condensed"/>
                <a:cs typeface="Roboto Condensed"/>
                <a:sym typeface="Roboto Condensed"/>
              </a:rPr>
              <a:t> </a:t>
            </a:r>
            <a:r>
              <a:rPr lang="en-US" sz="3800" b="1" i="0" u="none" strike="noStrike" cap="none" dirty="0" err="1">
                <a:solidFill>
                  <a:schemeClr val="dk1"/>
                </a:solidFill>
                <a:latin typeface="Roboto Condensed"/>
                <a:ea typeface="Roboto Condensed"/>
                <a:cs typeface="Roboto Condensed"/>
                <a:sym typeface="Roboto Condensed"/>
              </a:rPr>
              <a:t>werde</a:t>
            </a:r>
            <a:r>
              <a:rPr lang="en-US" sz="3800" b="1" i="0" u="none" strike="noStrike" cap="none" dirty="0">
                <a:solidFill>
                  <a:schemeClr val="dk1"/>
                </a:solidFill>
                <a:latin typeface="Roboto Condensed"/>
                <a:ea typeface="Roboto Condensed"/>
                <a:cs typeface="Roboto Condensed"/>
                <a:sym typeface="Roboto Condensed"/>
              </a:rPr>
              <a:t> </a:t>
            </a:r>
            <a:r>
              <a:rPr lang="en-US" sz="3800" b="1" i="0" u="none" strike="noStrike" cap="none" dirty="0" err="1">
                <a:solidFill>
                  <a:schemeClr val="dk1"/>
                </a:solidFill>
                <a:latin typeface="Roboto Condensed"/>
                <a:ea typeface="Roboto Condensed"/>
                <a:cs typeface="Roboto Condensed"/>
                <a:sym typeface="Roboto Condensed"/>
              </a:rPr>
              <a:t>dein</a:t>
            </a:r>
            <a:r>
              <a:rPr lang="en-US" sz="3800" b="1" i="0" u="none" strike="noStrike" cap="none" dirty="0">
                <a:solidFill>
                  <a:schemeClr val="dk1"/>
                </a:solidFill>
                <a:latin typeface="Roboto Condensed"/>
                <a:ea typeface="Roboto Condensed"/>
                <a:cs typeface="Roboto Condensed"/>
                <a:sym typeface="Roboto Condensed"/>
              </a:rPr>
              <a:t> Name.</a:t>
            </a:r>
            <a:br>
              <a:rPr lang="en-US" sz="3800" b="1" i="0" u="none" strike="noStrike" cap="none" dirty="0">
                <a:solidFill>
                  <a:schemeClr val="dk1"/>
                </a:solidFill>
                <a:latin typeface="Roboto Condensed"/>
                <a:ea typeface="Roboto Condensed"/>
                <a:cs typeface="Roboto Condensed"/>
                <a:sym typeface="Roboto Condensed"/>
              </a:rPr>
            </a:br>
            <a:r>
              <a:rPr lang="en-US" sz="3800" b="1" i="0" u="none" strike="noStrike" cap="none" dirty="0">
                <a:solidFill>
                  <a:schemeClr val="dk1"/>
                </a:solidFill>
                <a:latin typeface="Roboto Condensed"/>
                <a:ea typeface="Roboto Condensed"/>
                <a:cs typeface="Roboto Condensed"/>
                <a:sym typeface="Roboto Condensed"/>
              </a:rPr>
              <a:t>Dein Reich </a:t>
            </a:r>
            <a:r>
              <a:rPr lang="en-US" sz="3800" b="1" i="0" u="none" strike="noStrike" cap="none" dirty="0" err="1">
                <a:solidFill>
                  <a:schemeClr val="dk1"/>
                </a:solidFill>
                <a:latin typeface="Roboto Condensed"/>
                <a:ea typeface="Roboto Condensed"/>
                <a:cs typeface="Roboto Condensed"/>
                <a:sym typeface="Roboto Condensed"/>
              </a:rPr>
              <a:t>komme.Dein</a:t>
            </a:r>
            <a:r>
              <a:rPr lang="en-US" sz="3800" b="1" i="0" u="none" strike="noStrike" cap="none" dirty="0">
                <a:solidFill>
                  <a:schemeClr val="dk1"/>
                </a:solidFill>
                <a:latin typeface="Roboto Condensed"/>
                <a:ea typeface="Roboto Condensed"/>
                <a:cs typeface="Roboto Condensed"/>
                <a:sym typeface="Roboto Condensed"/>
              </a:rPr>
              <a:t> Wille </a:t>
            </a:r>
            <a:r>
              <a:rPr lang="en-US" sz="3800" b="1" i="0" u="none" strike="noStrike" cap="none" dirty="0" err="1">
                <a:solidFill>
                  <a:schemeClr val="dk1"/>
                </a:solidFill>
                <a:latin typeface="Roboto Condensed"/>
                <a:ea typeface="Roboto Condensed"/>
                <a:cs typeface="Roboto Condensed"/>
                <a:sym typeface="Roboto Condensed"/>
              </a:rPr>
              <a:t>geschehe</a:t>
            </a:r>
            <a:r>
              <a:rPr lang="en-US" sz="3800" b="1" i="0" u="none" strike="noStrike" cap="none" dirty="0">
                <a:solidFill>
                  <a:schemeClr val="dk1"/>
                </a:solidFill>
                <a:latin typeface="Roboto Condensed"/>
                <a:ea typeface="Roboto Condensed"/>
                <a:cs typeface="Roboto Condensed"/>
                <a:sym typeface="Roboto Condensed"/>
              </a:rPr>
              <a:t>,</a:t>
            </a:r>
            <a:br>
              <a:rPr lang="en-US" sz="3800" b="1" i="0" u="none" strike="noStrike" cap="none" dirty="0">
                <a:solidFill>
                  <a:schemeClr val="dk1"/>
                </a:solidFill>
                <a:latin typeface="Roboto Condensed"/>
                <a:ea typeface="Roboto Condensed"/>
                <a:cs typeface="Roboto Condensed"/>
                <a:sym typeface="Roboto Condensed"/>
              </a:rPr>
            </a:br>
            <a:r>
              <a:rPr lang="en-US" sz="3800" b="1" i="0" u="none" strike="noStrike" cap="none" dirty="0" err="1">
                <a:solidFill>
                  <a:schemeClr val="dk1"/>
                </a:solidFill>
                <a:latin typeface="Roboto Condensed"/>
                <a:ea typeface="Roboto Condensed"/>
                <a:cs typeface="Roboto Condensed"/>
                <a:sym typeface="Roboto Condensed"/>
              </a:rPr>
              <a:t>wie</a:t>
            </a:r>
            <a:r>
              <a:rPr lang="en-US" sz="3800" b="1" i="0" u="none" strike="noStrike" cap="none" dirty="0">
                <a:solidFill>
                  <a:schemeClr val="dk1"/>
                </a:solidFill>
                <a:latin typeface="Roboto Condensed"/>
                <a:ea typeface="Roboto Condensed"/>
                <a:cs typeface="Roboto Condensed"/>
                <a:sym typeface="Roboto Condensed"/>
              </a:rPr>
              <a:t> </a:t>
            </a:r>
            <a:r>
              <a:rPr lang="en-US" sz="3800" b="1" i="0" u="none" strike="noStrike" cap="none" dirty="0" err="1">
                <a:solidFill>
                  <a:schemeClr val="dk1"/>
                </a:solidFill>
                <a:latin typeface="Roboto Condensed"/>
                <a:ea typeface="Roboto Condensed"/>
                <a:cs typeface="Roboto Condensed"/>
                <a:sym typeface="Roboto Condensed"/>
              </a:rPr>
              <a:t>im</a:t>
            </a:r>
            <a:r>
              <a:rPr lang="en-US" sz="3800" b="1" i="0" u="none" strike="noStrike" cap="none" dirty="0">
                <a:solidFill>
                  <a:schemeClr val="dk1"/>
                </a:solidFill>
                <a:latin typeface="Roboto Condensed"/>
                <a:ea typeface="Roboto Condensed"/>
                <a:cs typeface="Roboto Condensed"/>
                <a:sym typeface="Roboto Condensed"/>
              </a:rPr>
              <a:t> Himmel, so auf Erden. </a:t>
            </a:r>
            <a:endParaRPr lang="de-DE" sz="3800" b="1" i="0" u="none" strike="noStrike" cap="none" dirty="0">
              <a:solidFill>
                <a:schemeClr val="dk1"/>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177511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PA_KAMI_2">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2" y="3334328"/>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en-US" sz="3600" b="0" i="1" u="none" strike="noStrike" cap="none" dirty="0" err="1">
                <a:solidFill>
                  <a:schemeClr val="dk1"/>
                </a:solidFill>
                <a:latin typeface="Roboto Condensed"/>
                <a:ea typeface="Roboto Condensed"/>
                <a:cs typeface="Roboto Condensed"/>
                <a:sym typeface="Roboto Condensed"/>
              </a:rPr>
              <a:t>Berikanlah</a:t>
            </a:r>
            <a:r>
              <a:rPr lang="en-US" sz="3600" b="0" i="1" u="none" strike="noStrike" cap="none" dirty="0">
                <a:solidFill>
                  <a:schemeClr val="dk1"/>
                </a:solidFill>
                <a:latin typeface="Roboto Condensed"/>
                <a:ea typeface="Roboto Condensed"/>
                <a:cs typeface="Roboto Condensed"/>
                <a:sym typeface="Roboto Condensed"/>
              </a:rPr>
              <a:t> kami pada </a:t>
            </a:r>
            <a:r>
              <a:rPr lang="en-US" sz="3600" b="0" i="1" u="none" strike="noStrike" cap="none" dirty="0" err="1">
                <a:solidFill>
                  <a:schemeClr val="dk1"/>
                </a:solidFill>
                <a:latin typeface="Roboto Condensed"/>
                <a:ea typeface="Roboto Condensed"/>
                <a:cs typeface="Roboto Condensed"/>
                <a:sym typeface="Roboto Condensed"/>
              </a:rPr>
              <a:t>hari</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ini</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err="1">
                <a:solidFill>
                  <a:schemeClr val="dk1"/>
                </a:solidFill>
                <a:latin typeface="Roboto Condensed"/>
                <a:ea typeface="Roboto Condensed"/>
                <a:cs typeface="Roboto Condensed"/>
                <a:sym typeface="Roboto Condensed"/>
              </a:rPr>
              <a:t>makanan</a:t>
            </a:r>
            <a:r>
              <a:rPr lang="en-US" sz="3600" b="0" i="1" u="none" strike="noStrike" cap="none" dirty="0">
                <a:solidFill>
                  <a:schemeClr val="dk1"/>
                </a:solidFill>
                <a:latin typeface="Roboto Condensed"/>
                <a:ea typeface="Roboto Condensed"/>
                <a:cs typeface="Roboto Condensed"/>
                <a:sym typeface="Roboto Condensed"/>
              </a:rPr>
              <a:t> kami yang </a:t>
            </a:r>
            <a:r>
              <a:rPr lang="en-US" sz="3600" b="0" i="1" u="none" strike="noStrike" cap="none" dirty="0" err="1">
                <a:solidFill>
                  <a:schemeClr val="dk1"/>
                </a:solidFill>
                <a:latin typeface="Roboto Condensed"/>
                <a:ea typeface="Roboto Condensed"/>
                <a:cs typeface="Roboto Condensed"/>
                <a:sym typeface="Roboto Condensed"/>
              </a:rPr>
              <a:t>secukupnya</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a:solidFill>
                  <a:schemeClr val="dk1"/>
                </a:solidFill>
                <a:latin typeface="Roboto Condensed"/>
                <a:ea typeface="Roboto Condensed"/>
                <a:cs typeface="Roboto Condensed"/>
                <a:sym typeface="Roboto Condensed"/>
              </a:rPr>
              <a:t>dan </a:t>
            </a:r>
            <a:r>
              <a:rPr lang="en-US" sz="3600" b="0" i="1" u="none" strike="noStrike" cap="none" dirty="0" err="1">
                <a:solidFill>
                  <a:schemeClr val="dk1"/>
                </a:solidFill>
                <a:latin typeface="Roboto Condensed"/>
                <a:ea typeface="Roboto Condensed"/>
                <a:cs typeface="Roboto Condensed"/>
                <a:sym typeface="Roboto Condensed"/>
              </a:rPr>
              <a:t>ampunilah</a:t>
            </a:r>
            <a:r>
              <a:rPr lang="en-US" sz="3600" b="0" i="1" u="none" strike="noStrike" cap="none" dirty="0">
                <a:solidFill>
                  <a:schemeClr val="dk1"/>
                </a:solidFill>
                <a:latin typeface="Roboto Condensed"/>
                <a:ea typeface="Roboto Condensed"/>
                <a:cs typeface="Roboto Condensed"/>
                <a:sym typeface="Roboto Condensed"/>
              </a:rPr>
              <a:t> kami </a:t>
            </a:r>
            <a:r>
              <a:rPr lang="en-US" sz="3600" b="0" i="1" u="none" strike="noStrike" cap="none" dirty="0" err="1">
                <a:solidFill>
                  <a:schemeClr val="dk1"/>
                </a:solidFill>
                <a:latin typeface="Roboto Condensed"/>
                <a:ea typeface="Roboto Condensed"/>
                <a:cs typeface="Roboto Condensed"/>
                <a:sym typeface="Roboto Condensed"/>
              </a:rPr>
              <a:t>akan</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kesalahan</a:t>
            </a:r>
            <a:r>
              <a:rPr lang="en-US" sz="3600" b="0" i="1" u="none" strike="noStrike" cap="none" dirty="0">
                <a:solidFill>
                  <a:schemeClr val="dk1"/>
                </a:solidFill>
                <a:latin typeface="Roboto Condensed"/>
                <a:ea typeface="Roboto Condensed"/>
                <a:cs typeface="Roboto Condensed"/>
                <a:sym typeface="Roboto Condensed"/>
              </a:rPr>
              <a:t> kami,</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err="1">
                <a:solidFill>
                  <a:schemeClr val="dk1"/>
                </a:solidFill>
                <a:latin typeface="Roboto Condensed"/>
                <a:ea typeface="Roboto Condensed"/>
                <a:cs typeface="Roboto Condensed"/>
                <a:sym typeface="Roboto Condensed"/>
              </a:rPr>
              <a:t>seperti</a:t>
            </a:r>
            <a:r>
              <a:rPr lang="en-US" sz="3600" b="0" i="1" u="none" strike="noStrike" cap="none" dirty="0">
                <a:solidFill>
                  <a:schemeClr val="dk1"/>
                </a:solidFill>
                <a:latin typeface="Roboto Condensed"/>
                <a:ea typeface="Roboto Condensed"/>
                <a:cs typeface="Roboto Condensed"/>
                <a:sym typeface="Roboto Condensed"/>
              </a:rPr>
              <a:t> kami juga </a:t>
            </a:r>
            <a:r>
              <a:rPr lang="en-US" sz="3600" b="0" i="1" u="none" strike="noStrike" cap="none" dirty="0" err="1">
                <a:solidFill>
                  <a:schemeClr val="dk1"/>
                </a:solidFill>
                <a:latin typeface="Roboto Condensed"/>
                <a:ea typeface="Roboto Condensed"/>
                <a:cs typeface="Roboto Condensed"/>
                <a:sym typeface="Roboto Condensed"/>
              </a:rPr>
              <a:t>mengampuni</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a:solidFill>
                  <a:schemeClr val="dk1"/>
                </a:solidFill>
                <a:latin typeface="Roboto Condensed"/>
                <a:ea typeface="Roboto Condensed"/>
                <a:cs typeface="Roboto Condensed"/>
                <a:sym typeface="Roboto Condensed"/>
              </a:rPr>
              <a:t>orang yang </a:t>
            </a:r>
            <a:r>
              <a:rPr lang="en-US" sz="3600" b="0" i="1" u="none" strike="noStrike" cap="none" dirty="0" err="1">
                <a:solidFill>
                  <a:schemeClr val="dk1"/>
                </a:solidFill>
                <a:latin typeface="Roboto Condensed"/>
                <a:ea typeface="Roboto Condensed"/>
                <a:cs typeface="Roboto Condensed"/>
                <a:sym typeface="Roboto Condensed"/>
              </a:rPr>
              <a:t>bersalah</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kepada</a:t>
            </a:r>
            <a:r>
              <a:rPr lang="en-US" sz="3600" b="0" i="1" u="none" strike="noStrike" cap="none" dirty="0">
                <a:solidFill>
                  <a:schemeClr val="dk1"/>
                </a:solidFill>
                <a:latin typeface="Roboto Condensed"/>
                <a:ea typeface="Roboto Condensed"/>
                <a:cs typeface="Roboto Condensed"/>
                <a:sym typeface="Roboto Condensed"/>
              </a:rPr>
              <a:t> kami;</a:t>
            </a: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2" y="770465"/>
            <a:ext cx="10409920" cy="1846659"/>
          </a:xfrm>
          <a:prstGeom prst="rect">
            <a:avLst/>
          </a:prstGeom>
          <a:noFill/>
        </p:spPr>
        <p:txBody>
          <a:bodyPr wrap="square">
            <a:spAutoFit/>
          </a:bodyPr>
          <a:lstStyle/>
          <a:p>
            <a:r>
              <a:rPr lang="de-DE" sz="3800" b="1" i="0" u="none" strike="noStrike" cap="none" dirty="0">
                <a:solidFill>
                  <a:schemeClr val="dk1"/>
                </a:solidFill>
                <a:latin typeface="Roboto Condensed"/>
                <a:ea typeface="Roboto Condensed"/>
                <a:cs typeface="Roboto Condensed"/>
                <a:sym typeface="Roboto Condensed"/>
              </a:rPr>
              <a:t>Unser tägliches Brot gib uns heute,</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und vergib uns unsre Schuld,</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wie auch wir vergeben unseren Schuldigern.</a:t>
            </a:r>
          </a:p>
        </p:txBody>
      </p:sp>
    </p:spTree>
    <p:extLst>
      <p:ext uri="{BB962C8B-B14F-4D97-AF65-F5344CB8AC3E}">
        <p14:creationId xmlns:p14="http://schemas.microsoft.com/office/powerpoint/2010/main" val="1726207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PA_KAMI_3">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1" y="3617423"/>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en-US" sz="3600" b="0" i="1" u="none" strike="noStrike" cap="none" dirty="0">
                <a:solidFill>
                  <a:schemeClr val="dk1"/>
                </a:solidFill>
                <a:latin typeface="Roboto Condensed"/>
                <a:ea typeface="Roboto Condensed"/>
                <a:cs typeface="Roboto Condensed"/>
                <a:sym typeface="Roboto Condensed"/>
              </a:rPr>
              <a:t>dan </a:t>
            </a:r>
            <a:r>
              <a:rPr lang="en-US" sz="3600" b="0" i="1" u="none" strike="noStrike" cap="none" dirty="0" err="1">
                <a:solidFill>
                  <a:schemeClr val="dk1"/>
                </a:solidFill>
                <a:latin typeface="Roboto Condensed"/>
                <a:ea typeface="Roboto Condensed"/>
                <a:cs typeface="Roboto Condensed"/>
                <a:sym typeface="Roboto Condensed"/>
              </a:rPr>
              <a:t>janganlah</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membawa</a:t>
            </a:r>
            <a:r>
              <a:rPr lang="en-US" sz="3600" b="0" i="1" u="none" strike="noStrike" cap="none" dirty="0">
                <a:solidFill>
                  <a:schemeClr val="dk1"/>
                </a:solidFill>
                <a:latin typeface="Roboto Condensed"/>
                <a:ea typeface="Roboto Condensed"/>
                <a:cs typeface="Roboto Condensed"/>
                <a:sym typeface="Roboto Condensed"/>
              </a:rPr>
              <a:t> kami </a:t>
            </a:r>
            <a:r>
              <a:rPr lang="en-US" sz="3600" b="0" i="1" u="none" strike="noStrike" cap="none" dirty="0" err="1">
                <a:solidFill>
                  <a:schemeClr val="dk1"/>
                </a:solidFill>
                <a:latin typeface="Roboto Condensed"/>
                <a:ea typeface="Roboto Condensed"/>
                <a:cs typeface="Roboto Condensed"/>
                <a:sym typeface="Roboto Condensed"/>
              </a:rPr>
              <a:t>ke</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dalam</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pencobaan</a:t>
            </a:r>
            <a:r>
              <a:rPr lang="en-US" sz="3600" b="0" i="1" u="none" strike="noStrike" cap="none" dirty="0">
                <a:solidFill>
                  <a:schemeClr val="dk1"/>
                </a:solidFill>
                <a:latin typeface="Roboto Condensed"/>
                <a:ea typeface="Roboto Condensed"/>
                <a:cs typeface="Roboto Condensed"/>
                <a:sym typeface="Roboto Condensed"/>
              </a:rPr>
              <a:t>,</a:t>
            </a:r>
          </a:p>
          <a:p>
            <a:pPr>
              <a:buSzPts val="4800"/>
            </a:pPr>
            <a:r>
              <a:rPr lang="en-US" sz="3600" b="0" i="1" u="none" strike="noStrike" cap="none" dirty="0" err="1">
                <a:solidFill>
                  <a:schemeClr val="dk1"/>
                </a:solidFill>
                <a:latin typeface="Roboto Condensed"/>
                <a:ea typeface="Roboto Condensed"/>
                <a:cs typeface="Roboto Condensed"/>
                <a:sym typeface="Roboto Condensed"/>
              </a:rPr>
              <a:t>tetapi</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lepaskanlah</a:t>
            </a:r>
            <a:r>
              <a:rPr lang="en-US" sz="3600" b="0" i="1" u="none" strike="noStrike" cap="none" dirty="0">
                <a:solidFill>
                  <a:schemeClr val="dk1"/>
                </a:solidFill>
                <a:latin typeface="Roboto Condensed"/>
                <a:ea typeface="Roboto Condensed"/>
                <a:cs typeface="Roboto Condensed"/>
                <a:sym typeface="Roboto Condensed"/>
              </a:rPr>
              <a:t> kami </a:t>
            </a:r>
            <a:r>
              <a:rPr lang="en-US" sz="3600" b="0" i="1" u="none" strike="noStrike" cap="none" dirty="0" err="1">
                <a:solidFill>
                  <a:schemeClr val="dk1"/>
                </a:solidFill>
                <a:latin typeface="Roboto Condensed"/>
                <a:ea typeface="Roboto Condensed"/>
                <a:cs typeface="Roboto Condensed"/>
                <a:sym typeface="Roboto Condensed"/>
              </a:rPr>
              <a:t>daripada</a:t>
            </a:r>
            <a:r>
              <a:rPr lang="en-US" sz="3600" b="0" i="1" u="none" strike="noStrike" cap="none" dirty="0">
                <a:solidFill>
                  <a:schemeClr val="dk1"/>
                </a:solidFill>
                <a:latin typeface="Roboto Condensed"/>
                <a:ea typeface="Roboto Condensed"/>
                <a:cs typeface="Roboto Condensed"/>
                <a:sym typeface="Roboto Condensed"/>
              </a:rPr>
              <a:t> yang </a:t>
            </a:r>
            <a:r>
              <a:rPr lang="en-US" sz="3600" b="0" i="1" u="none" strike="noStrike" cap="none" dirty="0" err="1">
                <a:solidFill>
                  <a:schemeClr val="dk1"/>
                </a:solidFill>
                <a:latin typeface="Roboto Condensed"/>
                <a:ea typeface="Roboto Condensed"/>
                <a:cs typeface="Roboto Condensed"/>
                <a:sym typeface="Roboto Condensed"/>
              </a:rPr>
              <a:t>jahat</a:t>
            </a:r>
            <a:r>
              <a:rPr lang="en-US" sz="3600" b="0" i="1" u="none" strike="noStrike" cap="none" dirty="0">
                <a:solidFill>
                  <a:schemeClr val="dk1"/>
                </a:solidFill>
                <a:latin typeface="Roboto Condensed"/>
                <a:ea typeface="Roboto Condensed"/>
                <a:cs typeface="Roboto Condensed"/>
                <a:sym typeface="Roboto Condensed"/>
              </a:rPr>
              <a:t>.</a:t>
            </a:r>
          </a:p>
          <a:p>
            <a:pPr>
              <a:buSzPts val="4800"/>
            </a:pPr>
            <a:r>
              <a:rPr lang="en-US" sz="3600" b="0" i="1" u="none" strike="noStrike" cap="none" dirty="0">
                <a:solidFill>
                  <a:schemeClr val="dk1"/>
                </a:solidFill>
                <a:latin typeface="Roboto Condensed"/>
                <a:ea typeface="Roboto Condensed"/>
                <a:cs typeface="Roboto Condensed"/>
                <a:sym typeface="Roboto Condensed"/>
              </a:rPr>
              <a:t>Karena </a:t>
            </a:r>
            <a:r>
              <a:rPr lang="en-US" sz="3600" b="0" i="1" u="none" strike="noStrike" cap="none" dirty="0" err="1">
                <a:solidFill>
                  <a:schemeClr val="dk1"/>
                </a:solidFill>
                <a:latin typeface="Roboto Condensed"/>
                <a:ea typeface="Roboto Condensed"/>
                <a:cs typeface="Roboto Condensed"/>
                <a:sym typeface="Roboto Condensed"/>
              </a:rPr>
              <a:t>Engkaulah</a:t>
            </a:r>
            <a:r>
              <a:rPr lang="en-US" sz="3600" b="0" i="1" u="none" strike="noStrike" cap="none" dirty="0">
                <a:solidFill>
                  <a:schemeClr val="dk1"/>
                </a:solidFill>
                <a:latin typeface="Roboto Condensed"/>
                <a:ea typeface="Roboto Condensed"/>
                <a:cs typeface="Roboto Condensed"/>
                <a:sym typeface="Roboto Condensed"/>
              </a:rPr>
              <a:t> yang </a:t>
            </a:r>
            <a:r>
              <a:rPr lang="en-US" sz="3600" b="0" i="1" u="none" strike="noStrike" cap="none" dirty="0" err="1">
                <a:solidFill>
                  <a:schemeClr val="dk1"/>
                </a:solidFill>
                <a:latin typeface="Roboto Condensed"/>
                <a:ea typeface="Roboto Condensed"/>
                <a:cs typeface="Roboto Condensed"/>
                <a:sym typeface="Roboto Condensed"/>
              </a:rPr>
              <a:t>empunya</a:t>
            </a:r>
            <a:r>
              <a:rPr lang="en-US" sz="3600" b="0" i="1" u="none" strike="noStrike" cap="none" dirty="0">
                <a:solidFill>
                  <a:schemeClr val="dk1"/>
                </a:solidFill>
                <a:latin typeface="Roboto Condensed"/>
                <a:ea typeface="Roboto Condensed"/>
                <a:cs typeface="Roboto Condensed"/>
                <a:sym typeface="Roboto Condensed"/>
              </a:rPr>
              <a:t> Kerajaan dan </a:t>
            </a:r>
            <a:r>
              <a:rPr lang="en-US" sz="3600" b="0" i="1" u="none" strike="noStrike" cap="none" dirty="0" err="1">
                <a:solidFill>
                  <a:schemeClr val="dk1"/>
                </a:solidFill>
                <a:latin typeface="Roboto Condensed"/>
                <a:ea typeface="Roboto Condensed"/>
                <a:cs typeface="Roboto Condensed"/>
                <a:sym typeface="Roboto Condensed"/>
              </a:rPr>
              <a:t>kuasa</a:t>
            </a:r>
            <a:endParaRPr lang="en-US" sz="3600" b="0" i="1" u="none" strike="noStrike" cap="none" dirty="0">
              <a:solidFill>
                <a:schemeClr val="dk1"/>
              </a:solidFill>
              <a:latin typeface="Roboto Condensed"/>
              <a:ea typeface="Roboto Condensed"/>
              <a:cs typeface="Roboto Condensed"/>
              <a:sym typeface="Roboto Condensed"/>
            </a:endParaRPr>
          </a:p>
          <a:p>
            <a:pPr>
              <a:buSzPts val="4800"/>
            </a:pPr>
            <a:r>
              <a:rPr lang="en-US" sz="3600" b="0" i="1" u="none" strike="noStrike" cap="none" dirty="0">
                <a:solidFill>
                  <a:schemeClr val="dk1"/>
                </a:solidFill>
                <a:latin typeface="Roboto Condensed"/>
                <a:ea typeface="Roboto Condensed"/>
                <a:cs typeface="Roboto Condensed"/>
                <a:sym typeface="Roboto Condensed"/>
              </a:rPr>
              <a:t>dan </a:t>
            </a:r>
            <a:r>
              <a:rPr lang="en-US" sz="3600" b="0" i="1" u="none" strike="noStrike" cap="none" dirty="0" err="1">
                <a:solidFill>
                  <a:schemeClr val="dk1"/>
                </a:solidFill>
                <a:latin typeface="Roboto Condensed"/>
                <a:ea typeface="Roboto Condensed"/>
                <a:cs typeface="Roboto Condensed"/>
                <a:sym typeface="Roboto Condensed"/>
              </a:rPr>
              <a:t>kemuliaan</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sampai</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selama-lamanya</a:t>
            </a:r>
            <a:r>
              <a:rPr lang="en-US" sz="3600" b="0" i="1" u="none" strike="noStrike" cap="none" dirty="0">
                <a:solidFill>
                  <a:schemeClr val="dk1"/>
                </a:solidFill>
                <a:latin typeface="Roboto Condensed"/>
                <a:ea typeface="Roboto Condensed"/>
                <a:cs typeface="Roboto Condensed"/>
                <a:sym typeface="Roboto Condensed"/>
              </a:rPr>
              <a:t>. Amin.</a:t>
            </a: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1" y="585049"/>
            <a:ext cx="10409920" cy="3016210"/>
          </a:xfrm>
          <a:prstGeom prst="rect">
            <a:avLst/>
          </a:prstGeom>
          <a:noFill/>
        </p:spPr>
        <p:txBody>
          <a:bodyPr wrap="square">
            <a:spAutoFit/>
          </a:bodyPr>
          <a:lstStyle/>
          <a:p>
            <a:r>
              <a:rPr lang="de-DE" sz="3800" b="1" i="0" u="none" strike="noStrike" cap="none" dirty="0">
                <a:solidFill>
                  <a:schemeClr val="dk1"/>
                </a:solidFill>
                <a:latin typeface="Roboto Condensed"/>
                <a:ea typeface="Roboto Condensed"/>
                <a:cs typeface="Roboto Condensed"/>
                <a:sym typeface="Roboto Condensed"/>
              </a:rPr>
              <a:t>Und führe uns nicht in Versuchung,</a:t>
            </a:r>
          </a:p>
          <a:p>
            <a:r>
              <a:rPr lang="de-DE" sz="3800" b="1" i="0" u="none" strike="noStrike" cap="none" dirty="0">
                <a:solidFill>
                  <a:schemeClr val="dk1"/>
                </a:solidFill>
                <a:latin typeface="Roboto Condensed"/>
                <a:ea typeface="Roboto Condensed"/>
                <a:cs typeface="Roboto Condensed"/>
                <a:sym typeface="Roboto Condensed"/>
              </a:rPr>
              <a:t>sondern erlöse uns von dem Bösen.</a:t>
            </a:r>
          </a:p>
          <a:p>
            <a:r>
              <a:rPr lang="de-DE" sz="3800" b="1" i="0" u="none" strike="noStrike" cap="none" dirty="0">
                <a:solidFill>
                  <a:schemeClr val="dk1"/>
                </a:solidFill>
                <a:latin typeface="Roboto Condensed"/>
                <a:ea typeface="Roboto Condensed"/>
                <a:cs typeface="Roboto Condensed"/>
                <a:sym typeface="Roboto Condensed"/>
              </a:rPr>
              <a:t>Denn dein ist das Reich</a:t>
            </a:r>
          </a:p>
          <a:p>
            <a:r>
              <a:rPr lang="de-DE" sz="3800" b="1" i="0" u="none" strike="noStrike" cap="none" dirty="0">
                <a:solidFill>
                  <a:schemeClr val="dk1"/>
                </a:solidFill>
                <a:latin typeface="Roboto Condensed"/>
                <a:ea typeface="Roboto Condensed"/>
                <a:cs typeface="Roboto Condensed"/>
                <a:sym typeface="Roboto Condensed"/>
              </a:rPr>
              <a:t>und die Kraft und die Herrlichkeit in Ewigkeit.</a:t>
            </a:r>
          </a:p>
          <a:p>
            <a:r>
              <a:rPr lang="de-DE" sz="3800" b="1" i="0" u="none" strike="noStrike" cap="none" dirty="0">
                <a:solidFill>
                  <a:schemeClr val="dk1"/>
                </a:solidFill>
                <a:latin typeface="Roboto Condensed"/>
                <a:ea typeface="Roboto Condensed"/>
                <a:cs typeface="Roboto Condensed"/>
                <a:sym typeface="Roboto Condensed"/>
              </a:rPr>
              <a:t>Amen.</a:t>
            </a:r>
          </a:p>
        </p:txBody>
      </p:sp>
    </p:spTree>
    <p:extLst>
      <p:ext uri="{BB962C8B-B14F-4D97-AF65-F5344CB8AC3E}">
        <p14:creationId xmlns:p14="http://schemas.microsoft.com/office/powerpoint/2010/main" val="38554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_APOSTLE_CREED_1">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1" y="3617423"/>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en-US" sz="3600" b="0" i="1" u="none" strike="noStrike" cap="none" dirty="0">
                <a:solidFill>
                  <a:schemeClr val="dk1"/>
                </a:solidFill>
                <a:latin typeface="Roboto Condensed"/>
                <a:ea typeface="Roboto Condensed"/>
                <a:cs typeface="Roboto Condensed"/>
                <a:sym typeface="Roboto Condensed"/>
              </a:rPr>
              <a:t>Aku </a:t>
            </a:r>
            <a:r>
              <a:rPr lang="en-US" sz="3600" b="0" i="1" u="none" strike="noStrike" cap="none" dirty="0" err="1">
                <a:solidFill>
                  <a:schemeClr val="dk1"/>
                </a:solidFill>
                <a:latin typeface="Roboto Condensed"/>
                <a:ea typeface="Roboto Condensed"/>
                <a:cs typeface="Roboto Condensed"/>
                <a:sym typeface="Roboto Condensed"/>
              </a:rPr>
              <a:t>percaya</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kepada</a:t>
            </a:r>
            <a:r>
              <a:rPr lang="en-US" sz="3600" b="0" i="1" u="none" strike="noStrike" cap="none" dirty="0">
                <a:solidFill>
                  <a:schemeClr val="dk1"/>
                </a:solidFill>
                <a:latin typeface="Roboto Condensed"/>
                <a:ea typeface="Roboto Condensed"/>
                <a:cs typeface="Roboto Condensed"/>
                <a:sym typeface="Roboto Condensed"/>
              </a:rPr>
              <a:t> Allah, Bapa yang Maha Kuasa,</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err="1">
                <a:solidFill>
                  <a:schemeClr val="dk1"/>
                </a:solidFill>
                <a:latin typeface="Roboto Condensed"/>
                <a:ea typeface="Roboto Condensed"/>
                <a:cs typeface="Roboto Condensed"/>
                <a:sym typeface="Roboto Condensed"/>
              </a:rPr>
              <a:t>khalik</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langit</a:t>
            </a:r>
            <a:r>
              <a:rPr lang="en-US" sz="3600" b="0" i="1" u="none" strike="noStrike" cap="none" dirty="0">
                <a:solidFill>
                  <a:schemeClr val="dk1"/>
                </a:solidFill>
                <a:latin typeface="Roboto Condensed"/>
                <a:ea typeface="Roboto Condensed"/>
                <a:cs typeface="Roboto Condensed"/>
                <a:sym typeface="Roboto Condensed"/>
              </a:rPr>
              <a:t> dan </a:t>
            </a:r>
            <a:r>
              <a:rPr lang="en-US" sz="3600" b="0" i="1" u="none" strike="noStrike" cap="none" dirty="0" err="1">
                <a:solidFill>
                  <a:schemeClr val="dk1"/>
                </a:solidFill>
                <a:latin typeface="Roboto Condensed"/>
                <a:ea typeface="Roboto Condensed"/>
                <a:cs typeface="Roboto Condensed"/>
                <a:sym typeface="Roboto Condensed"/>
              </a:rPr>
              <a:t>bumi</a:t>
            </a:r>
            <a:r>
              <a:rPr lang="en-US" sz="3600" b="0" i="1" u="none" strike="noStrike" cap="none" dirty="0">
                <a:solidFill>
                  <a:schemeClr val="dk1"/>
                </a:solidFill>
                <a:latin typeface="Roboto Condensed"/>
                <a:ea typeface="Roboto Condensed"/>
                <a:cs typeface="Roboto Condensed"/>
                <a:sym typeface="Roboto Condensed"/>
              </a:rPr>
              <a:t>.</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a:solidFill>
                  <a:schemeClr val="dk1"/>
                </a:solidFill>
                <a:latin typeface="Roboto Condensed"/>
                <a:ea typeface="Roboto Condensed"/>
                <a:cs typeface="Roboto Condensed"/>
                <a:sym typeface="Roboto Condensed"/>
              </a:rPr>
              <a:t>Dan </a:t>
            </a:r>
            <a:r>
              <a:rPr lang="en-US" sz="3600" b="0" i="1" u="none" strike="noStrike" cap="none" dirty="0" err="1">
                <a:solidFill>
                  <a:schemeClr val="dk1"/>
                </a:solidFill>
                <a:latin typeface="Roboto Condensed"/>
                <a:ea typeface="Roboto Condensed"/>
                <a:cs typeface="Roboto Condensed"/>
                <a:sym typeface="Roboto Condensed"/>
              </a:rPr>
              <a:t>kepada</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Yesus</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Kristus</a:t>
            </a:r>
            <a:r>
              <a:rPr lang="en-US" sz="3600" b="0" i="1" u="none" strike="noStrike" cap="none" dirty="0">
                <a:solidFill>
                  <a:schemeClr val="dk1"/>
                </a:solidFill>
                <a:latin typeface="Roboto Condensed"/>
                <a:ea typeface="Roboto Condensed"/>
                <a:cs typeface="Roboto Condensed"/>
                <a:sym typeface="Roboto Condensed"/>
              </a:rPr>
              <a:t>, Anak-Nya yang </a:t>
            </a:r>
            <a:r>
              <a:rPr lang="en-US" sz="3600" b="0" i="1" u="none" strike="noStrike" cap="none" dirty="0" err="1">
                <a:solidFill>
                  <a:schemeClr val="dk1"/>
                </a:solidFill>
                <a:latin typeface="Roboto Condensed"/>
                <a:ea typeface="Roboto Condensed"/>
                <a:cs typeface="Roboto Condensed"/>
                <a:sym typeface="Roboto Condensed"/>
              </a:rPr>
              <a:t>tunggal</a:t>
            </a:r>
            <a:r>
              <a:rPr lang="en-US" sz="3600" b="0" i="1" u="none" strike="noStrike" cap="none" dirty="0">
                <a:solidFill>
                  <a:schemeClr val="dk1"/>
                </a:solidFill>
                <a:latin typeface="Roboto Condensed"/>
                <a:ea typeface="Roboto Condensed"/>
                <a:cs typeface="Roboto Condensed"/>
                <a:sym typeface="Roboto Condensed"/>
              </a:rPr>
              <a:t>,</a:t>
            </a:r>
            <a:br>
              <a:rPr lang="en-US" sz="3600" b="0" i="1" u="none" strike="noStrike" cap="none" dirty="0">
                <a:solidFill>
                  <a:schemeClr val="dk1"/>
                </a:solidFill>
                <a:latin typeface="Roboto Condensed"/>
                <a:ea typeface="Roboto Condensed"/>
                <a:cs typeface="Roboto Condensed"/>
                <a:sym typeface="Roboto Condensed"/>
              </a:rPr>
            </a:br>
            <a:r>
              <a:rPr lang="en-US" sz="3600" b="0" i="1" u="none" strike="noStrike" cap="none" dirty="0" err="1">
                <a:solidFill>
                  <a:schemeClr val="dk1"/>
                </a:solidFill>
                <a:latin typeface="Roboto Condensed"/>
                <a:ea typeface="Roboto Condensed"/>
                <a:cs typeface="Roboto Condensed"/>
                <a:sym typeface="Roboto Condensed"/>
              </a:rPr>
              <a:t>Tuhan</a:t>
            </a:r>
            <a:r>
              <a:rPr lang="en-US" sz="3600" b="0" i="1" u="none" strike="noStrike" cap="none" dirty="0">
                <a:solidFill>
                  <a:schemeClr val="dk1"/>
                </a:solidFill>
                <a:latin typeface="Roboto Condensed"/>
                <a:ea typeface="Roboto Condensed"/>
                <a:cs typeface="Roboto Condensed"/>
                <a:sym typeface="Roboto Condensed"/>
              </a:rPr>
              <a:t> </a:t>
            </a:r>
            <a:r>
              <a:rPr lang="en-US" sz="3600" b="0" i="1" u="none" strike="noStrike" cap="none" dirty="0" err="1">
                <a:solidFill>
                  <a:schemeClr val="dk1"/>
                </a:solidFill>
                <a:latin typeface="Roboto Condensed"/>
                <a:ea typeface="Roboto Condensed"/>
                <a:cs typeface="Roboto Condensed"/>
                <a:sym typeface="Roboto Condensed"/>
              </a:rPr>
              <a:t>kita</a:t>
            </a:r>
            <a:r>
              <a:rPr lang="en-US" sz="3600" b="0" i="1" u="none" strike="noStrike" cap="none" dirty="0">
                <a:solidFill>
                  <a:schemeClr val="dk1"/>
                </a:solidFill>
                <a:latin typeface="Roboto Condensed"/>
                <a:ea typeface="Roboto Condensed"/>
                <a:cs typeface="Roboto Condensed"/>
                <a:sym typeface="Roboto Condensed"/>
              </a:rPr>
              <a:t>,</a:t>
            </a: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1" y="809142"/>
            <a:ext cx="10409920" cy="2431435"/>
          </a:xfrm>
          <a:prstGeom prst="rect">
            <a:avLst/>
          </a:prstGeom>
          <a:noFill/>
        </p:spPr>
        <p:txBody>
          <a:bodyPr wrap="square">
            <a:spAutoFit/>
          </a:bodyPr>
          <a:lstStyle/>
          <a:p>
            <a:r>
              <a:rPr lang="de-DE" sz="3800" b="1" i="0" u="none" strike="noStrike" cap="none" dirty="0">
                <a:solidFill>
                  <a:schemeClr val="dk1"/>
                </a:solidFill>
                <a:latin typeface="Roboto Condensed"/>
                <a:ea typeface="Roboto Condensed"/>
                <a:cs typeface="Roboto Condensed"/>
                <a:sym typeface="Roboto Condensed"/>
              </a:rPr>
              <a:t>Ich glaube an Gott, den Vater, den Allmächtigen,</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den Schöpfer des Himmels und der Erde.</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Und an Jesus Christus,</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seinen eingeborenen Sohn, unsern Herrn,</a:t>
            </a:r>
          </a:p>
        </p:txBody>
      </p:sp>
    </p:spTree>
    <p:extLst>
      <p:ext uri="{BB962C8B-B14F-4D97-AF65-F5344CB8AC3E}">
        <p14:creationId xmlns:p14="http://schemas.microsoft.com/office/powerpoint/2010/main" val="559587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APOSTLE_CREED_1">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1" y="3617423"/>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sv-SE" sz="3600" b="0" i="1" u="none" strike="noStrike" cap="none" dirty="0">
                <a:solidFill>
                  <a:schemeClr val="dk1"/>
                </a:solidFill>
                <a:latin typeface="Roboto Condensed"/>
                <a:ea typeface="Roboto Condensed"/>
                <a:cs typeface="Roboto Condensed"/>
                <a:sym typeface="Roboto Condensed"/>
              </a:rPr>
              <a:t>yang dikandung dari Roh Kudus,</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lahir dari anak dara Maria.</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Yang menderita sengsara di bawah</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pemerintahan Pontius Pilatus,</a:t>
            </a:r>
            <a:endParaRPr lang="en-US" sz="3600" b="0" i="1" u="none" strike="noStrike" cap="none" dirty="0">
              <a:solidFill>
                <a:schemeClr val="dk1"/>
              </a:solidFill>
              <a:latin typeface="Roboto Condensed"/>
              <a:ea typeface="Roboto Condensed"/>
              <a:cs typeface="Roboto Condensed"/>
              <a:sym typeface="Roboto Condensed"/>
            </a:endParaRP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1" y="880613"/>
            <a:ext cx="10409920" cy="1846659"/>
          </a:xfrm>
          <a:prstGeom prst="rect">
            <a:avLst/>
          </a:prstGeom>
          <a:noFill/>
        </p:spPr>
        <p:txBody>
          <a:bodyPr wrap="square">
            <a:spAutoFit/>
          </a:bodyPr>
          <a:lstStyle/>
          <a:p>
            <a:r>
              <a:rPr lang="de-DE" sz="3800" b="1" i="0" u="none" strike="noStrike" cap="none" dirty="0">
                <a:solidFill>
                  <a:schemeClr val="dk1"/>
                </a:solidFill>
                <a:latin typeface="Roboto Condensed"/>
                <a:ea typeface="Roboto Condensed"/>
                <a:cs typeface="Roboto Condensed"/>
                <a:sym typeface="Roboto Condensed"/>
              </a:rPr>
              <a:t>empfangen durch den Heiligen Geist,</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geboren von der Jungfrau Maria,</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gelitten unter Pontius Pilatus,</a:t>
            </a:r>
          </a:p>
        </p:txBody>
      </p:sp>
    </p:spTree>
    <p:extLst>
      <p:ext uri="{BB962C8B-B14F-4D97-AF65-F5344CB8AC3E}">
        <p14:creationId xmlns:p14="http://schemas.microsoft.com/office/powerpoint/2010/main" val="606949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APOSTLE_CREED_1">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1" y="3617423"/>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sv-SE" sz="3600" b="0" i="1" u="none" strike="noStrike" cap="none" dirty="0">
                <a:solidFill>
                  <a:schemeClr val="dk1"/>
                </a:solidFill>
                <a:latin typeface="Roboto Condensed"/>
                <a:ea typeface="Roboto Condensed"/>
                <a:cs typeface="Roboto Condensed"/>
                <a:sym typeface="Roboto Condensed"/>
              </a:rPr>
              <a:t>disalibkan, mati, dan dikuburkan;</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turun ke dalam kerajaan maut.</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Pada hari yang ketiga,</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bangkit pula dari antara orang mati.</a:t>
            </a:r>
            <a:endParaRPr lang="en-US" sz="3600" b="0" i="1" u="none" strike="noStrike" cap="none" dirty="0">
              <a:solidFill>
                <a:schemeClr val="dk1"/>
              </a:solidFill>
              <a:latin typeface="Roboto Condensed"/>
              <a:ea typeface="Roboto Condensed"/>
              <a:cs typeface="Roboto Condensed"/>
              <a:sym typeface="Roboto Condensed"/>
            </a:endParaRP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1" y="880613"/>
            <a:ext cx="10409920" cy="1846659"/>
          </a:xfrm>
          <a:prstGeom prst="rect">
            <a:avLst/>
          </a:prstGeom>
          <a:noFill/>
        </p:spPr>
        <p:txBody>
          <a:bodyPr wrap="square">
            <a:spAutoFit/>
          </a:bodyPr>
          <a:lstStyle/>
          <a:p>
            <a:r>
              <a:rPr lang="de-DE" sz="3800" b="1" i="0" u="none" strike="noStrike" cap="none" dirty="0">
                <a:solidFill>
                  <a:schemeClr val="dk1"/>
                </a:solidFill>
                <a:latin typeface="Roboto Condensed"/>
                <a:ea typeface="Roboto Condensed"/>
                <a:cs typeface="Roboto Condensed"/>
                <a:sym typeface="Roboto Condensed"/>
              </a:rPr>
              <a:t>gekreuzigt, gestorben und begraben,</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hinabgestiegen in das Reich des Todes,</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am dritten Tage auferstanden von den Toten,</a:t>
            </a:r>
          </a:p>
        </p:txBody>
      </p:sp>
    </p:spTree>
    <p:extLst>
      <p:ext uri="{BB962C8B-B14F-4D97-AF65-F5344CB8AC3E}">
        <p14:creationId xmlns:p14="http://schemas.microsoft.com/office/powerpoint/2010/main" val="26507074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APOSTLE_CREED_1">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1" y="3617423"/>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sv-SE" sz="3600" b="0" i="1" u="none" strike="noStrike" cap="none" dirty="0">
                <a:solidFill>
                  <a:schemeClr val="dk1"/>
                </a:solidFill>
                <a:latin typeface="Roboto Condensed"/>
                <a:ea typeface="Roboto Condensed"/>
                <a:cs typeface="Roboto Condensed"/>
                <a:sym typeface="Roboto Condensed"/>
              </a:rPr>
              <a:t>Naik ke surga, duduk di sebelah kanan</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Allah Bapa yang Maha Kuasa.</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Dan dari sana Ia akan datang untuk menghakimi</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orang yang hidup dan yang mati.</a:t>
            </a:r>
            <a:endParaRPr lang="en-US" sz="3600" b="0" i="1" u="none" strike="noStrike" cap="none" dirty="0">
              <a:solidFill>
                <a:schemeClr val="dk1"/>
              </a:solidFill>
              <a:latin typeface="Roboto Condensed"/>
              <a:ea typeface="Roboto Condensed"/>
              <a:cs typeface="Roboto Condensed"/>
              <a:sym typeface="Roboto Condensed"/>
            </a:endParaRP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1" y="640377"/>
            <a:ext cx="10409920" cy="3016210"/>
          </a:xfrm>
          <a:prstGeom prst="rect">
            <a:avLst/>
          </a:prstGeom>
          <a:noFill/>
        </p:spPr>
        <p:txBody>
          <a:bodyPr wrap="square">
            <a:spAutoFit/>
          </a:bodyPr>
          <a:lstStyle/>
          <a:p>
            <a:r>
              <a:rPr lang="de-DE" sz="3800" b="1" i="0" u="none" strike="noStrike" cap="none" dirty="0">
                <a:solidFill>
                  <a:schemeClr val="dk1"/>
                </a:solidFill>
                <a:latin typeface="Roboto Condensed"/>
                <a:ea typeface="Roboto Condensed"/>
                <a:cs typeface="Roboto Condensed"/>
                <a:sym typeface="Roboto Condensed"/>
              </a:rPr>
              <a:t>aufgefahren in den Himmel;</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er sitzt zur Rechten Gottes,</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des allmächtigen Vaters;</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von dort wird er kommen,</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zu richten die Lebenden und die Toten.</a:t>
            </a:r>
          </a:p>
        </p:txBody>
      </p:sp>
    </p:spTree>
    <p:extLst>
      <p:ext uri="{BB962C8B-B14F-4D97-AF65-F5344CB8AC3E}">
        <p14:creationId xmlns:p14="http://schemas.microsoft.com/office/powerpoint/2010/main" val="1428823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APOSTLE_CREED_1">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1" y="3429000"/>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sv-SE" sz="3600" b="0" i="1" u="none" strike="noStrike" cap="none" dirty="0">
                <a:solidFill>
                  <a:schemeClr val="dk1"/>
                </a:solidFill>
                <a:latin typeface="Roboto Condensed"/>
                <a:ea typeface="Roboto Condensed"/>
                <a:cs typeface="Roboto Condensed"/>
                <a:sym typeface="Roboto Condensed"/>
              </a:rPr>
              <a:t>Aku percaya kepada Roh Kudus,</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Gereja yang kudus dan am,</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persekutuan orang kudus,</a:t>
            </a:r>
            <a:endParaRPr lang="en-US" sz="3600" b="0" i="1" u="none" strike="noStrike" cap="none" dirty="0">
              <a:solidFill>
                <a:schemeClr val="dk1"/>
              </a:solidFill>
              <a:latin typeface="Roboto Condensed"/>
              <a:ea typeface="Roboto Condensed"/>
              <a:cs typeface="Roboto Condensed"/>
              <a:sym typeface="Roboto Condensed"/>
            </a:endParaRP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1" y="1393918"/>
            <a:ext cx="10409920" cy="1846659"/>
          </a:xfrm>
          <a:prstGeom prst="rect">
            <a:avLst/>
          </a:prstGeom>
          <a:noFill/>
        </p:spPr>
        <p:txBody>
          <a:bodyPr wrap="square">
            <a:spAutoFit/>
          </a:bodyPr>
          <a:lstStyle/>
          <a:p>
            <a:r>
              <a:rPr lang="de-DE" sz="3800" b="1" i="0" u="none" strike="noStrike" cap="none" dirty="0">
                <a:solidFill>
                  <a:schemeClr val="dk1"/>
                </a:solidFill>
                <a:latin typeface="Roboto Condensed"/>
                <a:ea typeface="Roboto Condensed"/>
                <a:cs typeface="Roboto Condensed"/>
                <a:sym typeface="Roboto Condensed"/>
              </a:rPr>
              <a:t>Ich glaube an den Heiligen Geist,</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die heilige christliche Kirche,</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Gemeinschaft der Heiligen,</a:t>
            </a:r>
          </a:p>
        </p:txBody>
      </p:sp>
    </p:spTree>
    <p:extLst>
      <p:ext uri="{BB962C8B-B14F-4D97-AF65-F5344CB8AC3E}">
        <p14:creationId xmlns:p14="http://schemas.microsoft.com/office/powerpoint/2010/main" val="3068548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APOSTLE_CREED_1">
    <p:spTree>
      <p:nvGrpSpPr>
        <p:cNvPr id="1" name=""/>
        <p:cNvGrpSpPr/>
        <p:nvPr/>
      </p:nvGrpSpPr>
      <p:grpSpPr>
        <a:xfrm>
          <a:off x="0" y="0"/>
          <a:ext cx="0" cy="0"/>
          <a:chOff x="0" y="0"/>
          <a:chExt cx="0" cy="0"/>
        </a:xfrm>
      </p:grpSpPr>
      <p:sp>
        <p:nvSpPr>
          <p:cNvPr id="4" name="Google Shape;343;p34">
            <a:extLst>
              <a:ext uri="{FF2B5EF4-FFF2-40B4-BE49-F238E27FC236}">
                <a16:creationId xmlns:a16="http://schemas.microsoft.com/office/drawing/2014/main" id="{27E03651-9F19-0E9F-6845-5A9DACA99D1B}"/>
              </a:ext>
            </a:extLst>
          </p:cNvPr>
          <p:cNvSpPr txBox="1">
            <a:spLocks/>
          </p:cNvSpPr>
          <p:nvPr userDrawn="1"/>
        </p:nvSpPr>
        <p:spPr>
          <a:xfrm>
            <a:off x="886691" y="3429000"/>
            <a:ext cx="10409920" cy="260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4800"/>
            </a:pPr>
            <a:r>
              <a:rPr lang="sv-SE" sz="3600" b="0" i="1" u="none" strike="noStrike" cap="none" dirty="0">
                <a:solidFill>
                  <a:schemeClr val="dk1"/>
                </a:solidFill>
                <a:latin typeface="Roboto Condensed"/>
                <a:ea typeface="Roboto Condensed"/>
                <a:cs typeface="Roboto Condensed"/>
                <a:sym typeface="Roboto Condensed"/>
              </a:rPr>
              <a:t>pengampunan dosa,</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kebangkitan tubuh,</a:t>
            </a:r>
            <a:br>
              <a:rPr lang="sv-SE" sz="3600" b="0" i="1" u="none" strike="noStrike" cap="none" dirty="0">
                <a:solidFill>
                  <a:schemeClr val="dk1"/>
                </a:solidFill>
                <a:latin typeface="Roboto Condensed"/>
                <a:ea typeface="Roboto Condensed"/>
                <a:cs typeface="Roboto Condensed"/>
                <a:sym typeface="Roboto Condensed"/>
              </a:rPr>
            </a:br>
            <a:r>
              <a:rPr lang="sv-SE" sz="3600" b="0" i="1" u="none" strike="noStrike" cap="none" dirty="0">
                <a:solidFill>
                  <a:schemeClr val="dk1"/>
                </a:solidFill>
                <a:latin typeface="Roboto Condensed"/>
                <a:ea typeface="Roboto Condensed"/>
                <a:cs typeface="Roboto Condensed"/>
                <a:sym typeface="Roboto Condensed"/>
              </a:rPr>
              <a:t>dan hidup yang kekal. Amin.</a:t>
            </a:r>
            <a:endParaRPr lang="en-US" sz="3600" b="0" i="1" u="none" strike="noStrike" cap="none" dirty="0">
              <a:solidFill>
                <a:schemeClr val="dk1"/>
              </a:solidFill>
              <a:latin typeface="Roboto Condensed"/>
              <a:ea typeface="Roboto Condensed"/>
              <a:cs typeface="Roboto Condensed"/>
              <a:sym typeface="Roboto Condensed"/>
            </a:endParaRPr>
          </a:p>
        </p:txBody>
      </p:sp>
      <p:sp>
        <p:nvSpPr>
          <p:cNvPr id="6" name="TextBox 5">
            <a:extLst>
              <a:ext uri="{FF2B5EF4-FFF2-40B4-BE49-F238E27FC236}">
                <a16:creationId xmlns:a16="http://schemas.microsoft.com/office/drawing/2014/main" id="{98B42EA6-742F-F61E-F603-071714F390A5}"/>
              </a:ext>
            </a:extLst>
          </p:cNvPr>
          <p:cNvSpPr txBox="1"/>
          <p:nvPr userDrawn="1"/>
        </p:nvSpPr>
        <p:spPr>
          <a:xfrm>
            <a:off x="886691" y="1393918"/>
            <a:ext cx="10409920" cy="1846659"/>
          </a:xfrm>
          <a:prstGeom prst="rect">
            <a:avLst/>
          </a:prstGeom>
          <a:noFill/>
        </p:spPr>
        <p:txBody>
          <a:bodyPr wrap="square">
            <a:spAutoFit/>
          </a:bodyPr>
          <a:lstStyle/>
          <a:p>
            <a:r>
              <a:rPr lang="de-DE" sz="3800" b="1" i="0" u="none" strike="noStrike" cap="none" dirty="0">
                <a:solidFill>
                  <a:schemeClr val="dk1"/>
                </a:solidFill>
                <a:latin typeface="Roboto Condensed"/>
                <a:ea typeface="Roboto Condensed"/>
                <a:cs typeface="Roboto Condensed"/>
                <a:sym typeface="Roboto Condensed"/>
              </a:rPr>
              <a:t>Vergebung der Sünden,</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Auferstehung der Toten </a:t>
            </a:r>
            <a:br>
              <a:rPr lang="de-DE" sz="3800" b="1" i="0" u="none" strike="noStrike" cap="none" dirty="0">
                <a:solidFill>
                  <a:schemeClr val="dk1"/>
                </a:solidFill>
                <a:latin typeface="Roboto Condensed"/>
                <a:ea typeface="Roboto Condensed"/>
                <a:cs typeface="Roboto Condensed"/>
                <a:sym typeface="Roboto Condensed"/>
              </a:rPr>
            </a:br>
            <a:r>
              <a:rPr lang="de-DE" sz="3800" b="1" i="0" u="none" strike="noStrike" cap="none" dirty="0">
                <a:solidFill>
                  <a:schemeClr val="dk1"/>
                </a:solidFill>
                <a:latin typeface="Roboto Condensed"/>
                <a:ea typeface="Roboto Condensed"/>
                <a:cs typeface="Roboto Condensed"/>
                <a:sym typeface="Roboto Condensed"/>
              </a:rPr>
              <a:t>und das ewige Leben. Amen.</a:t>
            </a:r>
          </a:p>
        </p:txBody>
      </p:sp>
    </p:spTree>
    <p:extLst>
      <p:ext uri="{BB962C8B-B14F-4D97-AF65-F5344CB8AC3E}">
        <p14:creationId xmlns:p14="http://schemas.microsoft.com/office/powerpoint/2010/main" val="416719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_PENGINJILAN">
    <p:spTree>
      <p:nvGrpSpPr>
        <p:cNvPr id="1" name=""/>
        <p:cNvGrpSpPr/>
        <p:nvPr/>
      </p:nvGrpSpPr>
      <p:grpSpPr>
        <a:xfrm>
          <a:off x="0" y="0"/>
          <a:ext cx="0" cy="0"/>
          <a:chOff x="0" y="0"/>
          <a:chExt cx="0" cy="0"/>
        </a:xfrm>
      </p:grpSpPr>
      <p:sp>
        <p:nvSpPr>
          <p:cNvPr id="7" name="Google Shape;408;p40">
            <a:extLst>
              <a:ext uri="{FF2B5EF4-FFF2-40B4-BE49-F238E27FC236}">
                <a16:creationId xmlns:a16="http://schemas.microsoft.com/office/drawing/2014/main" id="{87FB86D5-32DD-72CF-836B-B2F76685381C}"/>
              </a:ext>
            </a:extLst>
          </p:cNvPr>
          <p:cNvSpPr txBox="1"/>
          <p:nvPr userDrawn="1"/>
        </p:nvSpPr>
        <p:spPr>
          <a:xfrm>
            <a:off x="415650" y="4132073"/>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Penginjilan (biru)</a:t>
            </a:r>
            <a:endParaRPr sz="2667" b="0" i="0" u="none" strike="noStrike" cap="none">
              <a:solidFill>
                <a:srgbClr val="FFFFFF"/>
              </a:solidFill>
              <a:latin typeface="Roboto Condensed"/>
              <a:ea typeface="Roboto Condensed"/>
              <a:cs typeface="Roboto Condensed"/>
              <a:sym typeface="Roboto Condensed"/>
            </a:endParaRPr>
          </a:p>
        </p:txBody>
      </p:sp>
      <p:sp>
        <p:nvSpPr>
          <p:cNvPr id="4" name="TextBox 3">
            <a:extLst>
              <a:ext uri="{FF2B5EF4-FFF2-40B4-BE49-F238E27FC236}">
                <a16:creationId xmlns:a16="http://schemas.microsoft.com/office/drawing/2014/main" id="{0896AE93-89A8-E3C3-5505-619E958DAD4F}"/>
              </a:ext>
            </a:extLst>
          </p:cNvPr>
          <p:cNvSpPr txBox="1"/>
          <p:nvPr userDrawn="1"/>
        </p:nvSpPr>
        <p:spPr>
          <a:xfrm>
            <a:off x="540327" y="3068995"/>
            <a:ext cx="11111346" cy="707886"/>
          </a:xfrm>
          <a:prstGeom prst="rect">
            <a:avLst/>
          </a:prstGeom>
          <a:noFill/>
        </p:spPr>
        <p:txBody>
          <a:bodyPr wrap="square">
            <a:spAutoFit/>
          </a:bodyPr>
          <a:lstStyle/>
          <a:p>
            <a:pPr algn="ct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MRII Hamburg (rot) &amp; </a:t>
            </a:r>
            <a:r>
              <a:rPr kumimoji="0" lang="en-US" sz="4000" b="1" i="0" u="sng" strike="noStrike" kern="0" cap="none" spc="0" normalizeH="0" baseline="0" noProof="0" dirty="0" err="1">
                <a:ln>
                  <a:noFill/>
                </a:ln>
                <a:solidFill>
                  <a:srgbClr val="FFFFFF"/>
                </a:solidFill>
                <a:effectLst/>
                <a:uLnTx/>
                <a:uFillTx/>
                <a:latin typeface="Roboto Condensed"/>
                <a:ea typeface="Roboto Condensed"/>
                <a:cs typeface="Roboto Condensed"/>
                <a:sym typeface="Roboto Condensed"/>
              </a:rPr>
              <a:t>Evangelisation</a:t>
            </a: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 (</a:t>
            </a:r>
            <a:r>
              <a:rPr kumimoji="0" lang="en-US" sz="4000" b="1" i="0" u="sng" strike="noStrike" kern="0" cap="none" spc="0" normalizeH="0" baseline="0" noProof="0" dirty="0" err="1">
                <a:ln>
                  <a:noFill/>
                </a:ln>
                <a:solidFill>
                  <a:srgbClr val="FFFFFF"/>
                </a:solidFill>
                <a:effectLst/>
                <a:uLnTx/>
                <a:uFillTx/>
                <a:latin typeface="Roboto Condensed"/>
                <a:ea typeface="Roboto Condensed"/>
                <a:cs typeface="Roboto Condensed"/>
                <a:sym typeface="Roboto Condensed"/>
              </a:rPr>
              <a:t>blau</a:t>
            </a: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a:t>
            </a:r>
            <a:endParaRPr lang="de-DE" dirty="0"/>
          </a:p>
        </p:txBody>
      </p:sp>
      <p:sp>
        <p:nvSpPr>
          <p:cNvPr id="8" name="TextBox 7">
            <a:extLst>
              <a:ext uri="{FF2B5EF4-FFF2-40B4-BE49-F238E27FC236}">
                <a16:creationId xmlns:a16="http://schemas.microsoft.com/office/drawing/2014/main" id="{0A0060FE-7A8C-F775-ABCC-FF5F1346B7C9}"/>
              </a:ext>
            </a:extLst>
          </p:cNvPr>
          <p:cNvSpPr txBox="1"/>
          <p:nvPr userDrawn="1"/>
        </p:nvSpPr>
        <p:spPr>
          <a:xfrm>
            <a:off x="3048000" y="2395640"/>
            <a:ext cx="6096000" cy="379656"/>
          </a:xfrm>
          <a:prstGeom prst="rect">
            <a:avLst/>
          </a:prstGeom>
          <a:noFill/>
        </p:spPr>
        <p:txBody>
          <a:bodyPr wrap="square">
            <a:spAutoFit/>
          </a:bodyPr>
          <a:lstStyle/>
          <a:p>
            <a:pPr algn="ctr"/>
            <a:r>
              <a:rPr kumimoji="0" lang="en-US" sz="1867" b="0" i="1" u="none" strike="noStrike" kern="0" cap="none" spc="0" normalizeH="0" baseline="0" noProof="0" dirty="0" err="1">
                <a:ln>
                  <a:noFill/>
                </a:ln>
                <a:solidFill>
                  <a:srgbClr val="ADADAD"/>
                </a:solidFill>
                <a:effectLst/>
                <a:uLnTx/>
                <a:uFillTx/>
                <a:latin typeface="Roboto Condensed"/>
                <a:ea typeface="Roboto Condensed"/>
                <a:cs typeface="Roboto Condensed"/>
                <a:sym typeface="Roboto Condensed"/>
              </a:rPr>
              <a:t>Kollekte</a:t>
            </a:r>
            <a:endParaRPr lang="de-DE" dirty="0"/>
          </a:p>
        </p:txBody>
      </p:sp>
    </p:spTree>
    <p:extLst>
      <p:ext uri="{BB962C8B-B14F-4D97-AF65-F5344CB8AC3E}">
        <p14:creationId xmlns:p14="http://schemas.microsoft.com/office/powerpoint/2010/main" val="1529835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_SEKOLAH">
    <p:spTree>
      <p:nvGrpSpPr>
        <p:cNvPr id="1" name=""/>
        <p:cNvGrpSpPr/>
        <p:nvPr/>
      </p:nvGrpSpPr>
      <p:grpSpPr>
        <a:xfrm>
          <a:off x="0" y="0"/>
          <a:ext cx="0" cy="0"/>
          <a:chOff x="0" y="0"/>
          <a:chExt cx="0" cy="0"/>
        </a:xfrm>
      </p:grpSpPr>
      <p:sp>
        <p:nvSpPr>
          <p:cNvPr id="4" name="Google Shape;413;p42">
            <a:extLst>
              <a:ext uri="{FF2B5EF4-FFF2-40B4-BE49-F238E27FC236}">
                <a16:creationId xmlns:a16="http://schemas.microsoft.com/office/drawing/2014/main" id="{F13407FD-FA82-CF2C-B8B5-76E175CB455E}"/>
              </a:ext>
            </a:extLst>
          </p:cNvPr>
          <p:cNvSpPr txBox="1">
            <a:spLocks/>
          </p:cNvSpPr>
          <p:nvPr userDrawn="1"/>
        </p:nvSpPr>
        <p:spPr>
          <a:xfrm>
            <a:off x="212691" y="2789238"/>
            <a:ext cx="11360150" cy="119538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SzPts val="5200"/>
            </a:pPr>
            <a:r>
              <a:rPr lang="de-DE" sz="4000" b="1" u="sng">
                <a:latin typeface="Roboto Condensed"/>
                <a:ea typeface="Roboto Condensed"/>
                <a:cs typeface="Roboto Condensed"/>
                <a:sym typeface="Roboto Condensed"/>
              </a:rPr>
              <a:t>MRII Hamburg (rot) &amp; Theologische Schule (blau)</a:t>
            </a:r>
            <a:endParaRPr lang="de-DE" sz="4800" b="1" u="sng">
              <a:latin typeface="Roboto Condensed"/>
              <a:ea typeface="Roboto Condensed"/>
              <a:cs typeface="Roboto Condensed"/>
              <a:sym typeface="Roboto Condensed"/>
            </a:endParaRPr>
          </a:p>
        </p:txBody>
      </p:sp>
      <p:sp>
        <p:nvSpPr>
          <p:cNvPr id="6" name="Google Shape;415;p42">
            <a:extLst>
              <a:ext uri="{FF2B5EF4-FFF2-40B4-BE49-F238E27FC236}">
                <a16:creationId xmlns:a16="http://schemas.microsoft.com/office/drawing/2014/main" id="{5A2CB274-C3AE-FB9E-CF5C-C6228A810AA2}"/>
              </a:ext>
            </a:extLst>
          </p:cNvPr>
          <p:cNvSpPr txBox="1"/>
          <p:nvPr userDrawn="1"/>
        </p:nvSpPr>
        <p:spPr>
          <a:xfrm>
            <a:off x="212416" y="37971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Sekolah Teologi (biru)</a:t>
            </a:r>
            <a:endParaRPr sz="2667" b="0" i="0" u="none" strike="noStrike" cap="none">
              <a:solidFill>
                <a:srgbClr val="FFFFFF"/>
              </a:solidFill>
              <a:latin typeface="Roboto Condensed"/>
              <a:ea typeface="Roboto Condensed"/>
              <a:cs typeface="Roboto Condensed"/>
              <a:sym typeface="Roboto Condensed"/>
            </a:endParaRPr>
          </a:p>
        </p:txBody>
      </p:sp>
      <p:sp>
        <p:nvSpPr>
          <p:cNvPr id="2" name="TextBox 1">
            <a:extLst>
              <a:ext uri="{FF2B5EF4-FFF2-40B4-BE49-F238E27FC236}">
                <a16:creationId xmlns:a16="http://schemas.microsoft.com/office/drawing/2014/main" id="{0E45BDC8-1B46-315D-7696-90B46EA617F8}"/>
              </a:ext>
            </a:extLst>
          </p:cNvPr>
          <p:cNvSpPr txBox="1"/>
          <p:nvPr userDrawn="1"/>
        </p:nvSpPr>
        <p:spPr>
          <a:xfrm>
            <a:off x="3048000" y="2395640"/>
            <a:ext cx="6096000" cy="379656"/>
          </a:xfrm>
          <a:prstGeom prst="rect">
            <a:avLst/>
          </a:prstGeom>
          <a:noFill/>
        </p:spPr>
        <p:txBody>
          <a:bodyPr wrap="square">
            <a:spAutoFit/>
          </a:bodyPr>
          <a:lstStyle/>
          <a:p>
            <a:pPr algn="ctr"/>
            <a:r>
              <a:rPr kumimoji="0" lang="en-US" sz="1867" b="0" i="1" u="none" strike="noStrike" kern="0" cap="none" spc="0" normalizeH="0" baseline="0" noProof="0" dirty="0" err="1">
                <a:ln>
                  <a:noFill/>
                </a:ln>
                <a:solidFill>
                  <a:srgbClr val="ADADAD"/>
                </a:solidFill>
                <a:effectLst/>
                <a:uLnTx/>
                <a:uFillTx/>
                <a:latin typeface="Roboto Condensed"/>
                <a:ea typeface="Roboto Condensed"/>
                <a:cs typeface="Roboto Condensed"/>
                <a:sym typeface="Roboto Condensed"/>
              </a:rPr>
              <a:t>Kollekte</a:t>
            </a:r>
            <a:endParaRPr lang="de-DE" dirty="0"/>
          </a:p>
        </p:txBody>
      </p:sp>
    </p:spTree>
    <p:extLst>
      <p:ext uri="{BB962C8B-B14F-4D97-AF65-F5344CB8AC3E}">
        <p14:creationId xmlns:p14="http://schemas.microsoft.com/office/powerpoint/2010/main" val="778989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_MANDAT">
    <p:spTree>
      <p:nvGrpSpPr>
        <p:cNvPr id="1" name=""/>
        <p:cNvGrpSpPr/>
        <p:nvPr/>
      </p:nvGrpSpPr>
      <p:grpSpPr>
        <a:xfrm>
          <a:off x="0" y="0"/>
          <a:ext cx="0" cy="0"/>
          <a:chOff x="0" y="0"/>
          <a:chExt cx="0" cy="0"/>
        </a:xfrm>
      </p:grpSpPr>
      <p:sp>
        <p:nvSpPr>
          <p:cNvPr id="4" name="Google Shape;420;p44">
            <a:extLst>
              <a:ext uri="{FF2B5EF4-FFF2-40B4-BE49-F238E27FC236}">
                <a16:creationId xmlns:a16="http://schemas.microsoft.com/office/drawing/2014/main" id="{1DA032EB-F898-9535-7567-66BB02205987}"/>
              </a:ext>
            </a:extLst>
          </p:cNvPr>
          <p:cNvSpPr txBox="1">
            <a:spLocks/>
          </p:cNvSpPr>
          <p:nvPr userDrawn="1"/>
        </p:nvSpPr>
        <p:spPr>
          <a:xfrm>
            <a:off x="334030" y="2789238"/>
            <a:ext cx="11360150" cy="119538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SzPts val="5200"/>
            </a:pPr>
            <a:r>
              <a:rPr lang="nn-NO" sz="4000" b="1" u="sng">
                <a:latin typeface="Roboto Condensed"/>
                <a:ea typeface="Roboto Condensed"/>
                <a:cs typeface="Roboto Condensed"/>
                <a:sym typeface="Roboto Condensed"/>
              </a:rPr>
              <a:t>MRII Hamburg (rot) &amp; Kulturelle Mandate (blau)</a:t>
            </a:r>
            <a:endParaRPr lang="nn-NO" sz="4800" b="1" u="sng">
              <a:latin typeface="Roboto Condensed"/>
              <a:ea typeface="Roboto Condensed"/>
              <a:cs typeface="Roboto Condensed"/>
              <a:sym typeface="Roboto Condensed"/>
            </a:endParaRPr>
          </a:p>
        </p:txBody>
      </p:sp>
      <p:sp>
        <p:nvSpPr>
          <p:cNvPr id="6" name="Google Shape;422;p44">
            <a:extLst>
              <a:ext uri="{FF2B5EF4-FFF2-40B4-BE49-F238E27FC236}">
                <a16:creationId xmlns:a16="http://schemas.microsoft.com/office/drawing/2014/main" id="{0ECC02AD-1FDC-1D75-598B-42DA374B67B7}"/>
              </a:ext>
            </a:extLst>
          </p:cNvPr>
          <p:cNvSpPr txBox="1"/>
          <p:nvPr userDrawn="1"/>
        </p:nvSpPr>
        <p:spPr>
          <a:xfrm>
            <a:off x="333755" y="37971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Mandat Budaya (biru)</a:t>
            </a:r>
            <a:endParaRPr sz="2667" b="0" i="0" u="none" strike="noStrike" cap="none">
              <a:solidFill>
                <a:srgbClr val="FFFFFF"/>
              </a:solidFill>
              <a:latin typeface="Roboto Condensed"/>
              <a:ea typeface="Roboto Condensed"/>
              <a:cs typeface="Roboto Condensed"/>
              <a:sym typeface="Roboto Condensed"/>
            </a:endParaRPr>
          </a:p>
        </p:txBody>
      </p:sp>
      <p:sp>
        <p:nvSpPr>
          <p:cNvPr id="2" name="TextBox 1">
            <a:extLst>
              <a:ext uri="{FF2B5EF4-FFF2-40B4-BE49-F238E27FC236}">
                <a16:creationId xmlns:a16="http://schemas.microsoft.com/office/drawing/2014/main" id="{1565898D-20AD-64F3-C280-265D148523E0}"/>
              </a:ext>
            </a:extLst>
          </p:cNvPr>
          <p:cNvSpPr txBox="1"/>
          <p:nvPr userDrawn="1"/>
        </p:nvSpPr>
        <p:spPr>
          <a:xfrm>
            <a:off x="3048000" y="2395640"/>
            <a:ext cx="6096000" cy="379656"/>
          </a:xfrm>
          <a:prstGeom prst="rect">
            <a:avLst/>
          </a:prstGeom>
          <a:noFill/>
        </p:spPr>
        <p:txBody>
          <a:bodyPr wrap="square">
            <a:spAutoFit/>
          </a:bodyPr>
          <a:lstStyle/>
          <a:p>
            <a:pPr algn="ctr"/>
            <a:r>
              <a:rPr kumimoji="0" lang="en-US" sz="1867" b="0" i="1" u="none" strike="noStrike" kern="0" cap="none" spc="0" normalizeH="0" baseline="0" noProof="0" dirty="0" err="1">
                <a:ln>
                  <a:noFill/>
                </a:ln>
                <a:solidFill>
                  <a:srgbClr val="ADADAD"/>
                </a:solidFill>
                <a:effectLst/>
                <a:uLnTx/>
                <a:uFillTx/>
                <a:latin typeface="Roboto Condensed"/>
                <a:ea typeface="Roboto Condensed"/>
                <a:cs typeface="Roboto Condensed"/>
                <a:sym typeface="Roboto Condensed"/>
              </a:rPr>
              <a:t>Kollekte</a:t>
            </a:r>
            <a:endParaRPr lang="de-DE" dirty="0"/>
          </a:p>
        </p:txBody>
      </p:sp>
    </p:spTree>
    <p:extLst>
      <p:ext uri="{BB962C8B-B14F-4D97-AF65-F5344CB8AC3E}">
        <p14:creationId xmlns:p14="http://schemas.microsoft.com/office/powerpoint/2010/main" val="37340217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_PEMBANGUNAN">
    <p:spTree>
      <p:nvGrpSpPr>
        <p:cNvPr id="1" name=""/>
        <p:cNvGrpSpPr/>
        <p:nvPr/>
      </p:nvGrpSpPr>
      <p:grpSpPr>
        <a:xfrm>
          <a:off x="0" y="0"/>
          <a:ext cx="0" cy="0"/>
          <a:chOff x="0" y="0"/>
          <a:chExt cx="0" cy="0"/>
        </a:xfrm>
      </p:grpSpPr>
      <p:sp>
        <p:nvSpPr>
          <p:cNvPr id="7" name="Google Shape;429;p45">
            <a:extLst>
              <a:ext uri="{FF2B5EF4-FFF2-40B4-BE49-F238E27FC236}">
                <a16:creationId xmlns:a16="http://schemas.microsoft.com/office/drawing/2014/main" id="{97A8C1C8-5736-E2AF-22DD-478AA7FAF5E9}"/>
              </a:ext>
            </a:extLst>
          </p:cNvPr>
          <p:cNvSpPr txBox="1"/>
          <p:nvPr userDrawn="1"/>
        </p:nvSpPr>
        <p:spPr>
          <a:xfrm>
            <a:off x="415658" y="37832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dirty="0">
                <a:solidFill>
                  <a:srgbClr val="FFFFFF"/>
                </a:solidFill>
                <a:latin typeface="Roboto Condensed"/>
                <a:ea typeface="Roboto Condensed"/>
                <a:cs typeface="Roboto Condensed"/>
                <a:sym typeface="Roboto Condensed"/>
              </a:rPr>
              <a:t>MRII Hamburg (</a:t>
            </a:r>
            <a:r>
              <a:rPr lang="en-US" sz="2667" b="0" i="0" u="none" strike="noStrike" cap="none" dirty="0" err="1">
                <a:solidFill>
                  <a:srgbClr val="FFFFFF"/>
                </a:solidFill>
                <a:latin typeface="Roboto Condensed"/>
                <a:ea typeface="Roboto Condensed"/>
                <a:cs typeface="Roboto Condensed"/>
                <a:sym typeface="Roboto Condensed"/>
              </a:rPr>
              <a:t>merah</a:t>
            </a:r>
            <a:r>
              <a:rPr lang="en-US" sz="2667" b="0" i="0" u="none" strike="noStrike" cap="none" dirty="0">
                <a:solidFill>
                  <a:srgbClr val="FFFFFF"/>
                </a:solidFill>
                <a:latin typeface="Roboto Condensed"/>
                <a:ea typeface="Roboto Condensed"/>
                <a:cs typeface="Roboto Condensed"/>
                <a:sym typeface="Roboto Condensed"/>
              </a:rPr>
              <a:t>) &amp; Pembangunan Gedung </a:t>
            </a:r>
            <a:r>
              <a:rPr lang="en-US" sz="2667" b="0" i="0" u="none" strike="noStrike" cap="none" dirty="0" err="1">
                <a:solidFill>
                  <a:srgbClr val="FFFFFF"/>
                </a:solidFill>
                <a:latin typeface="Roboto Condensed"/>
                <a:ea typeface="Roboto Condensed"/>
                <a:cs typeface="Roboto Condensed"/>
                <a:sym typeface="Roboto Condensed"/>
              </a:rPr>
              <a:t>Gereja</a:t>
            </a:r>
            <a:r>
              <a:rPr lang="en-US" sz="2667" b="0" i="0" u="none" strike="noStrike" cap="none" dirty="0">
                <a:solidFill>
                  <a:srgbClr val="FFFFFF"/>
                </a:solidFill>
                <a:latin typeface="Roboto Condensed"/>
                <a:ea typeface="Roboto Condensed"/>
                <a:cs typeface="Roboto Condensed"/>
                <a:sym typeface="Roboto Condensed"/>
              </a:rPr>
              <a:t> (</a:t>
            </a:r>
            <a:r>
              <a:rPr lang="en-US" sz="2667" b="0" i="0" u="none" strike="noStrike" cap="none" dirty="0" err="1">
                <a:solidFill>
                  <a:srgbClr val="FFFFFF"/>
                </a:solidFill>
                <a:latin typeface="Roboto Condensed"/>
                <a:ea typeface="Roboto Condensed"/>
                <a:cs typeface="Roboto Condensed"/>
                <a:sym typeface="Roboto Condensed"/>
              </a:rPr>
              <a:t>biru</a:t>
            </a:r>
            <a:r>
              <a:rPr lang="en-US" sz="2667" b="0" i="0" u="none" strike="noStrike" cap="none" dirty="0">
                <a:solidFill>
                  <a:srgbClr val="FFFFFF"/>
                </a:solidFill>
                <a:latin typeface="Roboto Condensed"/>
                <a:ea typeface="Roboto Condensed"/>
                <a:cs typeface="Roboto Condensed"/>
                <a:sym typeface="Roboto Condensed"/>
              </a:rPr>
              <a:t>)</a:t>
            </a:r>
            <a:endParaRPr sz="2667" b="0" i="0" u="none" strike="noStrike" cap="none" dirty="0">
              <a:solidFill>
                <a:srgbClr val="FFFFFF"/>
              </a:solidFill>
              <a:latin typeface="Roboto Condensed"/>
              <a:ea typeface="Roboto Condensed"/>
              <a:cs typeface="Roboto Condensed"/>
              <a:sym typeface="Roboto Condensed"/>
            </a:endParaRPr>
          </a:p>
        </p:txBody>
      </p:sp>
      <p:sp>
        <p:nvSpPr>
          <p:cNvPr id="4" name="TextBox 3">
            <a:extLst>
              <a:ext uri="{FF2B5EF4-FFF2-40B4-BE49-F238E27FC236}">
                <a16:creationId xmlns:a16="http://schemas.microsoft.com/office/drawing/2014/main" id="{B9ECCAB4-A5FA-944B-B8D3-D0CEB252C1F0}"/>
              </a:ext>
            </a:extLst>
          </p:cNvPr>
          <p:cNvSpPr txBox="1"/>
          <p:nvPr userDrawn="1"/>
        </p:nvSpPr>
        <p:spPr>
          <a:xfrm>
            <a:off x="3048000" y="2395640"/>
            <a:ext cx="6096000" cy="379656"/>
          </a:xfrm>
          <a:prstGeom prst="rect">
            <a:avLst/>
          </a:prstGeom>
          <a:noFill/>
        </p:spPr>
        <p:txBody>
          <a:bodyPr wrap="square">
            <a:spAutoFit/>
          </a:bodyPr>
          <a:lstStyle/>
          <a:p>
            <a:pPr algn="ctr"/>
            <a:r>
              <a:rPr kumimoji="0" lang="en-US" sz="1867" b="0" i="1" u="none" strike="noStrike" kern="0" cap="none" spc="0" normalizeH="0" baseline="0" noProof="0" dirty="0" err="1">
                <a:ln>
                  <a:noFill/>
                </a:ln>
                <a:solidFill>
                  <a:srgbClr val="ADADAD"/>
                </a:solidFill>
                <a:effectLst/>
                <a:uLnTx/>
                <a:uFillTx/>
                <a:latin typeface="Roboto Condensed"/>
                <a:ea typeface="Roboto Condensed"/>
                <a:cs typeface="Roboto Condensed"/>
                <a:sym typeface="Roboto Condensed"/>
              </a:rPr>
              <a:t>Kollekte</a:t>
            </a:r>
            <a:endParaRPr lang="de-DE" dirty="0"/>
          </a:p>
        </p:txBody>
      </p:sp>
      <p:sp>
        <p:nvSpPr>
          <p:cNvPr id="9" name="TextBox 8">
            <a:extLst>
              <a:ext uri="{FF2B5EF4-FFF2-40B4-BE49-F238E27FC236}">
                <a16:creationId xmlns:a16="http://schemas.microsoft.com/office/drawing/2014/main" id="{677D02A6-D1AA-A9E5-D493-45BD963A76D2}"/>
              </a:ext>
            </a:extLst>
          </p:cNvPr>
          <p:cNvSpPr txBox="1"/>
          <p:nvPr userDrawn="1"/>
        </p:nvSpPr>
        <p:spPr>
          <a:xfrm>
            <a:off x="877454" y="3075057"/>
            <a:ext cx="10437092" cy="707886"/>
          </a:xfrm>
          <a:prstGeom prst="rect">
            <a:avLst/>
          </a:prstGeom>
          <a:noFill/>
        </p:spPr>
        <p:txBody>
          <a:bodyPr wrap="square">
            <a:spAutoFit/>
          </a:bodyPr>
          <a:lstStyle/>
          <a:p>
            <a:pPr algn="ct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MRII Hamburg (rot) &amp; </a:t>
            </a:r>
            <a:r>
              <a:rPr kumimoji="0" lang="en-US" sz="4000" b="1" i="0" u="sng" strike="noStrike" kern="0" cap="none" spc="0" normalizeH="0" baseline="0" noProof="0" dirty="0" err="1">
                <a:ln>
                  <a:noFill/>
                </a:ln>
                <a:solidFill>
                  <a:srgbClr val="FFFFFF"/>
                </a:solidFill>
                <a:effectLst/>
                <a:uLnTx/>
                <a:uFillTx/>
                <a:latin typeface="Roboto Condensed"/>
                <a:ea typeface="Roboto Condensed"/>
                <a:cs typeface="Roboto Condensed"/>
                <a:sym typeface="Roboto Condensed"/>
              </a:rPr>
              <a:t>Kirchengebäude</a:t>
            </a: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a:t>
            </a:r>
            <a:r>
              <a:rPr kumimoji="0" lang="en-US" sz="4000" b="1" i="0" u="sng" strike="noStrike" kern="0" cap="none" spc="0" normalizeH="0" baseline="0" noProof="0" dirty="0" err="1">
                <a:ln>
                  <a:noFill/>
                </a:ln>
                <a:solidFill>
                  <a:srgbClr val="FFFFFF"/>
                </a:solidFill>
                <a:effectLst/>
                <a:uLnTx/>
                <a:uFillTx/>
                <a:latin typeface="Roboto Condensed"/>
                <a:ea typeface="Roboto Condensed"/>
                <a:cs typeface="Roboto Condensed"/>
                <a:sym typeface="Roboto Condensed"/>
              </a:rPr>
              <a:t>blau</a:t>
            </a: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a:t>
            </a:r>
            <a:endParaRPr lang="de-DE" dirty="0"/>
          </a:p>
        </p:txBody>
      </p:sp>
    </p:spTree>
    <p:extLst>
      <p:ext uri="{BB962C8B-B14F-4D97-AF65-F5344CB8AC3E}">
        <p14:creationId xmlns:p14="http://schemas.microsoft.com/office/powerpoint/2010/main" val="1778853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_DIAKONIA">
    <p:spTree>
      <p:nvGrpSpPr>
        <p:cNvPr id="1" name=""/>
        <p:cNvGrpSpPr/>
        <p:nvPr/>
      </p:nvGrpSpPr>
      <p:grpSpPr>
        <a:xfrm>
          <a:off x="0" y="0"/>
          <a:ext cx="0" cy="0"/>
          <a:chOff x="0" y="0"/>
          <a:chExt cx="0" cy="0"/>
        </a:xfrm>
      </p:grpSpPr>
      <p:sp>
        <p:nvSpPr>
          <p:cNvPr id="6" name="Google Shape;436;p46">
            <a:extLst>
              <a:ext uri="{FF2B5EF4-FFF2-40B4-BE49-F238E27FC236}">
                <a16:creationId xmlns:a16="http://schemas.microsoft.com/office/drawing/2014/main" id="{94E7028D-0D5E-467D-866B-43030379D653}"/>
              </a:ext>
            </a:extLst>
          </p:cNvPr>
          <p:cNvSpPr txBox="1"/>
          <p:nvPr userDrawn="1"/>
        </p:nvSpPr>
        <p:spPr>
          <a:xfrm>
            <a:off x="212416" y="37971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Diakonia (biru)</a:t>
            </a:r>
            <a:endParaRPr sz="2667" b="0" i="0" u="none" strike="noStrike" cap="none">
              <a:solidFill>
                <a:srgbClr val="FFFFFF"/>
              </a:solidFill>
              <a:latin typeface="Roboto Condensed"/>
              <a:ea typeface="Roboto Condensed"/>
              <a:cs typeface="Roboto Condensed"/>
              <a:sym typeface="Roboto Condensed"/>
            </a:endParaRPr>
          </a:p>
        </p:txBody>
      </p:sp>
      <p:sp>
        <p:nvSpPr>
          <p:cNvPr id="2" name="TextBox 1">
            <a:extLst>
              <a:ext uri="{FF2B5EF4-FFF2-40B4-BE49-F238E27FC236}">
                <a16:creationId xmlns:a16="http://schemas.microsoft.com/office/drawing/2014/main" id="{C1E54573-A059-9466-99A7-04D6BDA2F233}"/>
              </a:ext>
            </a:extLst>
          </p:cNvPr>
          <p:cNvSpPr txBox="1"/>
          <p:nvPr userDrawn="1"/>
        </p:nvSpPr>
        <p:spPr>
          <a:xfrm>
            <a:off x="3048000" y="2395640"/>
            <a:ext cx="6096000" cy="379656"/>
          </a:xfrm>
          <a:prstGeom prst="rect">
            <a:avLst/>
          </a:prstGeom>
          <a:noFill/>
        </p:spPr>
        <p:txBody>
          <a:bodyPr wrap="square">
            <a:spAutoFit/>
          </a:bodyPr>
          <a:lstStyle/>
          <a:p>
            <a:pPr algn="ctr"/>
            <a:r>
              <a:rPr kumimoji="0" lang="en-US" sz="1867" b="0" i="1" u="none" strike="noStrike" kern="0" cap="none" spc="0" normalizeH="0" baseline="0" noProof="0" dirty="0" err="1">
                <a:ln>
                  <a:noFill/>
                </a:ln>
                <a:solidFill>
                  <a:srgbClr val="ADADAD"/>
                </a:solidFill>
                <a:effectLst/>
                <a:uLnTx/>
                <a:uFillTx/>
                <a:latin typeface="Roboto Condensed"/>
                <a:ea typeface="Roboto Condensed"/>
                <a:cs typeface="Roboto Condensed"/>
                <a:sym typeface="Roboto Condensed"/>
              </a:rPr>
              <a:t>Kollekte</a:t>
            </a:r>
            <a:endParaRPr lang="de-DE" dirty="0"/>
          </a:p>
        </p:txBody>
      </p:sp>
      <p:sp>
        <p:nvSpPr>
          <p:cNvPr id="7" name="TextBox 6">
            <a:extLst>
              <a:ext uri="{FF2B5EF4-FFF2-40B4-BE49-F238E27FC236}">
                <a16:creationId xmlns:a16="http://schemas.microsoft.com/office/drawing/2014/main" id="{A9492213-D06A-A1DD-8EAB-0CF46ED58A54}"/>
              </a:ext>
            </a:extLst>
          </p:cNvPr>
          <p:cNvSpPr txBox="1"/>
          <p:nvPr userDrawn="1"/>
        </p:nvSpPr>
        <p:spPr>
          <a:xfrm>
            <a:off x="1311564" y="3084293"/>
            <a:ext cx="9568873" cy="707886"/>
          </a:xfrm>
          <a:prstGeom prst="rect">
            <a:avLst/>
          </a:prstGeom>
          <a:noFill/>
        </p:spPr>
        <p:txBody>
          <a:bodyPr wrap="square">
            <a:spAutoFit/>
          </a:bodyPr>
          <a:lstStyle/>
          <a:p>
            <a:pPr algn="ct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MRII Hamburg (rot) &amp; </a:t>
            </a:r>
            <a:r>
              <a:rPr kumimoji="0" lang="en-US" sz="4000" b="1" i="0" u="sng" strike="noStrike" kern="0" cap="none" spc="0" normalizeH="0" baseline="0" noProof="0" dirty="0" err="1">
                <a:ln>
                  <a:noFill/>
                </a:ln>
                <a:solidFill>
                  <a:srgbClr val="FFFFFF"/>
                </a:solidFill>
                <a:effectLst/>
                <a:uLnTx/>
                <a:uFillTx/>
                <a:latin typeface="Roboto Condensed"/>
                <a:ea typeface="Roboto Condensed"/>
                <a:cs typeface="Roboto Condensed"/>
                <a:sym typeface="Roboto Condensed"/>
              </a:rPr>
              <a:t>Diakonie</a:t>
            </a: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 (</a:t>
            </a:r>
            <a:r>
              <a:rPr kumimoji="0" lang="en-US" sz="4000" b="1" i="0" u="sng" strike="noStrike" kern="0" cap="none" spc="0" normalizeH="0" baseline="0" noProof="0" dirty="0" err="1">
                <a:ln>
                  <a:noFill/>
                </a:ln>
                <a:solidFill>
                  <a:srgbClr val="FFFFFF"/>
                </a:solidFill>
                <a:effectLst/>
                <a:uLnTx/>
                <a:uFillTx/>
                <a:latin typeface="Roboto Condensed"/>
                <a:ea typeface="Roboto Condensed"/>
                <a:cs typeface="Roboto Condensed"/>
                <a:sym typeface="Roboto Condensed"/>
              </a:rPr>
              <a:t>blau</a:t>
            </a:r>
            <a:r>
              <a:rPr kumimoji="0" lang="en-US" sz="4000" b="1" i="0" u="sng"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a:t>
            </a:r>
            <a:endParaRPr lang="de-DE" dirty="0"/>
          </a:p>
        </p:txBody>
      </p:sp>
    </p:spTree>
    <p:extLst>
      <p:ext uri="{BB962C8B-B14F-4D97-AF65-F5344CB8AC3E}">
        <p14:creationId xmlns:p14="http://schemas.microsoft.com/office/powerpoint/2010/main" val="3955922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_DOXOLOG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543C5-98D6-87AA-F92C-0BF2349EC4FF}"/>
              </a:ext>
            </a:extLst>
          </p:cNvPr>
          <p:cNvSpPr>
            <a:spLocks noGrp="1"/>
          </p:cNvSpPr>
          <p:nvPr>
            <p:ph type="title"/>
          </p:nvPr>
        </p:nvSpPr>
        <p:spPr/>
        <p:txBody>
          <a:bodyPr/>
          <a:lstStyle/>
          <a:p>
            <a:r>
              <a:rPr lang="en-US"/>
              <a:t>Click to edit Master title style</a:t>
            </a:r>
            <a:endParaRPr lang="de-DE"/>
          </a:p>
        </p:txBody>
      </p:sp>
      <p:sp>
        <p:nvSpPr>
          <p:cNvPr id="3" name="Slide Number Placeholder 2">
            <a:extLst>
              <a:ext uri="{FF2B5EF4-FFF2-40B4-BE49-F238E27FC236}">
                <a16:creationId xmlns:a16="http://schemas.microsoft.com/office/drawing/2014/main" id="{CEBB34E5-D037-83E2-5D8A-C6E5ADB73A6A}"/>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4" name="Picture 3" descr="A black background with white text&#10;&#10;Description automatically generated">
            <a:extLst>
              <a:ext uri="{FF2B5EF4-FFF2-40B4-BE49-F238E27FC236}">
                <a16:creationId xmlns:a16="http://schemas.microsoft.com/office/drawing/2014/main" id="{04D7238E-834E-DFBE-E96A-DCEDEB9609E6}"/>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073799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OXOLOG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63615-D61C-767F-3EB6-44297A305310}"/>
              </a:ext>
            </a:extLst>
          </p:cNvPr>
          <p:cNvSpPr>
            <a:spLocks noGrp="1"/>
          </p:cNvSpPr>
          <p:nvPr>
            <p:ph type="title"/>
          </p:nvPr>
        </p:nvSpPr>
        <p:spPr/>
        <p:txBody>
          <a:bodyPr/>
          <a:lstStyle/>
          <a:p>
            <a:r>
              <a:rPr lang="en-US"/>
              <a:t>Click to edit Master title style</a:t>
            </a:r>
            <a:endParaRPr lang="de-DE"/>
          </a:p>
        </p:txBody>
      </p:sp>
      <p:sp>
        <p:nvSpPr>
          <p:cNvPr id="3" name="Slide Number Placeholder 2">
            <a:extLst>
              <a:ext uri="{FF2B5EF4-FFF2-40B4-BE49-F238E27FC236}">
                <a16:creationId xmlns:a16="http://schemas.microsoft.com/office/drawing/2014/main" id="{B350D969-5511-A3D7-4E20-1C5E83064573}"/>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4" name="Picture 3" descr="A close-up of a computer screen&#10;&#10;Description automatically generated">
            <a:extLst>
              <a:ext uri="{FF2B5EF4-FFF2-40B4-BE49-F238E27FC236}">
                <a16:creationId xmlns:a16="http://schemas.microsoft.com/office/drawing/2014/main" id="{42E7A4ED-6C93-434A-A0EA-99F149EE6102}"/>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275573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DOXOLOG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6C2EA-8572-53B9-B6AD-14C362E96537}"/>
              </a:ext>
            </a:extLst>
          </p:cNvPr>
          <p:cNvSpPr>
            <a:spLocks noGrp="1"/>
          </p:cNvSpPr>
          <p:nvPr>
            <p:ph type="title"/>
          </p:nvPr>
        </p:nvSpPr>
        <p:spPr/>
        <p:txBody>
          <a:bodyPr/>
          <a:lstStyle/>
          <a:p>
            <a:r>
              <a:rPr lang="en-US"/>
              <a:t>Click to edit Master title style</a:t>
            </a:r>
            <a:endParaRPr lang="de-DE"/>
          </a:p>
        </p:txBody>
      </p:sp>
      <p:sp>
        <p:nvSpPr>
          <p:cNvPr id="3" name="Slide Number Placeholder 2">
            <a:extLst>
              <a:ext uri="{FF2B5EF4-FFF2-40B4-BE49-F238E27FC236}">
                <a16:creationId xmlns:a16="http://schemas.microsoft.com/office/drawing/2014/main" id="{389FD34C-68F1-B43D-3518-C97518BF6343}"/>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4" name="Picture 3" descr="A close-up of a black background&#10;&#10;Description automatically generated">
            <a:extLst>
              <a:ext uri="{FF2B5EF4-FFF2-40B4-BE49-F238E27FC236}">
                <a16:creationId xmlns:a16="http://schemas.microsoft.com/office/drawing/2014/main" id="{37CFD331-FA04-FCA7-6477-ED70D5ADD63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202085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DOXOLOG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705D3-000D-A747-4BE8-6A4098074C36}"/>
              </a:ext>
            </a:extLst>
          </p:cNvPr>
          <p:cNvSpPr>
            <a:spLocks noGrp="1"/>
          </p:cNvSpPr>
          <p:nvPr>
            <p:ph type="title"/>
          </p:nvPr>
        </p:nvSpPr>
        <p:spPr/>
        <p:txBody>
          <a:bodyPr/>
          <a:lstStyle/>
          <a:p>
            <a:r>
              <a:rPr lang="en-US"/>
              <a:t>Click to edit Master title style</a:t>
            </a:r>
            <a:endParaRPr lang="de-DE"/>
          </a:p>
        </p:txBody>
      </p:sp>
      <p:sp>
        <p:nvSpPr>
          <p:cNvPr id="3" name="Slide Number Placeholder 2">
            <a:extLst>
              <a:ext uri="{FF2B5EF4-FFF2-40B4-BE49-F238E27FC236}">
                <a16:creationId xmlns:a16="http://schemas.microsoft.com/office/drawing/2014/main" id="{3A90F3DB-7856-0647-2AD8-367DAB06A41C}"/>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4" name="Google Shape;539;p83" descr="Diagram&#10;&#10;Description automatically generated">
            <a:extLst>
              <a:ext uri="{FF2B5EF4-FFF2-40B4-BE49-F238E27FC236}">
                <a16:creationId xmlns:a16="http://schemas.microsoft.com/office/drawing/2014/main" id="{B864D24E-3491-C15E-143F-C2E0987CFC04}"/>
              </a:ext>
            </a:extLst>
          </p:cNvPr>
          <p:cNvPicPr preferRelativeResize="0"/>
          <p:nvPr userDrawn="1"/>
        </p:nvPicPr>
        <p:blipFill rotWithShape="1">
          <a:blip r:embed="rId2">
            <a:alphaModFix/>
          </a:blip>
          <a:src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7894607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ARTA_0">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5893542-C173-D283-60F0-78B3311E64FE}"/>
              </a:ext>
            </a:extLst>
          </p:cNvPr>
          <p:cNvSpPr txBox="1"/>
          <p:nvPr userDrawn="1"/>
        </p:nvSpPr>
        <p:spPr>
          <a:xfrm>
            <a:off x="3047987" y="2598003"/>
            <a:ext cx="6096000" cy="830997"/>
          </a:xfrm>
          <a:prstGeom prst="rect">
            <a:avLst/>
          </a:prstGeom>
          <a:noFill/>
        </p:spPr>
        <p:txBody>
          <a:bodyPr wrap="square">
            <a:spAutoFit/>
          </a:bodyPr>
          <a:lstStyle/>
          <a:p>
            <a:pPr algn="ctr"/>
            <a:r>
              <a:rPr kumimoji="0" lang="en-US" sz="4800" b="1" i="0" u="sng" strike="noStrike" kern="0" cap="none" spc="0" normalizeH="0" baseline="0" noProof="0" dirty="0" err="1">
                <a:ln>
                  <a:noFill/>
                </a:ln>
                <a:solidFill>
                  <a:srgbClr val="FFFFFF"/>
                </a:solidFill>
                <a:effectLst/>
                <a:uLnTx/>
                <a:uFillTx/>
                <a:latin typeface="Roboto Condensed"/>
                <a:ea typeface="Roboto Condensed"/>
                <a:cs typeface="Roboto Condensed"/>
                <a:sym typeface="Roboto Condensed"/>
              </a:rPr>
              <a:t>Bekanntmachung</a:t>
            </a:r>
            <a:endParaRPr lang="de-DE" dirty="0"/>
          </a:p>
        </p:txBody>
      </p:sp>
      <p:sp>
        <p:nvSpPr>
          <p:cNvPr id="10" name="TextBox 9">
            <a:extLst>
              <a:ext uri="{FF2B5EF4-FFF2-40B4-BE49-F238E27FC236}">
                <a16:creationId xmlns:a16="http://schemas.microsoft.com/office/drawing/2014/main" id="{DFEB4856-D749-EC0C-7B37-F75D44C6B67C}"/>
              </a:ext>
            </a:extLst>
          </p:cNvPr>
          <p:cNvSpPr txBox="1"/>
          <p:nvPr userDrawn="1"/>
        </p:nvSpPr>
        <p:spPr>
          <a:xfrm>
            <a:off x="3047987" y="3772640"/>
            <a:ext cx="6096000" cy="502766"/>
          </a:xfrm>
          <a:prstGeom prst="rect">
            <a:avLst/>
          </a:prstGeom>
          <a:noFill/>
        </p:spPr>
        <p:txBody>
          <a:bodyPr wrap="square">
            <a:spAutoFit/>
          </a:bodyPr>
          <a:lstStyle/>
          <a:p>
            <a:pPr algn="ctr"/>
            <a:r>
              <a:rPr kumimoji="0" lang="en-US" sz="2667" b="0" i="1" u="none" strike="noStrike" kern="0" cap="none" spc="0" normalizeH="0" baseline="0" noProof="0" dirty="0">
                <a:ln>
                  <a:noFill/>
                </a:ln>
                <a:solidFill>
                  <a:srgbClr val="FFFFFF"/>
                </a:solidFill>
                <a:effectLst/>
                <a:uLnTx/>
                <a:uFillTx/>
                <a:latin typeface="Roboto Condensed"/>
                <a:ea typeface="Roboto Condensed"/>
                <a:cs typeface="Roboto Condensed"/>
                <a:sym typeface="Roboto Condensed"/>
              </a:rPr>
              <a:t>Warta </a:t>
            </a:r>
            <a:r>
              <a:rPr kumimoji="0" lang="en-US" sz="2667" b="0" i="1" u="none" strike="noStrike" kern="0" cap="none" spc="0" normalizeH="0" baseline="0" noProof="0" dirty="0" err="1">
                <a:ln>
                  <a:noFill/>
                </a:ln>
                <a:solidFill>
                  <a:srgbClr val="FFFFFF"/>
                </a:solidFill>
                <a:effectLst/>
                <a:uLnTx/>
                <a:uFillTx/>
                <a:latin typeface="Roboto Condensed"/>
                <a:ea typeface="Roboto Condensed"/>
                <a:cs typeface="Roboto Condensed"/>
                <a:sym typeface="Roboto Condensed"/>
              </a:rPr>
              <a:t>Jemaat</a:t>
            </a:r>
            <a:endParaRPr lang="de-DE" dirty="0"/>
          </a:p>
        </p:txBody>
      </p:sp>
    </p:spTree>
    <p:extLst>
      <p:ext uri="{BB962C8B-B14F-4D97-AF65-F5344CB8AC3E}">
        <p14:creationId xmlns:p14="http://schemas.microsoft.com/office/powerpoint/2010/main" val="31264438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WARTA_1">
    <p:spTree>
      <p:nvGrpSpPr>
        <p:cNvPr id="1" name=""/>
        <p:cNvGrpSpPr/>
        <p:nvPr/>
      </p:nvGrpSpPr>
      <p:grpSpPr>
        <a:xfrm>
          <a:off x="0" y="0"/>
          <a:ext cx="0" cy="0"/>
          <a:chOff x="0" y="0"/>
          <a:chExt cx="0" cy="0"/>
        </a:xfrm>
      </p:grpSpPr>
      <p:pic>
        <p:nvPicPr>
          <p:cNvPr id="2" name="Google Shape;553;p56">
            <a:extLst>
              <a:ext uri="{FF2B5EF4-FFF2-40B4-BE49-F238E27FC236}">
                <a16:creationId xmlns:a16="http://schemas.microsoft.com/office/drawing/2014/main" id="{0AE1DAC5-5574-99B2-B716-90789A8A8EC5}"/>
              </a:ext>
            </a:extLst>
          </p:cNvPr>
          <p:cNvPicPr preferRelativeResize="0"/>
          <p:nvPr userDrawn="1"/>
        </p:nvPicPr>
        <p:blipFill rotWithShape="1">
          <a:blip r:embed="rId2">
            <a:alphaModFix/>
          </a:blip>
          <a:srcRect/>
          <a:stretch/>
        </p:blipFill>
        <p:spPr>
          <a:xfrm>
            <a:off x="1364770" y="0"/>
            <a:ext cx="9462459" cy="6858000"/>
          </a:xfrm>
          <a:prstGeom prst="rect">
            <a:avLst/>
          </a:prstGeom>
          <a:noFill/>
          <a:ln>
            <a:noFill/>
          </a:ln>
        </p:spPr>
      </p:pic>
    </p:spTree>
    <p:extLst>
      <p:ext uri="{BB962C8B-B14F-4D97-AF65-F5344CB8AC3E}">
        <p14:creationId xmlns:p14="http://schemas.microsoft.com/office/powerpoint/2010/main" val="11686638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ARTA_2">
    <p:spTree>
      <p:nvGrpSpPr>
        <p:cNvPr id="1" name=""/>
        <p:cNvGrpSpPr/>
        <p:nvPr/>
      </p:nvGrpSpPr>
      <p:grpSpPr>
        <a:xfrm>
          <a:off x="0" y="0"/>
          <a:ext cx="0" cy="0"/>
          <a:chOff x="0" y="0"/>
          <a:chExt cx="0" cy="0"/>
        </a:xfrm>
      </p:grpSpPr>
      <p:pic>
        <p:nvPicPr>
          <p:cNvPr id="3" name="Google Shape;558;p51" descr="aaron-burden-UIib0bAvWfs-unsplash.jpg">
            <a:extLst>
              <a:ext uri="{FF2B5EF4-FFF2-40B4-BE49-F238E27FC236}">
                <a16:creationId xmlns:a16="http://schemas.microsoft.com/office/drawing/2014/main" id="{5F514B6A-C30B-C5F5-4F94-892F4564F5F0}"/>
              </a:ext>
            </a:extLst>
          </p:cNvPr>
          <p:cNvPicPr preferRelativeResize="0"/>
          <p:nvPr userDrawn="1"/>
        </p:nvPicPr>
        <p:blipFill rotWithShape="1">
          <a:blip r:embed="rId2">
            <a:alphaModFix/>
          </a:blip>
          <a:srcRect/>
          <a:stretch/>
        </p:blipFill>
        <p:spPr>
          <a:xfrm>
            <a:off x="1524000" y="0"/>
            <a:ext cx="9144000" cy="6858000"/>
          </a:xfrm>
          <a:prstGeom prst="rect">
            <a:avLst/>
          </a:prstGeom>
          <a:noFill/>
          <a:ln>
            <a:noFill/>
          </a:ln>
        </p:spPr>
      </p:pic>
      <p:sp>
        <p:nvSpPr>
          <p:cNvPr id="4" name="Google Shape;559;p51">
            <a:extLst>
              <a:ext uri="{FF2B5EF4-FFF2-40B4-BE49-F238E27FC236}">
                <a16:creationId xmlns:a16="http://schemas.microsoft.com/office/drawing/2014/main" id="{74352B10-F48A-65A4-861F-4D0C08647147}"/>
              </a:ext>
            </a:extLst>
          </p:cNvPr>
          <p:cNvSpPr/>
          <p:nvPr userDrawn="1"/>
        </p:nvSpPr>
        <p:spPr>
          <a:xfrm>
            <a:off x="5547300" y="1577076"/>
            <a:ext cx="5120700" cy="1607700"/>
          </a:xfrm>
          <a:prstGeom prst="rect">
            <a:avLst/>
          </a:prstGeom>
          <a:solidFill>
            <a:srgbClr val="FFFFFF">
              <a:alpha val="47843"/>
            </a:srgbClr>
          </a:solidFill>
          <a:ln>
            <a:noFill/>
          </a:ln>
          <a:effectLst>
            <a:outerShdw blurRad="40000" dist="23000" dir="5400000" rotWithShape="0">
              <a:srgbClr val="000000">
                <a:alpha val="2862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Corsiva"/>
              <a:buNone/>
            </a:pPr>
            <a:r>
              <a:rPr lang="en-US" sz="3600" dirty="0">
                <a:latin typeface="Corsiva"/>
                <a:ea typeface="Corsiva"/>
                <a:cs typeface="Corsiva"/>
                <a:sym typeface="Corsiva"/>
              </a:rPr>
              <a:t>Seminar </a:t>
            </a:r>
            <a:r>
              <a:rPr lang="en-US" sz="3600" dirty="0" err="1">
                <a:latin typeface="Corsiva"/>
                <a:ea typeface="Corsiva"/>
                <a:cs typeface="Corsiva"/>
                <a:sym typeface="Corsiva"/>
              </a:rPr>
              <a:t>Pdt</a:t>
            </a:r>
            <a:r>
              <a:rPr lang="en-US" sz="3600" dirty="0">
                <a:latin typeface="Corsiva"/>
                <a:ea typeface="Corsiva"/>
                <a:cs typeface="Corsiva"/>
                <a:sym typeface="Corsiva"/>
              </a:rPr>
              <a:t>. Billy </a:t>
            </a:r>
            <a:r>
              <a:rPr lang="en-US" sz="3600" dirty="0" err="1">
                <a:latin typeface="Corsiva"/>
                <a:ea typeface="Corsiva"/>
                <a:cs typeface="Corsiva"/>
                <a:sym typeface="Corsiva"/>
              </a:rPr>
              <a:t>Kristanto</a:t>
            </a:r>
            <a:r>
              <a:rPr lang="en-US" sz="3600" b="0" i="0" u="none" strike="noStrike" cap="none" dirty="0">
                <a:solidFill>
                  <a:srgbClr val="000000"/>
                </a:solidFill>
                <a:latin typeface="Corsiva"/>
                <a:ea typeface="Corsiva"/>
                <a:cs typeface="Corsiva"/>
                <a:sym typeface="Corsiva"/>
              </a:rPr>
              <a:t> </a:t>
            </a:r>
            <a:br>
              <a:rPr lang="en-US" sz="3600" b="0" i="0" u="none" strike="noStrike" cap="none" dirty="0">
                <a:solidFill>
                  <a:srgbClr val="000000"/>
                </a:solidFill>
                <a:latin typeface="Corsiva"/>
                <a:ea typeface="Corsiva"/>
                <a:cs typeface="Corsiva"/>
                <a:sym typeface="Corsiva"/>
              </a:rPr>
            </a:br>
            <a:r>
              <a:rPr lang="en-US" sz="2000" b="0" i="0" u="none" strike="noStrike" cap="none" dirty="0" err="1">
                <a:solidFill>
                  <a:srgbClr val="000000"/>
                </a:solidFill>
                <a:latin typeface="Arial"/>
                <a:ea typeface="Arial"/>
                <a:cs typeface="Arial"/>
                <a:sym typeface="Arial"/>
              </a:rPr>
              <a:t>Setiap</a:t>
            </a:r>
            <a:r>
              <a:rPr lang="en-US" sz="2000" b="0" i="0" u="none" strike="noStrike" cap="none" dirty="0">
                <a:solidFill>
                  <a:srgbClr val="000000"/>
                </a:solidFill>
                <a:latin typeface="Arial"/>
                <a:ea typeface="Arial"/>
                <a:cs typeface="Arial"/>
                <a:sym typeface="Arial"/>
              </a:rPr>
              <a:t> </a:t>
            </a:r>
            <a:r>
              <a:rPr lang="en-US" sz="2000" b="0" i="0" u="none" strike="noStrike" cap="none" dirty="0" err="1">
                <a:solidFill>
                  <a:srgbClr val="000000"/>
                </a:solidFill>
                <a:latin typeface="Arial"/>
                <a:ea typeface="Arial"/>
                <a:cs typeface="Arial"/>
                <a:sym typeface="Arial"/>
              </a:rPr>
              <a:t>Sabtu</a:t>
            </a:r>
            <a:r>
              <a:rPr lang="en-US" sz="2000" b="0" i="0" u="none" strike="noStrike" cap="none" dirty="0">
                <a:solidFill>
                  <a:srgbClr val="000000"/>
                </a:solidFill>
                <a:latin typeface="Arial"/>
                <a:ea typeface="Arial"/>
                <a:cs typeface="Arial"/>
                <a:sym typeface="Arial"/>
              </a:rPr>
              <a:t>, 11.00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 </a:t>
            </a:r>
            <a:endParaRPr sz="1400" b="0" i="0" u="none" strike="noStrike" cap="none" dirty="0">
              <a:solidFill>
                <a:srgbClr val="000000"/>
              </a:solidFill>
              <a:latin typeface="Arial"/>
              <a:ea typeface="Arial"/>
              <a:cs typeface="Arial"/>
              <a:sym typeface="Arial"/>
            </a:endParaRPr>
          </a:p>
        </p:txBody>
      </p:sp>
      <p:sp>
        <p:nvSpPr>
          <p:cNvPr id="5" name="Google Shape;560;p51">
            <a:extLst>
              <a:ext uri="{FF2B5EF4-FFF2-40B4-BE49-F238E27FC236}">
                <a16:creationId xmlns:a16="http://schemas.microsoft.com/office/drawing/2014/main" id="{4237855C-70D7-EB70-5B80-E4F2E75BA6DA}"/>
              </a:ext>
            </a:extLst>
          </p:cNvPr>
          <p:cNvSpPr/>
          <p:nvPr userDrawn="1"/>
        </p:nvSpPr>
        <p:spPr>
          <a:xfrm>
            <a:off x="5547300" y="3442425"/>
            <a:ext cx="5120700" cy="1331400"/>
          </a:xfrm>
          <a:prstGeom prst="rect">
            <a:avLst/>
          </a:prstGeom>
          <a:solidFill>
            <a:srgbClr val="FFFFFF">
              <a:alpha val="47843"/>
            </a:srgbClr>
          </a:solidFill>
          <a:ln>
            <a:noFill/>
          </a:ln>
          <a:effectLst>
            <a:outerShdw blurRad="40000" dist="23000" dir="5400000" rotWithShape="0">
              <a:srgbClr val="000000">
                <a:alpha val="2862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Corsiva"/>
              <a:buNone/>
            </a:pPr>
            <a:r>
              <a:rPr lang="en-US" sz="3600" b="0" i="0" u="none" strike="noStrike" cap="none" dirty="0">
                <a:solidFill>
                  <a:srgbClr val="000000"/>
                </a:solidFill>
                <a:latin typeface="Corsiva"/>
                <a:ea typeface="Corsiva"/>
                <a:cs typeface="Corsiva"/>
                <a:sym typeface="Corsiva"/>
              </a:rPr>
              <a:t>Seminar </a:t>
            </a:r>
            <a:r>
              <a:rPr lang="en-US" sz="3600" b="0" i="0" u="none" strike="noStrike" cap="none" dirty="0" err="1">
                <a:solidFill>
                  <a:srgbClr val="000000"/>
                </a:solidFill>
                <a:latin typeface="Corsiva"/>
                <a:ea typeface="Corsiva"/>
                <a:cs typeface="Corsiva"/>
                <a:sym typeface="Corsiva"/>
              </a:rPr>
              <a:t>Pfr</a:t>
            </a:r>
            <a:r>
              <a:rPr lang="en-US" sz="3600" b="0" i="0" u="none" strike="noStrike" cap="none" dirty="0">
                <a:solidFill>
                  <a:srgbClr val="000000"/>
                </a:solidFill>
                <a:latin typeface="Corsiva"/>
                <a:ea typeface="Corsiva"/>
                <a:cs typeface="Corsiva"/>
                <a:sym typeface="Corsiva"/>
              </a:rPr>
              <a:t>. Billy </a:t>
            </a:r>
            <a:r>
              <a:rPr lang="en-US" sz="3600" b="0" i="0" u="none" strike="noStrike" cap="none" dirty="0" err="1">
                <a:solidFill>
                  <a:srgbClr val="000000"/>
                </a:solidFill>
                <a:latin typeface="Corsiva"/>
                <a:ea typeface="Corsiva"/>
                <a:cs typeface="Corsiva"/>
                <a:sym typeface="Corsiva"/>
              </a:rPr>
              <a:t>Kristanto</a:t>
            </a:r>
            <a:endParaRPr sz="2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err="1">
                <a:solidFill>
                  <a:srgbClr val="000000"/>
                </a:solidFill>
                <a:latin typeface="Arial"/>
                <a:ea typeface="Arial"/>
                <a:cs typeface="Arial"/>
                <a:sym typeface="Arial"/>
              </a:rPr>
              <a:t>Samstags</a:t>
            </a:r>
            <a:r>
              <a:rPr lang="en-US" sz="2000" b="0" i="0" u="none" strike="noStrike" cap="none" dirty="0">
                <a:solidFill>
                  <a:srgbClr val="000000"/>
                </a:solidFill>
                <a:latin typeface="Arial"/>
                <a:ea typeface="Arial"/>
                <a:cs typeface="Arial"/>
                <a:sym typeface="Arial"/>
              </a:rPr>
              <a:t>, 11.00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 </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227533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WARTA_3">
    <p:spTree>
      <p:nvGrpSpPr>
        <p:cNvPr id="1" name=""/>
        <p:cNvGrpSpPr/>
        <p:nvPr/>
      </p:nvGrpSpPr>
      <p:grpSpPr>
        <a:xfrm>
          <a:off x="0" y="0"/>
          <a:ext cx="0" cy="0"/>
          <a:chOff x="0" y="0"/>
          <a:chExt cx="0" cy="0"/>
        </a:xfrm>
      </p:grpSpPr>
      <p:pic>
        <p:nvPicPr>
          <p:cNvPr id="2" name="Google Shape;577;g238c28804b7_0_0" descr="akira-hojo-_86u_Y0oAaM-unsplash.jpg">
            <a:extLst>
              <a:ext uri="{FF2B5EF4-FFF2-40B4-BE49-F238E27FC236}">
                <a16:creationId xmlns:a16="http://schemas.microsoft.com/office/drawing/2014/main" id="{7BB6F836-6276-9678-0F0C-7F301C1BAC43}"/>
              </a:ext>
            </a:extLst>
          </p:cNvPr>
          <p:cNvPicPr preferRelativeResize="0"/>
          <p:nvPr userDrawn="1"/>
        </p:nvPicPr>
        <p:blipFill rotWithShape="1">
          <a:blip r:embed="rId2">
            <a:alphaModFix/>
          </a:blip>
          <a:srcRect l="6852" r="4266"/>
          <a:stretch/>
        </p:blipFill>
        <p:spPr>
          <a:xfrm>
            <a:off x="1524001" y="0"/>
            <a:ext cx="9144000" cy="6858002"/>
          </a:xfrm>
          <a:prstGeom prst="rect">
            <a:avLst/>
          </a:prstGeom>
          <a:noFill/>
          <a:ln>
            <a:noFill/>
          </a:ln>
        </p:spPr>
      </p:pic>
      <p:sp>
        <p:nvSpPr>
          <p:cNvPr id="6" name="Google Shape;578;g238c28804b7_0_0">
            <a:extLst>
              <a:ext uri="{FF2B5EF4-FFF2-40B4-BE49-F238E27FC236}">
                <a16:creationId xmlns:a16="http://schemas.microsoft.com/office/drawing/2014/main" id="{0B1971B2-10F1-8B78-CD6A-872D2D3FF5EC}"/>
              </a:ext>
            </a:extLst>
          </p:cNvPr>
          <p:cNvSpPr/>
          <p:nvPr userDrawn="1"/>
        </p:nvSpPr>
        <p:spPr>
          <a:xfrm>
            <a:off x="2905540" y="626166"/>
            <a:ext cx="7762500" cy="2802900"/>
          </a:xfrm>
          <a:prstGeom prst="rect">
            <a:avLst/>
          </a:prstGeom>
          <a:solidFill>
            <a:schemeClr val="dk1">
              <a:alpha val="47843"/>
            </a:schemeClr>
          </a:solidFill>
          <a:ln>
            <a:noFill/>
          </a:ln>
          <a:effectLst>
            <a:outerShdw blurRad="40000" dist="23000" dir="5400000" rotWithShape="0">
              <a:srgbClr val="000000">
                <a:alpha val="2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Corsiva"/>
                <a:ea typeface="Corsiva"/>
                <a:cs typeface="Corsiva"/>
                <a:sym typeface="Corsiva"/>
              </a:rPr>
              <a:t>Ibadah </a:t>
            </a:r>
            <a:r>
              <a:rPr lang="en-US" sz="4400" b="0" i="0" u="none" strike="noStrike" cap="none" dirty="0" err="1">
                <a:solidFill>
                  <a:srgbClr val="000000"/>
                </a:solidFill>
                <a:latin typeface="Corsiva"/>
                <a:ea typeface="Corsiva"/>
                <a:cs typeface="Corsiva"/>
                <a:sym typeface="Corsiva"/>
              </a:rPr>
              <a:t>Minggu</a:t>
            </a:r>
            <a:r>
              <a:rPr lang="en-US" sz="4400" b="0" i="0" u="none" strike="noStrike" cap="none" dirty="0">
                <a:solidFill>
                  <a:srgbClr val="000000"/>
                </a:solidFill>
                <a:latin typeface="Corsiva"/>
                <a:ea typeface="Corsiva"/>
                <a:cs typeface="Corsiva"/>
                <a:sym typeface="Corsiva"/>
              </a:rPr>
              <a:t> &amp; </a:t>
            </a:r>
            <a:r>
              <a:rPr lang="en-US" sz="4400" b="0" i="0" u="none" strike="noStrike" cap="none" dirty="0" err="1">
                <a:solidFill>
                  <a:srgbClr val="000000"/>
                </a:solidFill>
                <a:latin typeface="Corsiva"/>
                <a:ea typeface="Corsiva"/>
                <a:cs typeface="Corsiva"/>
                <a:sym typeface="Corsiva"/>
              </a:rPr>
              <a:t>Perjamuan</a:t>
            </a:r>
            <a:r>
              <a:rPr lang="en-US" sz="4400" b="0" i="0" u="none" strike="noStrike" cap="none" dirty="0">
                <a:solidFill>
                  <a:srgbClr val="000000"/>
                </a:solidFill>
                <a:latin typeface="Corsiva"/>
                <a:ea typeface="Corsiva"/>
                <a:cs typeface="Corsiva"/>
                <a:sym typeface="Corsiva"/>
              </a:rPr>
              <a:t> Kudus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r>
              <a:rPr lang="en-US" sz="2000" b="0" i="0" u="none" strike="noStrike" cap="none" dirty="0" err="1">
                <a:solidFill>
                  <a:srgbClr val="000000"/>
                </a:solidFill>
                <a:latin typeface="Arial"/>
                <a:ea typeface="Arial"/>
                <a:cs typeface="Arial"/>
                <a:sym typeface="Arial"/>
              </a:rPr>
              <a:t>Minggu</a:t>
            </a:r>
            <a:r>
              <a:rPr lang="en-US" sz="2000" b="0" i="0" u="none" strike="noStrike" cap="none" dirty="0">
                <a:solidFill>
                  <a:srgbClr val="000000"/>
                </a:solidFill>
                <a:latin typeface="Arial"/>
                <a:ea typeface="Arial"/>
                <a:cs typeface="Arial"/>
                <a:sym typeface="Arial"/>
              </a:rPr>
              <a:t>, </a:t>
            </a:r>
            <a:r>
              <a:rPr lang="en-US" sz="2000" dirty="0"/>
              <a:t>9</a:t>
            </a:r>
            <a:r>
              <a:rPr lang="en-US" sz="2000" b="0" i="0" u="none" strike="noStrike" cap="none" dirty="0">
                <a:solidFill>
                  <a:srgbClr val="000000"/>
                </a:solidFill>
                <a:latin typeface="Arial"/>
                <a:ea typeface="Arial"/>
                <a:cs typeface="Arial"/>
                <a:sym typeface="Arial"/>
              </a:rPr>
              <a:t>.00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a:t>
            </a:r>
            <a:endParaRPr sz="1400" b="0" i="0" u="none" strike="noStrike" cap="none" dirty="0">
              <a:solidFill>
                <a:srgbClr val="000000"/>
              </a:solidFill>
              <a:latin typeface="Arial"/>
              <a:ea typeface="Arial"/>
              <a:cs typeface="Arial"/>
              <a:sym typeface="Arial"/>
            </a:endParaRPr>
          </a:p>
        </p:txBody>
      </p:sp>
      <p:sp>
        <p:nvSpPr>
          <p:cNvPr id="7" name="Google Shape;579;g238c28804b7_0_0">
            <a:extLst>
              <a:ext uri="{FF2B5EF4-FFF2-40B4-BE49-F238E27FC236}">
                <a16:creationId xmlns:a16="http://schemas.microsoft.com/office/drawing/2014/main" id="{3340BD38-0D34-0DD3-083E-5E4C982134AC}"/>
              </a:ext>
            </a:extLst>
          </p:cNvPr>
          <p:cNvSpPr/>
          <p:nvPr userDrawn="1"/>
        </p:nvSpPr>
        <p:spPr>
          <a:xfrm>
            <a:off x="2905539" y="3737114"/>
            <a:ext cx="7762500" cy="1987800"/>
          </a:xfrm>
          <a:prstGeom prst="rect">
            <a:avLst/>
          </a:prstGeom>
          <a:solidFill>
            <a:schemeClr val="dk1">
              <a:alpha val="47843"/>
            </a:schemeClr>
          </a:solidFill>
          <a:ln>
            <a:noFill/>
          </a:ln>
          <a:effectLst>
            <a:outerShdw blurRad="40000" dist="23000" dir="5400000" rotWithShape="0">
              <a:srgbClr val="000000">
                <a:alpha val="2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err="1">
                <a:solidFill>
                  <a:srgbClr val="000000"/>
                </a:solidFill>
                <a:latin typeface="Corsiva"/>
                <a:ea typeface="Corsiva"/>
                <a:cs typeface="Corsiva"/>
                <a:sym typeface="Corsiva"/>
              </a:rPr>
              <a:t>Sonntagsgottesdienst</a:t>
            </a:r>
            <a:r>
              <a:rPr lang="en-US" sz="4400" b="0" i="0" u="none" strike="noStrike" cap="none" dirty="0">
                <a:solidFill>
                  <a:srgbClr val="000000"/>
                </a:solidFill>
                <a:latin typeface="Corsiva"/>
                <a:ea typeface="Corsiva"/>
                <a:cs typeface="Corsiva"/>
                <a:sym typeface="Corsiva"/>
              </a:rPr>
              <a:t> &amp; </a:t>
            </a:r>
            <a:r>
              <a:rPr lang="en-US" sz="4400" b="0" i="0" u="none" strike="noStrike" cap="none" dirty="0" err="1">
                <a:solidFill>
                  <a:srgbClr val="000000"/>
                </a:solidFill>
                <a:latin typeface="Corsiva"/>
                <a:ea typeface="Corsiva"/>
                <a:cs typeface="Corsiva"/>
                <a:sym typeface="Corsiva"/>
              </a:rPr>
              <a:t>Abendmahl</a:t>
            </a:r>
            <a:r>
              <a:rPr lang="en-US" sz="4400" b="0" i="0" u="none" strike="noStrike" cap="none" dirty="0">
                <a:solidFill>
                  <a:srgbClr val="000000"/>
                </a:solidFill>
                <a:latin typeface="Corsiva"/>
                <a:ea typeface="Corsiva"/>
                <a:cs typeface="Corsiva"/>
                <a:sym typeface="Corsiva"/>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r>
              <a:rPr lang="en-US" sz="2000" b="0" i="0" u="none" strike="noStrike" cap="none" dirty="0">
                <a:solidFill>
                  <a:srgbClr val="000000"/>
                </a:solidFill>
                <a:latin typeface="Arial"/>
                <a:ea typeface="Arial"/>
                <a:cs typeface="Arial"/>
                <a:sym typeface="Arial"/>
              </a:rPr>
              <a:t>Sunday, </a:t>
            </a:r>
            <a:r>
              <a:rPr lang="en-US" sz="2000" dirty="0"/>
              <a:t>9</a:t>
            </a:r>
            <a:r>
              <a:rPr lang="en-US" sz="2000" b="0" i="0" u="none" strike="noStrike" cap="none" dirty="0">
                <a:solidFill>
                  <a:srgbClr val="000000"/>
                </a:solidFill>
                <a:latin typeface="Arial"/>
                <a:ea typeface="Arial"/>
                <a:cs typeface="Arial"/>
                <a:sym typeface="Arial"/>
              </a:rPr>
              <a:t>.00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229246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WARTA_4">
    <p:spTree>
      <p:nvGrpSpPr>
        <p:cNvPr id="1" name=""/>
        <p:cNvGrpSpPr/>
        <p:nvPr/>
      </p:nvGrpSpPr>
      <p:grpSpPr>
        <a:xfrm>
          <a:off x="0" y="0"/>
          <a:ext cx="0" cy="0"/>
          <a:chOff x="0" y="0"/>
          <a:chExt cx="0" cy="0"/>
        </a:xfrm>
      </p:grpSpPr>
      <p:pic>
        <p:nvPicPr>
          <p:cNvPr id="3" name="Google Shape;506;p39" descr="patrick-fore-b_SHPU5M3nk-unsplash.jpg">
            <a:extLst>
              <a:ext uri="{FF2B5EF4-FFF2-40B4-BE49-F238E27FC236}">
                <a16:creationId xmlns:a16="http://schemas.microsoft.com/office/drawing/2014/main" id="{AA137833-C3CC-407D-BB02-5B99726E9871}"/>
              </a:ext>
            </a:extLst>
          </p:cNvPr>
          <p:cNvPicPr preferRelativeResize="0"/>
          <p:nvPr userDrawn="1"/>
        </p:nvPicPr>
        <p:blipFill rotWithShape="1">
          <a:blip r:embed="rId2">
            <a:alphaModFix/>
          </a:blip>
          <a:srcRect l="3148" r="8133"/>
          <a:stretch/>
        </p:blipFill>
        <p:spPr>
          <a:xfrm>
            <a:off x="1524000" y="0"/>
            <a:ext cx="9144000" cy="6871214"/>
          </a:xfrm>
          <a:prstGeom prst="rect">
            <a:avLst/>
          </a:prstGeom>
          <a:noFill/>
          <a:ln>
            <a:noFill/>
          </a:ln>
        </p:spPr>
      </p:pic>
      <p:sp>
        <p:nvSpPr>
          <p:cNvPr id="4" name="Google Shape;507;p39">
            <a:extLst>
              <a:ext uri="{FF2B5EF4-FFF2-40B4-BE49-F238E27FC236}">
                <a16:creationId xmlns:a16="http://schemas.microsoft.com/office/drawing/2014/main" id="{CD326AAA-4C6E-DAFA-FBD7-0F450853DE4B}"/>
              </a:ext>
            </a:extLst>
          </p:cNvPr>
          <p:cNvSpPr/>
          <p:nvPr userDrawn="1"/>
        </p:nvSpPr>
        <p:spPr>
          <a:xfrm>
            <a:off x="5494122" y="1461957"/>
            <a:ext cx="5232400" cy="1456809"/>
          </a:xfrm>
          <a:prstGeom prst="rect">
            <a:avLst/>
          </a:prstGeom>
          <a:solidFill>
            <a:srgbClr val="FFFFFF">
              <a:alpha val="52549"/>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buSzPts val="4400"/>
            </a:pPr>
            <a:r>
              <a:rPr lang="de-DE" sz="4400" dirty="0" err="1">
                <a:latin typeface="Corsiva"/>
                <a:ea typeface="Corsiva"/>
                <a:cs typeface="Corsiva"/>
                <a:sym typeface="Corsiva"/>
              </a:rPr>
              <a:t>Persekutuan</a:t>
            </a:r>
            <a:r>
              <a:rPr lang="de-DE" sz="4400" dirty="0">
                <a:latin typeface="Corsiva"/>
                <a:ea typeface="Corsiva"/>
                <a:cs typeface="Corsiva"/>
                <a:sym typeface="Corsiva"/>
              </a:rPr>
              <a:t> </a:t>
            </a:r>
            <a:r>
              <a:rPr lang="de-DE" sz="4400" dirty="0" err="1">
                <a:latin typeface="Corsiva"/>
                <a:ea typeface="Corsiva"/>
                <a:cs typeface="Corsiva"/>
                <a:sym typeface="Corsiva"/>
              </a:rPr>
              <a:t>Doa</a:t>
            </a:r>
            <a:endParaRPr sz="4400" dirty="0">
              <a:latin typeface="Corsiva"/>
              <a:ea typeface="Corsiva"/>
              <a:cs typeface="Corsiva"/>
              <a:sym typeface="Corsiva"/>
            </a:endParaRPr>
          </a:p>
          <a:p>
            <a:pPr algn="ctr">
              <a:buSzPts val="2000"/>
            </a:pPr>
            <a:r>
              <a:rPr lang="de-DE" sz="2000" dirty="0" err="1"/>
              <a:t>Setiap</a:t>
            </a:r>
            <a:r>
              <a:rPr lang="de-DE" sz="2000" dirty="0"/>
              <a:t> </a:t>
            </a:r>
            <a:r>
              <a:rPr lang="de-DE" sz="2000" dirty="0" err="1"/>
              <a:t>Minggu</a:t>
            </a:r>
            <a:r>
              <a:rPr lang="de-DE" sz="2000" dirty="0"/>
              <a:t>, 11:00 CEST</a:t>
            </a:r>
            <a:endParaRPr dirty="0"/>
          </a:p>
          <a:p>
            <a:pPr algn="ctr">
              <a:buSzPts val="2000"/>
            </a:pPr>
            <a:r>
              <a:rPr lang="de-DE" sz="2000" dirty="0"/>
              <a:t>Berner Heerweg 60</a:t>
            </a:r>
            <a:endParaRPr dirty="0"/>
          </a:p>
        </p:txBody>
      </p:sp>
      <p:sp>
        <p:nvSpPr>
          <p:cNvPr id="5" name="Google Shape;508;p39">
            <a:extLst>
              <a:ext uri="{FF2B5EF4-FFF2-40B4-BE49-F238E27FC236}">
                <a16:creationId xmlns:a16="http://schemas.microsoft.com/office/drawing/2014/main" id="{059CDEEF-7C3C-5204-347A-D9E168DA65DB}"/>
              </a:ext>
            </a:extLst>
          </p:cNvPr>
          <p:cNvSpPr/>
          <p:nvPr userDrawn="1"/>
        </p:nvSpPr>
        <p:spPr>
          <a:xfrm>
            <a:off x="5494122" y="3135919"/>
            <a:ext cx="5232400" cy="1456809"/>
          </a:xfrm>
          <a:prstGeom prst="rect">
            <a:avLst/>
          </a:prstGeom>
          <a:solidFill>
            <a:srgbClr val="FFFFFF">
              <a:alpha val="52941"/>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buSzPts val="4400"/>
            </a:pPr>
            <a:r>
              <a:rPr lang="de-DE" sz="4400" dirty="0">
                <a:latin typeface="Corsiva"/>
                <a:ea typeface="Corsiva"/>
                <a:cs typeface="Corsiva"/>
                <a:sym typeface="Corsiva"/>
              </a:rPr>
              <a:t>Gebetskreis</a:t>
            </a:r>
            <a:endParaRPr dirty="0"/>
          </a:p>
          <a:p>
            <a:pPr algn="ctr">
              <a:buSzPts val="2000"/>
            </a:pPr>
            <a:r>
              <a:rPr lang="de-DE" sz="2000" dirty="0"/>
              <a:t>Sonntags, 11.00 CEST</a:t>
            </a:r>
            <a:endParaRPr dirty="0"/>
          </a:p>
          <a:p>
            <a:pPr algn="ctr">
              <a:buSzPts val="2000"/>
            </a:pPr>
            <a:r>
              <a:rPr lang="de-DE" sz="2000" dirty="0"/>
              <a:t>Berner Heerweg 60</a:t>
            </a:r>
            <a:endParaRPr dirty="0"/>
          </a:p>
        </p:txBody>
      </p:sp>
    </p:spTree>
    <p:extLst>
      <p:ext uri="{BB962C8B-B14F-4D97-AF65-F5344CB8AC3E}">
        <p14:creationId xmlns:p14="http://schemas.microsoft.com/office/powerpoint/2010/main" val="22371426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ARTA_5">
    <p:spTree>
      <p:nvGrpSpPr>
        <p:cNvPr id="1" name=""/>
        <p:cNvGrpSpPr/>
        <p:nvPr/>
      </p:nvGrpSpPr>
      <p:grpSpPr>
        <a:xfrm>
          <a:off x="0" y="0"/>
          <a:ext cx="0" cy="0"/>
          <a:chOff x="0" y="0"/>
          <a:chExt cx="0" cy="0"/>
        </a:xfrm>
      </p:grpSpPr>
      <p:pic>
        <p:nvPicPr>
          <p:cNvPr id="2" name="Google Shape;584;g247ebc81067_0_0">
            <a:extLst>
              <a:ext uri="{FF2B5EF4-FFF2-40B4-BE49-F238E27FC236}">
                <a16:creationId xmlns:a16="http://schemas.microsoft.com/office/drawing/2014/main" id="{B0628E7E-AB9C-0D73-F146-F35F3CD1EF35}"/>
              </a:ext>
            </a:extLst>
          </p:cNvPr>
          <p:cNvPicPr preferRelativeResize="0"/>
          <p:nvPr userDrawn="1"/>
        </p:nvPicPr>
        <p:blipFill rotWithShape="1">
          <a:blip r:embed="rId2">
            <a:alphaModFix amt="74000"/>
          </a:blip>
          <a:srcRect/>
          <a:stretch/>
        </p:blipFill>
        <p:spPr>
          <a:xfrm>
            <a:off x="1524000" y="0"/>
            <a:ext cx="9144000" cy="6857999"/>
          </a:xfrm>
          <a:prstGeom prst="rect">
            <a:avLst/>
          </a:prstGeom>
          <a:noFill/>
          <a:ln>
            <a:noFill/>
          </a:ln>
        </p:spPr>
      </p:pic>
      <p:sp>
        <p:nvSpPr>
          <p:cNvPr id="6" name="Google Shape;585;g247ebc81067_0_0">
            <a:extLst>
              <a:ext uri="{FF2B5EF4-FFF2-40B4-BE49-F238E27FC236}">
                <a16:creationId xmlns:a16="http://schemas.microsoft.com/office/drawing/2014/main" id="{5813634B-C1CF-2576-C8A6-91866D56E4BA}"/>
              </a:ext>
            </a:extLst>
          </p:cNvPr>
          <p:cNvSpPr/>
          <p:nvPr userDrawn="1"/>
        </p:nvSpPr>
        <p:spPr>
          <a:xfrm>
            <a:off x="5479398" y="1205264"/>
            <a:ext cx="5232300" cy="1625700"/>
          </a:xfrm>
          <a:prstGeom prst="rect">
            <a:avLst/>
          </a:prstGeom>
          <a:solidFill>
            <a:srgbClr val="FFFFFF">
              <a:alpha val="47450"/>
            </a:srgbClr>
          </a:solidFill>
          <a:ln>
            <a:noFill/>
          </a:ln>
          <a:effectLst>
            <a:outerShdw blurRad="40000" dist="23000" dir="5400000" rotWithShape="0">
              <a:srgbClr val="000000">
                <a:alpha val="294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400" b="0" i="0" u="none" strike="noStrike" cap="none" dirty="0" err="1">
                <a:solidFill>
                  <a:srgbClr val="000000"/>
                </a:solidFill>
                <a:latin typeface="Corsiva"/>
                <a:ea typeface="Corsiva"/>
                <a:cs typeface="Corsiva"/>
                <a:sym typeface="Corsiva"/>
              </a:rPr>
              <a:t>Sekolah</a:t>
            </a:r>
            <a:r>
              <a:rPr lang="en-US" sz="4400" b="0" i="0" u="none" strike="noStrike" cap="none" dirty="0">
                <a:solidFill>
                  <a:srgbClr val="000000"/>
                </a:solidFill>
                <a:latin typeface="Corsiva"/>
                <a:ea typeface="Corsiva"/>
                <a:cs typeface="Corsiva"/>
                <a:sym typeface="Corsiva"/>
              </a:rPr>
              <a:t> </a:t>
            </a:r>
            <a:r>
              <a:rPr lang="en-US" sz="4400" b="0" i="0" u="none" strike="noStrike" cap="none" dirty="0" err="1">
                <a:solidFill>
                  <a:srgbClr val="000000"/>
                </a:solidFill>
                <a:latin typeface="Corsiva"/>
                <a:ea typeface="Corsiva"/>
                <a:cs typeface="Corsiva"/>
                <a:sym typeface="Corsiva"/>
              </a:rPr>
              <a:t>Minggu</a:t>
            </a:r>
            <a:endParaRPr sz="4400" b="0" i="0" u="none" strike="noStrike" cap="none" dirty="0">
              <a:solidFill>
                <a:srgbClr val="000000"/>
              </a:solidFill>
              <a:latin typeface="Corsiva"/>
              <a:ea typeface="Corsiva"/>
              <a:cs typeface="Corsiva"/>
              <a:sym typeface="Corsiva"/>
            </a:endParaRPr>
          </a:p>
          <a:p>
            <a:pPr marL="0" marR="0" lvl="0" indent="0" algn="ctr" rtl="0">
              <a:lnSpc>
                <a:spcPct val="100000"/>
              </a:lnSpc>
              <a:spcBef>
                <a:spcPts val="0"/>
              </a:spcBef>
              <a:spcAft>
                <a:spcPts val="0"/>
              </a:spcAft>
              <a:buNone/>
            </a:pPr>
            <a:r>
              <a:rPr lang="en-US" sz="2000" b="0" i="0" u="none" strike="noStrike" cap="none" dirty="0" err="1">
                <a:solidFill>
                  <a:srgbClr val="000000"/>
                </a:solidFill>
                <a:latin typeface="Arial"/>
                <a:ea typeface="Arial"/>
                <a:cs typeface="Arial"/>
                <a:sym typeface="Arial"/>
              </a:rPr>
              <a:t>Setiap</a:t>
            </a:r>
            <a:r>
              <a:rPr lang="en-US" sz="2000" b="0" i="0" u="none" strike="noStrike" cap="none" dirty="0">
                <a:solidFill>
                  <a:srgbClr val="000000"/>
                </a:solidFill>
                <a:latin typeface="Arial"/>
                <a:ea typeface="Arial"/>
                <a:cs typeface="Arial"/>
                <a:sym typeface="Arial"/>
              </a:rPr>
              <a:t> </a:t>
            </a:r>
            <a:r>
              <a:rPr lang="en-US" sz="2000" b="0" i="0" u="none" strike="noStrike" cap="none" dirty="0" err="1">
                <a:solidFill>
                  <a:srgbClr val="000000"/>
                </a:solidFill>
                <a:latin typeface="Arial"/>
                <a:ea typeface="Arial"/>
                <a:cs typeface="Arial"/>
                <a:sym typeface="Arial"/>
              </a:rPr>
              <a:t>Minggu</a:t>
            </a:r>
            <a:r>
              <a:rPr lang="en-US" sz="2000" b="0" i="0" u="none" strike="noStrike" cap="none" dirty="0">
                <a:solidFill>
                  <a:srgbClr val="000000"/>
                </a:solidFill>
                <a:latin typeface="Arial"/>
                <a:ea typeface="Arial"/>
                <a:cs typeface="Arial"/>
                <a:sym typeface="Arial"/>
              </a:rPr>
              <a:t>, </a:t>
            </a:r>
            <a:r>
              <a:rPr lang="en-US" sz="2000" dirty="0"/>
              <a:t>9</a:t>
            </a:r>
            <a:r>
              <a:rPr lang="en-US" sz="2000" b="0" i="0" u="none" strike="noStrike" cap="none" dirty="0">
                <a:solidFill>
                  <a:srgbClr val="000000"/>
                </a:solidFill>
                <a:latin typeface="Arial"/>
                <a:ea typeface="Arial"/>
                <a:cs typeface="Arial"/>
                <a:sym typeface="Arial"/>
              </a:rPr>
              <a:t>:00 CEST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a:t>
            </a:r>
            <a:endParaRPr sz="1400" b="0" i="0" u="none" strike="noStrike" cap="none" dirty="0">
              <a:solidFill>
                <a:srgbClr val="000000"/>
              </a:solidFill>
              <a:latin typeface="Arial"/>
              <a:ea typeface="Arial"/>
              <a:cs typeface="Arial"/>
              <a:sym typeface="Arial"/>
            </a:endParaRPr>
          </a:p>
        </p:txBody>
      </p:sp>
      <p:sp>
        <p:nvSpPr>
          <p:cNvPr id="7" name="Google Shape;586;g247ebc81067_0_0">
            <a:extLst>
              <a:ext uri="{FF2B5EF4-FFF2-40B4-BE49-F238E27FC236}">
                <a16:creationId xmlns:a16="http://schemas.microsoft.com/office/drawing/2014/main" id="{85D452FD-1D1D-A063-A01C-62E121A92ABC}"/>
              </a:ext>
            </a:extLst>
          </p:cNvPr>
          <p:cNvSpPr/>
          <p:nvPr userDrawn="1"/>
        </p:nvSpPr>
        <p:spPr>
          <a:xfrm>
            <a:off x="5479398" y="2983265"/>
            <a:ext cx="5232300" cy="1625700"/>
          </a:xfrm>
          <a:prstGeom prst="rect">
            <a:avLst/>
          </a:prstGeom>
          <a:solidFill>
            <a:srgbClr val="FFFFFF">
              <a:alpha val="47450"/>
            </a:srgbClr>
          </a:solidFill>
          <a:ln>
            <a:noFill/>
          </a:ln>
          <a:effectLst>
            <a:outerShdw blurRad="40000" dist="23000" dir="5400000" rotWithShape="0">
              <a:srgbClr val="000000">
                <a:alpha val="294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400" dirty="0" err="1">
                <a:latin typeface="Corsiva"/>
                <a:ea typeface="Corsiva"/>
                <a:cs typeface="Corsiva"/>
                <a:sym typeface="Corsiva"/>
              </a:rPr>
              <a:t>Sonntagsschule</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Sunday, </a:t>
            </a:r>
            <a:r>
              <a:rPr lang="en-US" sz="2000" dirty="0"/>
              <a:t>9</a:t>
            </a:r>
            <a:r>
              <a:rPr lang="en-US" sz="2000" b="0" i="0" u="none" strike="noStrike" cap="none" dirty="0">
                <a:solidFill>
                  <a:srgbClr val="000000"/>
                </a:solidFill>
                <a:latin typeface="Arial"/>
                <a:ea typeface="Arial"/>
                <a:cs typeface="Arial"/>
                <a:sym typeface="Arial"/>
              </a:rPr>
              <a:t>.00 CEST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015416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ARTA_6">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366A0A-7403-E70C-F0CE-C896606A7A74}"/>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4" name="Google Shape;621;p70" descr="Ein Bild, das Himmel, Person, draußen, Gruppe enthält.&#10;&#10;Automatisch generierte Beschreibung">
            <a:extLst>
              <a:ext uri="{FF2B5EF4-FFF2-40B4-BE49-F238E27FC236}">
                <a16:creationId xmlns:a16="http://schemas.microsoft.com/office/drawing/2014/main" id="{D3D997F3-9E66-7028-4F57-1D65ABE916D9}"/>
              </a:ext>
            </a:extLst>
          </p:cNvPr>
          <p:cNvPicPr preferRelativeResize="0"/>
          <p:nvPr userDrawn="1"/>
        </p:nvPicPr>
        <p:blipFill rotWithShape="1">
          <a:blip r:embed="rId2">
            <a:alphaModFix/>
          </a:blip>
          <a:srcRect l="3207" t="47418" r="5031" b="3926"/>
          <a:stretch/>
        </p:blipFill>
        <p:spPr>
          <a:xfrm>
            <a:off x="1524000" y="1"/>
            <a:ext cx="9144000" cy="6857999"/>
          </a:xfrm>
          <a:prstGeom prst="rect">
            <a:avLst/>
          </a:prstGeom>
          <a:noFill/>
          <a:ln>
            <a:noFill/>
          </a:ln>
        </p:spPr>
      </p:pic>
      <p:sp>
        <p:nvSpPr>
          <p:cNvPr id="5" name="Google Shape;622;p70">
            <a:extLst>
              <a:ext uri="{FF2B5EF4-FFF2-40B4-BE49-F238E27FC236}">
                <a16:creationId xmlns:a16="http://schemas.microsoft.com/office/drawing/2014/main" id="{6AAA839C-D067-6CDB-CBAF-16114B8619AD}"/>
              </a:ext>
            </a:extLst>
          </p:cNvPr>
          <p:cNvSpPr/>
          <p:nvPr userDrawn="1"/>
        </p:nvSpPr>
        <p:spPr>
          <a:xfrm>
            <a:off x="4998720" y="4564912"/>
            <a:ext cx="5669280" cy="2041452"/>
          </a:xfrm>
          <a:prstGeom prst="rect">
            <a:avLst/>
          </a:prstGeom>
          <a:solidFill>
            <a:schemeClr val="dk1">
              <a:alpha val="45098"/>
            </a:schemeClr>
          </a:solidFill>
          <a:ln>
            <a:noFill/>
          </a:ln>
          <a:effectLst>
            <a:outerShdw blurRad="40000" dist="23000" dir="5400000" rotWithShape="0">
              <a:srgbClr val="000000">
                <a:alpha val="27058"/>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orsiva"/>
                <a:ea typeface="Corsiva"/>
                <a:cs typeface="Corsiva"/>
                <a:sym typeface="Corsiva"/>
              </a:rPr>
              <a:t>		Kaffezeit!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280274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8F65-79F8-E7FC-7A0C-FB16C1D0983F}"/>
              </a:ext>
            </a:extLst>
          </p:cNvPr>
          <p:cNvSpPr>
            <a:spLocks noGrp="1"/>
          </p:cNvSpPr>
          <p:nvPr>
            <p:ph type="title"/>
          </p:nvPr>
        </p:nvSpPr>
        <p:spPr/>
        <p:txBody>
          <a:bodyPr/>
          <a:lstStyle/>
          <a:p>
            <a:r>
              <a:rPr lang="en-US"/>
              <a:t>Click to edit Master title style</a:t>
            </a:r>
            <a:endParaRPr lang="de-DE"/>
          </a:p>
        </p:txBody>
      </p:sp>
      <p:sp>
        <p:nvSpPr>
          <p:cNvPr id="3" name="Slide Number Placeholder 2">
            <a:extLst>
              <a:ext uri="{FF2B5EF4-FFF2-40B4-BE49-F238E27FC236}">
                <a16:creationId xmlns:a16="http://schemas.microsoft.com/office/drawing/2014/main" id="{786D42F8-2AD6-9BDB-05F8-07519BF547EC}"/>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245397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VER_2">
    <p:bg>
      <p:bgPr>
        <a:solidFill>
          <a:srgbClr val="360606"/>
        </a:solidFill>
        <a:effectLst/>
      </p:bgPr>
    </p:bg>
    <p:spTree>
      <p:nvGrpSpPr>
        <p:cNvPr id="1" name=""/>
        <p:cNvGrpSpPr/>
        <p:nvPr/>
      </p:nvGrpSpPr>
      <p:grpSpPr>
        <a:xfrm>
          <a:off x="0" y="0"/>
          <a:ext cx="0" cy="0"/>
          <a:chOff x="0" y="0"/>
          <a:chExt cx="0" cy="0"/>
        </a:xfrm>
      </p:grpSpPr>
      <p:sp>
        <p:nvSpPr>
          <p:cNvPr id="4" name="Google Shape;16;p87">
            <a:extLst>
              <a:ext uri="{FF2B5EF4-FFF2-40B4-BE49-F238E27FC236}">
                <a16:creationId xmlns:a16="http://schemas.microsoft.com/office/drawing/2014/main" id="{07B285F8-41C1-DA9C-D675-7BC21A142D9F}"/>
              </a:ext>
            </a:extLst>
          </p:cNvPr>
          <p:cNvSpPr txBox="1"/>
          <p:nvPr userDrawn="1"/>
        </p:nvSpPr>
        <p:spPr>
          <a:xfrm>
            <a:off x="415600" y="3870118"/>
            <a:ext cx="11360800" cy="11948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FFFFFF"/>
              </a:buClr>
              <a:buSzPts val="5200"/>
              <a:buFont typeface="Arial"/>
              <a:buNone/>
            </a:pPr>
            <a:r>
              <a:rPr lang="en-US" sz="3200" b="1" i="0" u="none" strike="noStrike" cap="none" dirty="0">
                <a:solidFill>
                  <a:srgbClr val="FFFFFF"/>
                </a:solidFill>
                <a:latin typeface="Roboto Condensed"/>
                <a:ea typeface="Roboto Condensed"/>
                <a:cs typeface="Roboto Condensed"/>
                <a:sym typeface="Roboto Condensed"/>
              </a:rPr>
              <a:t>International Reformed Evangelical Church Hamburg</a:t>
            </a:r>
            <a:endParaRPr sz="3200" b="1" i="0" u="none" strike="noStrike" cap="none" dirty="0">
              <a:solidFill>
                <a:srgbClr val="FFFFFF"/>
              </a:solidFill>
              <a:latin typeface="Roboto Condensed"/>
              <a:ea typeface="Roboto Condensed"/>
              <a:cs typeface="Roboto Condensed"/>
              <a:sym typeface="Roboto Condensed"/>
            </a:endParaRPr>
          </a:p>
        </p:txBody>
      </p:sp>
      <p:pic>
        <p:nvPicPr>
          <p:cNvPr id="5" name="Google Shape;17;p87">
            <a:extLst>
              <a:ext uri="{FF2B5EF4-FFF2-40B4-BE49-F238E27FC236}">
                <a16:creationId xmlns:a16="http://schemas.microsoft.com/office/drawing/2014/main" id="{B444B406-00F0-E1A2-062F-EC6C96D99C3E}"/>
              </a:ext>
            </a:extLst>
          </p:cNvPr>
          <p:cNvPicPr preferRelativeResize="0"/>
          <p:nvPr userDrawn="1"/>
        </p:nvPicPr>
        <p:blipFill rotWithShape="1">
          <a:blip r:embed="rId2">
            <a:alphaModFix/>
          </a:blip>
          <a:srcRect/>
          <a:stretch/>
        </p:blipFill>
        <p:spPr>
          <a:xfrm>
            <a:off x="4114034" y="658862"/>
            <a:ext cx="3963932" cy="3963932"/>
          </a:xfrm>
          <a:prstGeom prst="rect">
            <a:avLst/>
          </a:prstGeom>
          <a:noFill/>
          <a:ln>
            <a:noFill/>
          </a:ln>
        </p:spPr>
      </p:pic>
      <p:sp>
        <p:nvSpPr>
          <p:cNvPr id="9" name="Text Placeholder 8">
            <a:extLst>
              <a:ext uri="{FF2B5EF4-FFF2-40B4-BE49-F238E27FC236}">
                <a16:creationId xmlns:a16="http://schemas.microsoft.com/office/drawing/2014/main" id="{1FEF26B0-DADB-6E8A-3F4F-040F0C3AF6FB}"/>
              </a:ext>
            </a:extLst>
          </p:cNvPr>
          <p:cNvSpPr>
            <a:spLocks noGrp="1"/>
          </p:cNvSpPr>
          <p:nvPr>
            <p:ph type="body" sz="quarter" idx="10"/>
          </p:nvPr>
        </p:nvSpPr>
        <p:spPr>
          <a:xfrm>
            <a:off x="2907323" y="4947688"/>
            <a:ext cx="6377354" cy="914400"/>
          </a:xfrm>
        </p:spPr>
        <p:txBody>
          <a:bodyPr/>
          <a:lstStyle>
            <a:lvl1pPr marL="114300" indent="0" algn="ctr">
              <a:buNone/>
              <a:defRPr sz="2800">
                <a:solidFill>
                  <a:schemeClr val="tx1"/>
                </a:solidFill>
                <a:latin typeface="Roboto" panose="02000000000000000000" pitchFamily="2" charset="0"/>
                <a:ea typeface="Roboto" panose="02000000000000000000" pitchFamily="2" charset="0"/>
                <a:cs typeface="Arial" panose="020B0604020202020204" pitchFamily="34" charset="0"/>
              </a:defRPr>
            </a:lvl1pPr>
          </a:lstStyle>
          <a:p>
            <a:pPr lvl="0"/>
            <a:endParaRPr lang="de-DE" dirty="0"/>
          </a:p>
        </p:txBody>
      </p:sp>
    </p:spTree>
    <p:extLst>
      <p:ext uri="{BB962C8B-B14F-4D97-AF65-F5344CB8AC3E}">
        <p14:creationId xmlns:p14="http://schemas.microsoft.com/office/powerpoint/2010/main" val="32071699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AB227-800A-43F3-7319-2C09D1868740}"/>
              </a:ext>
            </a:extLst>
          </p:cNvPr>
          <p:cNvSpPr>
            <a:spLocks noGrp="1"/>
          </p:cNvSpPr>
          <p:nvPr>
            <p:ph type="title"/>
          </p:nvPr>
        </p:nvSpPr>
        <p:spPr/>
        <p:txBody>
          <a:bodyPr/>
          <a:lstStyle/>
          <a:p>
            <a:r>
              <a:rPr lang="en-US"/>
              <a:t>Click to edit Master title style</a:t>
            </a:r>
            <a:endParaRPr lang="de-DE"/>
          </a:p>
        </p:txBody>
      </p:sp>
      <p:sp>
        <p:nvSpPr>
          <p:cNvPr id="3" name="Slide Number Placeholder 2">
            <a:extLst>
              <a:ext uri="{FF2B5EF4-FFF2-40B4-BE49-F238E27FC236}">
                <a16:creationId xmlns:a16="http://schemas.microsoft.com/office/drawing/2014/main" id="{DE30E605-D520-989B-CFD9-E8E4E4A846E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146495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32"/>
        <p:cNvGrpSpPr/>
        <p:nvPr/>
      </p:nvGrpSpPr>
      <p:grpSpPr>
        <a:xfrm>
          <a:off x="0" y="0"/>
          <a:ext cx="0" cy="0"/>
          <a:chOff x="0" y="0"/>
          <a:chExt cx="0" cy="0"/>
        </a:xfrm>
      </p:grpSpPr>
      <p:sp>
        <p:nvSpPr>
          <p:cNvPr id="33" name="Google Shape;33;p98"/>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 name="Google Shape;34;p98"/>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35" name="Google Shape;35;p98"/>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36" name="Google Shape;36;p9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37"/>
        <p:cNvGrpSpPr/>
        <p:nvPr/>
      </p:nvGrpSpPr>
      <p:grpSpPr>
        <a:xfrm>
          <a:off x="0" y="0"/>
          <a:ext cx="0" cy="0"/>
          <a:chOff x="0" y="0"/>
          <a:chExt cx="0" cy="0"/>
        </a:xfrm>
      </p:grpSpPr>
      <p:sp>
        <p:nvSpPr>
          <p:cNvPr id="38" name="Google Shape;38;p99"/>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9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100"/>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42" name="Google Shape;42;p100"/>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600"/>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43" name="Google Shape;43;p10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101"/>
          <p:cNvSpPr/>
          <p:nvPr/>
        </p:nvSpPr>
        <p:spPr>
          <a:xfrm>
            <a:off x="6096000" y="33"/>
            <a:ext cx="6096000" cy="6858000"/>
          </a:xfrm>
          <a:prstGeom prst="rect">
            <a:avLst/>
          </a:prstGeom>
          <a:solidFill>
            <a:schemeClr val="dk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46" name="Google Shape;46;p101"/>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7" name="Google Shape;47;p101"/>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8" name="Google Shape;48;p101"/>
          <p:cNvSpPr txBox="1">
            <a:spLocks noGrp="1"/>
          </p:cNvSpPr>
          <p:nvPr>
            <p:ph type="body" idx="2"/>
          </p:nvPr>
        </p:nvSpPr>
        <p:spPr>
          <a:xfrm>
            <a:off x="6586000" y="965600"/>
            <a:ext cx="5116000" cy="49268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dk1"/>
              </a:buClr>
              <a:buSzPts val="1800"/>
              <a:buChar char="●"/>
              <a:defRPr>
                <a:solidFill>
                  <a:schemeClr val="dk1"/>
                </a:solidFill>
              </a:defRPr>
            </a:lvl1pPr>
            <a:lvl2pPr marL="914400" lvl="1" indent="-317500" algn="l">
              <a:lnSpc>
                <a:spcPct val="115000"/>
              </a:lnSpc>
              <a:spcBef>
                <a:spcPts val="2133"/>
              </a:spcBef>
              <a:spcAft>
                <a:spcPts val="0"/>
              </a:spcAft>
              <a:buClr>
                <a:schemeClr val="dk1"/>
              </a:buClr>
              <a:buSzPts val="1400"/>
              <a:buChar char="○"/>
              <a:defRPr>
                <a:solidFill>
                  <a:schemeClr val="dk1"/>
                </a:solidFill>
              </a:defRPr>
            </a:lvl2pPr>
            <a:lvl3pPr marL="1371600" lvl="2" indent="-317500" algn="l">
              <a:lnSpc>
                <a:spcPct val="115000"/>
              </a:lnSpc>
              <a:spcBef>
                <a:spcPts val="2133"/>
              </a:spcBef>
              <a:spcAft>
                <a:spcPts val="0"/>
              </a:spcAft>
              <a:buClr>
                <a:schemeClr val="dk1"/>
              </a:buClr>
              <a:buSzPts val="1400"/>
              <a:buChar char="■"/>
              <a:defRPr>
                <a:solidFill>
                  <a:schemeClr val="dk1"/>
                </a:solidFill>
              </a:defRPr>
            </a:lvl3pPr>
            <a:lvl4pPr marL="1828800" lvl="3" indent="-317500" algn="l">
              <a:lnSpc>
                <a:spcPct val="115000"/>
              </a:lnSpc>
              <a:spcBef>
                <a:spcPts val="2133"/>
              </a:spcBef>
              <a:spcAft>
                <a:spcPts val="0"/>
              </a:spcAft>
              <a:buClr>
                <a:schemeClr val="dk1"/>
              </a:buClr>
              <a:buSzPts val="1400"/>
              <a:buChar char="●"/>
              <a:defRPr>
                <a:solidFill>
                  <a:schemeClr val="dk1"/>
                </a:solidFill>
              </a:defRPr>
            </a:lvl4pPr>
            <a:lvl5pPr marL="2286000" lvl="4" indent="-317500" algn="l">
              <a:lnSpc>
                <a:spcPct val="115000"/>
              </a:lnSpc>
              <a:spcBef>
                <a:spcPts val="2133"/>
              </a:spcBef>
              <a:spcAft>
                <a:spcPts val="0"/>
              </a:spcAft>
              <a:buClr>
                <a:schemeClr val="dk1"/>
              </a:buClr>
              <a:buSzPts val="1400"/>
              <a:buChar char="○"/>
              <a:defRPr>
                <a:solidFill>
                  <a:schemeClr val="dk1"/>
                </a:solidFill>
              </a:defRPr>
            </a:lvl5pPr>
            <a:lvl6pPr marL="2743200" lvl="5" indent="-317500" algn="l">
              <a:lnSpc>
                <a:spcPct val="115000"/>
              </a:lnSpc>
              <a:spcBef>
                <a:spcPts val="2133"/>
              </a:spcBef>
              <a:spcAft>
                <a:spcPts val="0"/>
              </a:spcAft>
              <a:buClr>
                <a:schemeClr val="dk1"/>
              </a:buClr>
              <a:buSzPts val="1400"/>
              <a:buChar char="■"/>
              <a:defRPr>
                <a:solidFill>
                  <a:schemeClr val="dk1"/>
                </a:solidFill>
              </a:defRPr>
            </a:lvl6pPr>
            <a:lvl7pPr marL="3200400" lvl="6" indent="-317500" algn="l">
              <a:lnSpc>
                <a:spcPct val="115000"/>
              </a:lnSpc>
              <a:spcBef>
                <a:spcPts val="2133"/>
              </a:spcBef>
              <a:spcAft>
                <a:spcPts val="0"/>
              </a:spcAft>
              <a:buClr>
                <a:schemeClr val="dk1"/>
              </a:buClr>
              <a:buSzPts val="1400"/>
              <a:buChar char="●"/>
              <a:defRPr>
                <a:solidFill>
                  <a:schemeClr val="dk1"/>
                </a:solidFill>
              </a:defRPr>
            </a:lvl7pPr>
            <a:lvl8pPr marL="3657600" lvl="7" indent="-317500" algn="l">
              <a:lnSpc>
                <a:spcPct val="115000"/>
              </a:lnSpc>
              <a:spcBef>
                <a:spcPts val="2133"/>
              </a:spcBef>
              <a:spcAft>
                <a:spcPts val="0"/>
              </a:spcAft>
              <a:buClr>
                <a:schemeClr val="dk1"/>
              </a:buClr>
              <a:buSzPts val="1400"/>
              <a:buChar char="○"/>
              <a:defRPr>
                <a:solidFill>
                  <a:schemeClr val="dk1"/>
                </a:solidFill>
              </a:defRPr>
            </a:lvl8pPr>
            <a:lvl9pPr marL="4114800" lvl="8" indent="-317500" algn="l">
              <a:lnSpc>
                <a:spcPct val="115000"/>
              </a:lnSpc>
              <a:spcBef>
                <a:spcPts val="2133"/>
              </a:spcBef>
              <a:spcAft>
                <a:spcPts val="2133"/>
              </a:spcAft>
              <a:buClr>
                <a:schemeClr val="dk1"/>
              </a:buClr>
              <a:buSzPts val="1400"/>
              <a:buChar char="■"/>
              <a:defRPr>
                <a:solidFill>
                  <a:schemeClr val="dk1"/>
                </a:solidFill>
              </a:defRPr>
            </a:lvl9pPr>
          </a:lstStyle>
          <a:p>
            <a:endParaRPr/>
          </a:p>
        </p:txBody>
      </p:sp>
      <p:sp>
        <p:nvSpPr>
          <p:cNvPr id="49" name="Google Shape;49;p10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0"/>
        <p:cNvGrpSpPr/>
        <p:nvPr/>
      </p:nvGrpSpPr>
      <p:grpSpPr>
        <a:xfrm>
          <a:off x="0" y="0"/>
          <a:ext cx="0" cy="0"/>
          <a:chOff x="0" y="0"/>
          <a:chExt cx="0" cy="0"/>
        </a:xfrm>
      </p:grpSpPr>
      <p:sp>
        <p:nvSpPr>
          <p:cNvPr id="51" name="Google Shape;51;p102"/>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52" name="Google Shape;52;p10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3"/>
        <p:cNvGrpSpPr/>
        <p:nvPr/>
      </p:nvGrpSpPr>
      <p:grpSpPr>
        <a:xfrm>
          <a:off x="0" y="0"/>
          <a:ext cx="0" cy="0"/>
          <a:chOff x="0" y="0"/>
          <a:chExt cx="0" cy="0"/>
        </a:xfrm>
      </p:grpSpPr>
      <p:sp>
        <p:nvSpPr>
          <p:cNvPr id="54" name="Google Shape;54;p103"/>
          <p:cNvSpPr txBox="1">
            <a:spLocks noGrp="1"/>
          </p:cNvSpPr>
          <p:nvPr>
            <p:ph type="title"/>
          </p:nvPr>
        </p:nvSpPr>
        <p:spPr>
          <a:xfrm>
            <a:off x="415600" y="1474833"/>
            <a:ext cx="11360800" cy="2618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endParaRPr/>
          </a:p>
        </p:txBody>
      </p:sp>
      <p:sp>
        <p:nvSpPr>
          <p:cNvPr id="55" name="Google Shape;55;p103"/>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2133"/>
              </a:spcBef>
              <a:spcAft>
                <a:spcPts val="0"/>
              </a:spcAft>
              <a:buSzPts val="1400"/>
              <a:buChar char="○"/>
              <a:defRPr/>
            </a:lvl2pPr>
            <a:lvl3pPr marL="1371600" lvl="2" indent="-317500" algn="ctr">
              <a:lnSpc>
                <a:spcPct val="115000"/>
              </a:lnSpc>
              <a:spcBef>
                <a:spcPts val="2133"/>
              </a:spcBef>
              <a:spcAft>
                <a:spcPts val="0"/>
              </a:spcAft>
              <a:buSzPts val="1400"/>
              <a:buChar char="■"/>
              <a:defRPr/>
            </a:lvl3pPr>
            <a:lvl4pPr marL="1828800" lvl="3" indent="-317500" algn="ctr">
              <a:lnSpc>
                <a:spcPct val="115000"/>
              </a:lnSpc>
              <a:spcBef>
                <a:spcPts val="2133"/>
              </a:spcBef>
              <a:spcAft>
                <a:spcPts val="0"/>
              </a:spcAft>
              <a:buSzPts val="1400"/>
              <a:buChar char="●"/>
              <a:defRPr/>
            </a:lvl4pPr>
            <a:lvl5pPr marL="2286000" lvl="4" indent="-317500" algn="ctr">
              <a:lnSpc>
                <a:spcPct val="115000"/>
              </a:lnSpc>
              <a:spcBef>
                <a:spcPts val="2133"/>
              </a:spcBef>
              <a:spcAft>
                <a:spcPts val="0"/>
              </a:spcAft>
              <a:buSzPts val="1400"/>
              <a:buChar char="○"/>
              <a:defRPr/>
            </a:lvl5pPr>
            <a:lvl6pPr marL="2743200" lvl="5" indent="-317500" algn="ctr">
              <a:lnSpc>
                <a:spcPct val="115000"/>
              </a:lnSpc>
              <a:spcBef>
                <a:spcPts val="2133"/>
              </a:spcBef>
              <a:spcAft>
                <a:spcPts val="0"/>
              </a:spcAft>
              <a:buSzPts val="1400"/>
              <a:buChar char="■"/>
              <a:defRPr/>
            </a:lvl6pPr>
            <a:lvl7pPr marL="3200400" lvl="6" indent="-317500" algn="ctr">
              <a:lnSpc>
                <a:spcPct val="115000"/>
              </a:lnSpc>
              <a:spcBef>
                <a:spcPts val="2133"/>
              </a:spcBef>
              <a:spcAft>
                <a:spcPts val="0"/>
              </a:spcAft>
              <a:buSzPts val="1400"/>
              <a:buChar char="●"/>
              <a:defRPr/>
            </a:lvl7pPr>
            <a:lvl8pPr marL="3657600" lvl="7" indent="-317500" algn="ctr">
              <a:lnSpc>
                <a:spcPct val="115000"/>
              </a:lnSpc>
              <a:spcBef>
                <a:spcPts val="2133"/>
              </a:spcBef>
              <a:spcAft>
                <a:spcPts val="0"/>
              </a:spcAft>
              <a:buSzPts val="1400"/>
              <a:buChar char="○"/>
              <a:defRPr/>
            </a:lvl8pPr>
            <a:lvl9pPr marL="4114800" lvl="8" indent="-317500" algn="ctr">
              <a:lnSpc>
                <a:spcPct val="115000"/>
              </a:lnSpc>
              <a:spcBef>
                <a:spcPts val="2133"/>
              </a:spcBef>
              <a:spcAft>
                <a:spcPts val="2133"/>
              </a:spcAft>
              <a:buSzPts val="1400"/>
              <a:buChar char="■"/>
              <a:defRPr/>
            </a:lvl9pPr>
          </a:lstStyle>
          <a:p>
            <a:endParaRPr/>
          </a:p>
        </p:txBody>
      </p:sp>
      <p:sp>
        <p:nvSpPr>
          <p:cNvPr id="56" name="Google Shape;56;p10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 Type="http://schemas.openxmlformats.org/officeDocument/2006/relationships/slideLayout" Target="../slideLayouts/slideLayout2.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 Type="http://schemas.openxmlformats.org/officeDocument/2006/relationships/slideLayout" Target="../slideLayouts/slideLayout3.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 Type="http://schemas.openxmlformats.org/officeDocument/2006/relationships/slideLayout" Target="../slideLayouts/slideLayout4.xml"/><Relationship Id="rId40" Type="http://schemas.openxmlformats.org/officeDocument/2006/relationships/slideLayout" Target="../slideLayouts/slideLayout40.xml"/><Relationship Id="rId41"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5"/>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85"/>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1pPr>
            <a:lvl2pPr marL="914400" marR="0" lvl="1"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2pPr>
            <a:lvl3pPr marL="1371600" marR="0" lvl="2"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3pPr>
            <a:lvl4pPr marL="1828800" marR="0" lvl="3"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4pPr>
            <a:lvl5pPr marL="2286000" marR="0" lvl="4"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5pPr>
            <a:lvl6pPr marL="2743200" marR="0" lvl="5"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6pPr>
            <a:lvl7pPr marL="3200400" marR="0" lvl="6"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7pPr>
            <a:lvl8pPr marL="3657600" marR="0" lvl="7"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8pPr>
            <a:lvl9pPr marL="4114800" marR="0" lvl="8" indent="-317500" algn="l" rtl="0">
              <a:lnSpc>
                <a:spcPct val="115000"/>
              </a:lnSpc>
              <a:spcBef>
                <a:spcPts val="1600"/>
              </a:spcBef>
              <a:spcAft>
                <a:spcPts val="1600"/>
              </a:spcAft>
              <a:buClr>
                <a:schemeClr val="lt2"/>
              </a:buClr>
              <a:buSzPts val="1400"/>
              <a:buFont typeface="Arial"/>
              <a:buChar char="■"/>
              <a:defRPr sz="1867" b="0" i="0" u="none" strike="noStrike" cap="none">
                <a:solidFill>
                  <a:schemeClr val="lt2"/>
                </a:solidFill>
                <a:latin typeface="Arial"/>
                <a:ea typeface="Arial"/>
                <a:cs typeface="Arial"/>
                <a:sym typeface="Arial"/>
              </a:defRPr>
            </a:lvl9pPr>
          </a:lstStyle>
          <a:p>
            <a:endParaRPr/>
          </a:p>
        </p:txBody>
      </p:sp>
      <p:sp>
        <p:nvSpPr>
          <p:cNvPr id="12" name="Google Shape;12;p8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6" r:id="rId1"/>
    <p:sldLayoutId id="2147483672" r:id="rId2"/>
    <p:sldLayoutId id="2147483671" r:id="rId3"/>
    <p:sldLayoutId id="2147483673" r:id="rId4"/>
    <p:sldLayoutId id="2147483674" r:id="rId5"/>
    <p:sldLayoutId id="2147483675"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 id="2147483692" r:id="rId22"/>
    <p:sldLayoutId id="2147483693" r:id="rId23"/>
    <p:sldLayoutId id="2147483694" r:id="rId24"/>
    <p:sldLayoutId id="2147483695" r:id="rId25"/>
    <p:sldLayoutId id="2147483696" r:id="rId26"/>
    <p:sldLayoutId id="2147483697" r:id="rId27"/>
    <p:sldLayoutId id="2147483698" r:id="rId28"/>
    <p:sldLayoutId id="2147483699" r:id="rId29"/>
    <p:sldLayoutId id="2147483700" r:id="rId30"/>
    <p:sldLayoutId id="2147483702" r:id="rId31"/>
    <p:sldLayoutId id="2147483703" r:id="rId32"/>
    <p:sldLayoutId id="2147483705" r:id="rId33"/>
    <p:sldLayoutId id="2147483701" r:id="rId34"/>
    <p:sldLayoutId id="2147483654" r:id="rId35"/>
    <p:sldLayoutId id="2147483655" r:id="rId36"/>
    <p:sldLayoutId id="2147483656" r:id="rId37"/>
    <p:sldLayoutId id="2147483657" r:id="rId38"/>
    <p:sldLayoutId id="2147483658" r:id="rId39"/>
    <p:sldLayoutId id="2147483659" r:id="rId4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Yes 2:1-5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Jesaja 2:1 : Dies ist's, das Jesaja, der Sohn des Amoz, sah von Juda und Jerusalem:</a:t>
            </a:r>
          </a:p>
        </p:txBody>
      </p:sp>
      <p:sp>
        <p:nvSpPr>
          <p:cNvPr id="3" name="Text Placeholder 2"/>
          <p:cNvSpPr>
            <a:spLocks noGrp="1"/>
          </p:cNvSpPr>
          <p:nvPr>
            <p:ph type="body" idx="11" sz="quarter"/>
          </p:nvPr>
        </p:nvSpPr>
        <p:spPr/>
        <p:txBody>
          <a:bodyPr/>
          <a:lstStyle/>
          <a:p>
            <a:r>
              <a:t>Yesaya 2:1 : Firman yang dinyatakan kepada Yesaya bin Amos tentang Yehuda dan Yerusalem.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Jesaja 2:2 : Es wird zur letzten Zeit der Berg, da des HERRN Haus ist, fest stehen, höher denn alle Berge, und über alle Hügel erhaben werden, und werden alle Heiden dazu laufen</a:t>
            </a:r>
          </a:p>
        </p:txBody>
      </p:sp>
      <p:sp>
        <p:nvSpPr>
          <p:cNvPr id="3" name="Text Placeholder 2"/>
          <p:cNvSpPr>
            <a:spLocks noGrp="1"/>
          </p:cNvSpPr>
          <p:nvPr>
            <p:ph type="body" idx="11" sz="quarter"/>
          </p:nvPr>
        </p:nvSpPr>
        <p:spPr/>
        <p:txBody>
          <a:bodyPr/>
          <a:lstStyle/>
          <a:p>
            <a:r>
              <a:t>Yesaya 2:2 : Akan terjadi pada hari-hari yang terakhir: gunung tempat rumah Tuhan akan berdiri tegak di hulu gunung-gunung dan menjulang tinggi di atas bukit-bukit; segala bangsa akan berduyun-duyun ke sana,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Jesaja 2:3 : und viele Völker hingehen und sagen: Kommt, laßt uns auf den Berg des HERRN gehen, zum Hause des Gottes Jakobs, daß er uns lehre seine Wege und wir wandeln auf seinen Steigen! Denn von Zion wird das Gesetz ausgehen, und des HERRN Wort von Jerusalem.</a:t>
            </a:r>
          </a:p>
        </p:txBody>
      </p:sp>
      <p:sp>
        <p:nvSpPr>
          <p:cNvPr id="3" name="Text Placeholder 2"/>
          <p:cNvSpPr>
            <a:spLocks noGrp="1"/>
          </p:cNvSpPr>
          <p:nvPr>
            <p:ph type="body" idx="11" sz="quarter"/>
          </p:nvPr>
        </p:nvSpPr>
        <p:spPr/>
        <p:txBody>
          <a:bodyPr/>
          <a:lstStyle/>
          <a:p>
            <a:r>
              <a:t>Yesaya 2:3 : dan banyak suku bangsa akan pergi serta berkata: ”Mari, kita naik ke gunung Tuhan , ke rumah Allah Yakub, supaya Ia mengajar kita tentang jalan-jalan-Nya, dan supaya kita berjalan menempuhnya; sebab dari Sion akan keluar pengajaran dan firman Tuhan dari Yerusalem.”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Jesaja 2:4 : Und er wird richten unter den Heiden und strafen viele Völker. Da werden sie ihre Schwerter zu Pflugscharen und ihre Spieße zu Sicheln machen. Denn es wird kein Volk gegen das andere ein Schwert aufheben, und werden hinfort nicht mehr kriegen lernen.</a:t>
            </a:r>
          </a:p>
        </p:txBody>
      </p:sp>
      <p:sp>
        <p:nvSpPr>
          <p:cNvPr id="3" name="Text Placeholder 2"/>
          <p:cNvSpPr>
            <a:spLocks noGrp="1"/>
          </p:cNvSpPr>
          <p:nvPr>
            <p:ph type="body" idx="11" sz="quarter"/>
          </p:nvPr>
        </p:nvSpPr>
        <p:spPr/>
        <p:txBody>
          <a:bodyPr/>
          <a:lstStyle/>
          <a:p>
            <a:r>
              <a:t>Yesaya 2:4 : Ia akan menjadi hakim antara bangsa-bangsa dan akan menjadi wasit bagi banyak suku bangsa; maka mereka akan menempa pedang-pedangnya menjadi mata bajak dan tombak-tombaknya menjadi pisau pemangkas; bangsa tidak akan lagi mengangkat pedang terhadap bangsa, dan mereka tidak akan lagi belajar perang.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Jesaja 2:5 : Kommt nun, ihr vom Hause Jakob, laßt uns wandeln im Lichte des HERRN!</a:t>
            </a:r>
          </a:p>
        </p:txBody>
      </p:sp>
      <p:sp>
        <p:nvSpPr>
          <p:cNvPr id="3" name="Text Placeholder 2"/>
          <p:cNvSpPr>
            <a:spLocks noGrp="1"/>
          </p:cNvSpPr>
          <p:nvPr>
            <p:ph type="body" idx="11" sz="quarter"/>
          </p:nvPr>
        </p:nvSpPr>
        <p:spPr/>
        <p:txBody>
          <a:bodyPr/>
          <a:lstStyle/>
          <a:p>
            <a:r>
              <a:t>Yesaya 2:5 : Hai kaum keturunan Yakub, mari kita berjalan di dalam terang Tuhan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Pfr. Billy Kristanto</a:t>
            </a:r>
          </a:p>
        </p:txBody>
      </p:sp>
      <p:sp>
        <p:nvSpPr>
          <p:cNvPr id="3" name="Text Placeholder 2"/>
          <p:cNvSpPr>
            <a:spLocks noGrp="1"/>
          </p:cNvSpPr>
          <p:nvPr>
            <p:ph type="body" idx="11" sz="quarter"/>
          </p:nvPr>
        </p:nvSpPr>
        <p:spPr/>
        <p:txBody>
          <a:bodyPr/>
          <a:lstStyle/>
          <a:p>
            <a:r>
              <a:t>Pdt. Billy Kristanto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30 July 2023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0</vt:i4>
      </vt:variant>
    </vt:vector>
  </HeadingPairs>
  <TitlesOfParts>
    <vt:vector size="6" baseType="lpstr">
      <vt:lpstr>Roboto Condensed</vt:lpstr>
      <vt:lpstr>Calibri</vt:lpstr>
      <vt:lpstr>Corsiva</vt:lpstr>
      <vt:lpstr>Arial</vt:lpstr>
      <vt:lpstr>Roboto</vt:lpstr>
      <vt:lpstr>Simple Dark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Bobby Simarmata</dc:creator>
  <cp:lastModifiedBy>Stephen Kurniawan</cp:lastModifiedBy>
  <cp:revision>42</cp:revision>
  <dcterms:created xsi:type="dcterms:W3CDTF">2021-05-09T21:05:28Z</dcterms:created>
  <dcterms:modified xsi:type="dcterms:W3CDTF">2023-07-26T09:54:04Z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04be5fb-a727-4de8-9a0b-2318b3ae9b1b_Enabled">
    <vt:lpwstr>true</vt:lpwstr>
  </property>
  <property fmtid="{D5CDD505-2E9C-101B-9397-08002B2CF9AE}" pid="3" name="MSIP_Label_604be5fb-a727-4de8-9a0b-2318b3ae9b1b_SetDate">
    <vt:lpwstr>2022-09-01T21:09:35Z</vt:lpwstr>
  </property>
  <property fmtid="{D5CDD505-2E9C-101B-9397-08002B2CF9AE}" pid="4" name="MSIP_Label_604be5fb-a727-4de8-9a0b-2318b3ae9b1b_Method">
    <vt:lpwstr>Standard</vt:lpwstr>
  </property>
  <property fmtid="{D5CDD505-2E9C-101B-9397-08002B2CF9AE}" pid="5" name="MSIP_Label_604be5fb-a727-4de8-9a0b-2318b3ae9b1b_Name">
    <vt:lpwstr>604be5fb-a727-4de8-9a0b-2318b3ae9b1b</vt:lpwstr>
  </property>
  <property fmtid="{D5CDD505-2E9C-101B-9397-08002B2CF9AE}" pid="6" name="MSIP_Label_604be5fb-a727-4de8-9a0b-2318b3ae9b1b_SiteId">
    <vt:lpwstr>e361356b-0fd2-4625-86f0-22ae6904a721</vt:lpwstr>
  </property>
  <property fmtid="{D5CDD505-2E9C-101B-9397-08002B2CF9AE}" pid="7" name="MSIP_Label_604be5fb-a727-4de8-9a0b-2318b3ae9b1b_ActionId">
    <vt:lpwstr>1438cdf0-9406-4d23-95c8-9dc020acdc58</vt:lpwstr>
  </property>
  <property fmtid="{D5CDD505-2E9C-101B-9397-08002B2CF9AE}" pid="8" name="MSIP_Label_604be5fb-a727-4de8-9a0b-2318b3ae9b1b_ContentBits">
    <vt:lpwstr>0</vt:lpwstr>
  </property>
</Properties>
</file>