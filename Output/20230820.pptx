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
  </p:notesMasterIdLst>
  <p:sldIdLst>
    <p:sldId id="256" r:id="rId26"/>
    <p:sldId id="257" r:id="rId27"/>
    <p:sldId id="258" r:id="rId28"/>
    <p:sldId id="259" r:id="rId29"/>
    <p:sldId id="260" r:id="rId30"/>
    <p:sldId id="261" r:id="rId31"/>
    <p:sldId id="262" r:id="rId32"/>
    <p:sldId id="263" r:id="rId33"/>
    <p:sldId id="264" r:id="rId34"/>
    <p:sldId id="265" r:id="rId35"/>
    <p:sldId id="266" r:id="rId36"/>
    <p:sldId id="267" r:id="rId37"/>
    <p:sldId id="268" r:id="rId38"/>
    <p:sldId id="269" r:id="rId39"/>
    <p:sldId id="270" r:id="rId40"/>
    <p:sldId id="271" r:id="rId41"/>
    <p:sldId id="272" r:id="rId42"/>
    <p:sldId id="273" r:id="rId43"/>
    <p:sldId id="274" r:id="rId44"/>
    <p:sldId id="275" r:id="rId45"/>
    <p:sldId id="276" r:id="rId46"/>
    <p:sldId id="277" r:id="rId47"/>
    <p:sldId id="278" r:id="rId48"/>
    <p:sldId id="279" r:id="rId49"/>
    <p:sldId id="280" r:id="rId50"/>
    <p:sldId id="281" r:id="rId51"/>
    <p:sldId id="282" r:id="rId52"/>
    <p:sldId id="283" r:id="rId53"/>
    <p:sldId id="284" r:id="rId54"/>
    <p:sldId id="285" r:id="rId55"/>
    <p:sldId id="286" r:id="rId56"/>
    <p:sldId id="287" r:id="rId57"/>
    <p:sldId id="288" r:id="rId58"/>
    <p:sldId id="289" r:id="rId59"/>
    <p:sldId id="290" r:id="rId60"/>
    <p:sldId id="291" r:id="rId61"/>
    <p:sldId id="292" r:id="rId62"/>
    <p:sldId id="293" r:id="rId63"/>
    <p:sldId id="294" r:id="rId64"/>
    <p:sldId id="295" r:id="rId65"/>
    <p:sldId id="296" r:id="rId66"/>
    <p:sldId id="297" r:id="rId67"/>
    <p:sldId id="298" r:id="rId68"/>
    <p:sldId id="299" r:id="rId69"/>
    <p:sldId id="300" r:id="rId70"/>
    <p:sldId id="301" r:id="rId71"/>
    <p:sldId id="302" r:id="rId72"/>
    <p:sldId id="303" r:id="rId73"/>
    <p:sldId id="304" r:id="rId74"/>
    <p:sldId id="305" r:id="rId75"/>
    <p:sldId id="306" r:id="rId76"/>
    <p:sldId id="307" r:id="rId77"/>
    <p:sldId id="308" r:id="rId78"/>
    <p:sldId id="309" r:id="rId79"/>
    <p:sldId id="310" r:id="rId80"/>
    <p:sldId id="311" r:id="rId81"/>
    <p:sldId id="312" r:id="rId82"/>
    <p:sldId id="313" r:id="rId83"/>
    <p:sldId id="314" r:id="rId84"/>
    <p:sldId id="315" r:id="rId85"/>
    <p:sldId id="316" r:id="rId86"/>
    <p:sldId id="317" r:id="rId87"/>
    <p:sldId id="318" r:id="rId88"/>
    <p:sldId id="319" r:id="rId89"/>
    <p:sldId id="320" r:id="rId90"/>
    <p:sldId id="321" r:id="rId91"/>
    <p:sldId id="322" r:id="rId92"/>
    <p:sldId id="323" r:id="rId93"/>
    <p:sldId id="324" r:id="rId94"/>
    <p:sldId id="325" r:id="rId95"/>
    <p:sldId id="326" r:id="rId96"/>
    <p:sldId id="327" r:id="rId97"/>
    <p:sldId id="328" r:id="rId98"/>
    <p:sldId id="329" r:id="rId99"/>
    <p:sldId id="330" r:id="rId100"/>
    <p:sldId id="331" r:id="rId101"/>
    <p:sldId id="332" r:id="rId102"/>
    <p:sldId id="333" r:id="rId103"/>
    <p:sldId id="334" r:id="rId104"/>
    <p:sldId id="335" r:id="rId105"/>
    <p:sldId id="336" r:id="rId106"/>
  </p:sldIdLst>
  <p:sldSz cx="12192000" cy="6858000"/>
  <p:notesSz cx="6858000" cy="9144000"/>
  <p:embeddedFontLst>
    <p:embeddedFont>
      <p:font typeface="Calibri" panose="020F0502020204030204" pitchFamily="34" charset="0"/>
      <p:regular r:id="rId3"/>
      <p:bold r:id="rId4"/>
      <p:italic r:id="rId5"/>
      <p:boldItalic r:id="rId6"/>
    </p:embeddedFont>
    <p:embeddedFont>
      <p:font typeface="Corsiva" panose="020B0604020202020204" charset="0"/>
      <p:regular r:id="rId7"/>
      <p:bold r:id="rId8"/>
      <p:italic r:id="rId9"/>
      <p:boldItalic r:id="rId10"/>
    </p:embeddedFont>
    <p:embeddedFont>
      <p:font typeface="Roboto" panose="02000000000000000000" pitchFamily="2" charset="0"/>
      <p:regular r:id="rId11"/>
      <p:bold r:id="rId12"/>
      <p:italic r:id="rId13"/>
      <p:boldItalic r:id="rId14"/>
    </p:embeddedFont>
    <p:embeddedFont>
      <p:font typeface="Roboto Condensed" panose="02000000000000000000" pitchFamily="2" charset="0"/>
      <p:regular r:id="rId15"/>
      <p:bold r:id="rId16"/>
      <p:italic r:id="rId17"/>
      <p:boldItalic r:id="rId1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33" roundtripDataSignature="AMtx7mhX8iAqc25r3+O3XsHp1GR43/i1h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6060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A163C-5BAC-46C4-B51C-B27C04650638}" v="51" dt="2023-07-16T09:25:13.7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753"/>
    <p:restoredTop sz="94692"/>
  </p:normalViewPr>
  <p:slideViewPr>
    <p:cSldViewPr snapToGrid="0">
      <p:cViewPr varScale="1">
        <p:scale>
          <a:sx n="78" d="100"/>
          <a:sy n="78" d="100"/>
        </p:scale>
        <p:origin x="523"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font" Target="fonts/font8.fntdata"/><Relationship Id="rId100" Type="http://schemas.openxmlformats.org/officeDocument/2006/relationships/slide" Target="slides/slide75.xml"/><Relationship Id="rId101" Type="http://schemas.openxmlformats.org/officeDocument/2006/relationships/slide" Target="slides/slide76.xml"/><Relationship Id="rId102" Type="http://schemas.openxmlformats.org/officeDocument/2006/relationships/slide" Target="slides/slide77.xml"/><Relationship Id="rId103" Type="http://schemas.openxmlformats.org/officeDocument/2006/relationships/slide" Target="slides/slide78.xml"/><Relationship Id="rId104" Type="http://schemas.openxmlformats.org/officeDocument/2006/relationships/slide" Target="slides/slide79.xml"/><Relationship Id="rId105" Type="http://schemas.openxmlformats.org/officeDocument/2006/relationships/slide" Target="slides/slide80.xml"/><Relationship Id="rId106" Type="http://schemas.openxmlformats.org/officeDocument/2006/relationships/slide" Target="slides/slide81.xml"/><Relationship Id="rId11" Type="http://schemas.openxmlformats.org/officeDocument/2006/relationships/font" Target="fonts/font9.fntdata"/><Relationship Id="rId12" Type="http://schemas.openxmlformats.org/officeDocument/2006/relationships/font" Target="fonts/font10.fntdata"/><Relationship Id="rId13" Type="http://schemas.openxmlformats.org/officeDocument/2006/relationships/font" Target="fonts/font11.fntdata"/><Relationship Id="rId133" Type="http://customschemas.google.com/relationships/presentationmetadata" Target="metadata"/><Relationship Id="rId134" Type="http://schemas.openxmlformats.org/officeDocument/2006/relationships/presProps" Target="presProps.xml"/><Relationship Id="rId135" Type="http://schemas.openxmlformats.org/officeDocument/2006/relationships/viewProps" Target="viewProps.xml"/><Relationship Id="rId136" Type="http://schemas.openxmlformats.org/officeDocument/2006/relationships/theme" Target="theme/theme1.xml"/><Relationship Id="rId137" Type="http://schemas.openxmlformats.org/officeDocument/2006/relationships/tableStyles" Target="tableStyles.xml"/><Relationship Id="rId138" Type="http://schemas.microsoft.com/office/2016/11/relationships/changesInfo" Target="changesInfos/changesInfo1.xml"/><Relationship Id="rId139" Type="http://schemas.microsoft.com/office/2015/10/relationships/revisionInfo" Target="revisionInfo.xml"/><Relationship Id="rId14" Type="http://schemas.openxmlformats.org/officeDocument/2006/relationships/font" Target="fonts/font12.fntdata"/><Relationship Id="rId15" Type="http://schemas.openxmlformats.org/officeDocument/2006/relationships/font" Target="fonts/font13.fntdata"/><Relationship Id="rId16" Type="http://schemas.openxmlformats.org/officeDocument/2006/relationships/font" Target="fonts/font14.fntdata"/><Relationship Id="rId17" Type="http://schemas.openxmlformats.org/officeDocument/2006/relationships/font" Target="fonts/font15.fntdata"/><Relationship Id="rId18" Type="http://schemas.openxmlformats.org/officeDocument/2006/relationships/font" Target="fonts/font16.fntdata"/><Relationship Id="rId2" Type="http://schemas.openxmlformats.org/officeDocument/2006/relationships/notesMaster" Target="notesMasters/notesMaster1.xml"/><Relationship Id="rId26" Type="http://schemas.openxmlformats.org/officeDocument/2006/relationships/slide" Target="slides/slide1.xml"/><Relationship Id="rId27" Type="http://schemas.openxmlformats.org/officeDocument/2006/relationships/slide" Target="slides/slide2.xml"/><Relationship Id="rId28" Type="http://schemas.openxmlformats.org/officeDocument/2006/relationships/slide" Target="slides/slide3.xml"/><Relationship Id="rId29" Type="http://schemas.openxmlformats.org/officeDocument/2006/relationships/slide" Target="slides/slide4.xml"/><Relationship Id="rId3" Type="http://schemas.openxmlformats.org/officeDocument/2006/relationships/font" Target="fonts/font1.fntdata"/><Relationship Id="rId30" Type="http://schemas.openxmlformats.org/officeDocument/2006/relationships/slide" Target="slides/slide5.xml"/><Relationship Id="rId31" Type="http://schemas.openxmlformats.org/officeDocument/2006/relationships/slide" Target="slides/slide6.xml"/><Relationship Id="rId32" Type="http://schemas.openxmlformats.org/officeDocument/2006/relationships/slide" Target="slides/slide7.xml"/><Relationship Id="rId33" Type="http://schemas.openxmlformats.org/officeDocument/2006/relationships/slide" Target="slides/slide8.xml"/><Relationship Id="rId34" Type="http://schemas.openxmlformats.org/officeDocument/2006/relationships/slide" Target="slides/slide9.xml"/><Relationship Id="rId35" Type="http://schemas.openxmlformats.org/officeDocument/2006/relationships/slide" Target="slides/slide10.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 Type="http://schemas.openxmlformats.org/officeDocument/2006/relationships/font" Target="fonts/font2.fntdata"/><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21.xml"/><Relationship Id="rId47" Type="http://schemas.openxmlformats.org/officeDocument/2006/relationships/slide" Target="slides/slide22.xml"/><Relationship Id="rId48" Type="http://schemas.openxmlformats.org/officeDocument/2006/relationships/slide" Target="slides/slide23.xml"/><Relationship Id="rId49" Type="http://schemas.openxmlformats.org/officeDocument/2006/relationships/slide" Target="slides/slide24.xml"/><Relationship Id="rId5" Type="http://schemas.openxmlformats.org/officeDocument/2006/relationships/font" Target="fonts/font3.fntdata"/><Relationship Id="rId50" Type="http://schemas.openxmlformats.org/officeDocument/2006/relationships/slide" Target="slides/slide25.xml"/><Relationship Id="rId51" Type="http://schemas.openxmlformats.org/officeDocument/2006/relationships/slide" Target="slides/slide26.xml"/><Relationship Id="rId52" Type="http://schemas.openxmlformats.org/officeDocument/2006/relationships/slide" Target="slides/slide27.xml"/><Relationship Id="rId53" Type="http://schemas.openxmlformats.org/officeDocument/2006/relationships/slide" Target="slides/slide28.xml"/><Relationship Id="rId54" Type="http://schemas.openxmlformats.org/officeDocument/2006/relationships/slide" Target="slides/slide29.xml"/><Relationship Id="rId55" Type="http://schemas.openxmlformats.org/officeDocument/2006/relationships/slide" Target="slides/slide30.xml"/><Relationship Id="rId56" Type="http://schemas.openxmlformats.org/officeDocument/2006/relationships/slide" Target="slides/slide31.xml"/><Relationship Id="rId57" Type="http://schemas.openxmlformats.org/officeDocument/2006/relationships/slide" Target="slides/slide32.xml"/><Relationship Id="rId58" Type="http://schemas.openxmlformats.org/officeDocument/2006/relationships/slide" Target="slides/slide33.xml"/><Relationship Id="rId59" Type="http://schemas.openxmlformats.org/officeDocument/2006/relationships/slide" Target="slides/slide34.xml"/><Relationship Id="rId6" Type="http://schemas.openxmlformats.org/officeDocument/2006/relationships/font" Target="fonts/font4.fntdata"/><Relationship Id="rId60" Type="http://schemas.openxmlformats.org/officeDocument/2006/relationships/slide" Target="slides/slide35.xml"/><Relationship Id="rId61" Type="http://schemas.openxmlformats.org/officeDocument/2006/relationships/slide" Target="slides/slide36.xml"/><Relationship Id="rId62" Type="http://schemas.openxmlformats.org/officeDocument/2006/relationships/slide" Target="slides/slide37.xml"/><Relationship Id="rId63" Type="http://schemas.openxmlformats.org/officeDocument/2006/relationships/slide" Target="slides/slide38.xml"/><Relationship Id="rId64" Type="http://schemas.openxmlformats.org/officeDocument/2006/relationships/slide" Target="slides/slide39.xml"/><Relationship Id="rId65" Type="http://schemas.openxmlformats.org/officeDocument/2006/relationships/slide" Target="slides/slide40.xml"/><Relationship Id="rId66" Type="http://schemas.openxmlformats.org/officeDocument/2006/relationships/slide" Target="slides/slide41.xml"/><Relationship Id="rId67" Type="http://schemas.openxmlformats.org/officeDocument/2006/relationships/slide" Target="slides/slide42.xml"/><Relationship Id="rId68" Type="http://schemas.openxmlformats.org/officeDocument/2006/relationships/slide" Target="slides/slide43.xml"/><Relationship Id="rId69" Type="http://schemas.openxmlformats.org/officeDocument/2006/relationships/slide" Target="slides/slide44.xml"/><Relationship Id="rId7" Type="http://schemas.openxmlformats.org/officeDocument/2006/relationships/font" Target="fonts/font5.fntdata"/><Relationship Id="rId70" Type="http://schemas.openxmlformats.org/officeDocument/2006/relationships/slide" Target="slides/slide45.xml"/><Relationship Id="rId71" Type="http://schemas.openxmlformats.org/officeDocument/2006/relationships/slide" Target="slides/slide46.xml"/><Relationship Id="rId72" Type="http://schemas.openxmlformats.org/officeDocument/2006/relationships/slide" Target="slides/slide47.xml"/><Relationship Id="rId73" Type="http://schemas.openxmlformats.org/officeDocument/2006/relationships/slide" Target="slides/slide48.xml"/><Relationship Id="rId74" Type="http://schemas.openxmlformats.org/officeDocument/2006/relationships/slide" Target="slides/slide49.xml"/><Relationship Id="rId75" Type="http://schemas.openxmlformats.org/officeDocument/2006/relationships/slide" Target="slides/slide50.xml"/><Relationship Id="rId76" Type="http://schemas.openxmlformats.org/officeDocument/2006/relationships/slide" Target="slides/slide51.xml"/><Relationship Id="rId77" Type="http://schemas.openxmlformats.org/officeDocument/2006/relationships/slide" Target="slides/slide52.xml"/><Relationship Id="rId78" Type="http://schemas.openxmlformats.org/officeDocument/2006/relationships/slide" Target="slides/slide53.xml"/><Relationship Id="rId79" Type="http://schemas.openxmlformats.org/officeDocument/2006/relationships/slide" Target="slides/slide54.xml"/><Relationship Id="rId8" Type="http://schemas.openxmlformats.org/officeDocument/2006/relationships/font" Target="fonts/font6.fntdata"/><Relationship Id="rId80" Type="http://schemas.openxmlformats.org/officeDocument/2006/relationships/slide" Target="slides/slide55.xml"/><Relationship Id="rId81" Type="http://schemas.openxmlformats.org/officeDocument/2006/relationships/slide" Target="slides/slide56.xml"/><Relationship Id="rId82" Type="http://schemas.openxmlformats.org/officeDocument/2006/relationships/slide" Target="slides/slide57.xml"/><Relationship Id="rId83" Type="http://schemas.openxmlformats.org/officeDocument/2006/relationships/slide" Target="slides/slide58.xml"/><Relationship Id="rId84" Type="http://schemas.openxmlformats.org/officeDocument/2006/relationships/slide" Target="slides/slide59.xml"/><Relationship Id="rId85" Type="http://schemas.openxmlformats.org/officeDocument/2006/relationships/slide" Target="slides/slide60.xml"/><Relationship Id="rId86" Type="http://schemas.openxmlformats.org/officeDocument/2006/relationships/slide" Target="slides/slide61.xml"/><Relationship Id="rId87" Type="http://schemas.openxmlformats.org/officeDocument/2006/relationships/slide" Target="slides/slide62.xml"/><Relationship Id="rId88" Type="http://schemas.openxmlformats.org/officeDocument/2006/relationships/slide" Target="slides/slide63.xml"/><Relationship Id="rId89" Type="http://schemas.openxmlformats.org/officeDocument/2006/relationships/slide" Target="slides/slide64.xml"/><Relationship Id="rId9" Type="http://schemas.openxmlformats.org/officeDocument/2006/relationships/font" Target="fonts/font7.fntdata"/><Relationship Id="rId90" Type="http://schemas.openxmlformats.org/officeDocument/2006/relationships/slide" Target="slides/slide65.xml"/><Relationship Id="rId91" Type="http://schemas.openxmlformats.org/officeDocument/2006/relationships/slide" Target="slides/slide66.xml"/><Relationship Id="rId92" Type="http://schemas.openxmlformats.org/officeDocument/2006/relationships/slide" Target="slides/slide67.xml"/><Relationship Id="rId93" Type="http://schemas.openxmlformats.org/officeDocument/2006/relationships/slide" Target="slides/slide68.xml"/><Relationship Id="rId94" Type="http://schemas.openxmlformats.org/officeDocument/2006/relationships/slide" Target="slides/slide69.xml"/><Relationship Id="rId95" Type="http://schemas.openxmlformats.org/officeDocument/2006/relationships/slide" Target="slides/slide70.xml"/><Relationship Id="rId96" Type="http://schemas.openxmlformats.org/officeDocument/2006/relationships/slide" Target="slides/slide71.xml"/><Relationship Id="rId97" Type="http://schemas.openxmlformats.org/officeDocument/2006/relationships/slide" Target="slides/slide72.xml"/><Relationship Id="rId98" Type="http://schemas.openxmlformats.org/officeDocument/2006/relationships/slide" Target="slides/slide73.xml"/><Relationship Id="rId99" Type="http://schemas.openxmlformats.org/officeDocument/2006/relationships/slide" Target="slides/slide7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anago, Kenwyn" userId="280bbbef-73a8-4da2-b05f-60f93405c8ba" providerId="ADAL" clId="{7A0A163C-5BAC-46C4-B51C-B27C04650638}"/>
    <pc:docChg chg="undo custSel addSld delSld modSld sldOrd modMainMaster">
      <pc:chgData name="Artanago, Kenwyn" userId="280bbbef-73a8-4da2-b05f-60f93405c8ba" providerId="ADAL" clId="{7A0A163C-5BAC-46C4-B51C-B27C04650638}" dt="2023-07-16T09:26:25.532" v="454" actId="729"/>
      <pc:docMkLst>
        <pc:docMk/>
      </pc:docMkLst>
      <pc:sldChg chg="addSp modSp mod">
        <pc:chgData name="Artanago, Kenwyn" userId="280bbbef-73a8-4da2-b05f-60f93405c8ba" providerId="ADAL" clId="{7A0A163C-5BAC-46C4-B51C-B27C04650638}" dt="2023-07-16T08:04:42.149" v="4" actId="27614"/>
        <pc:sldMkLst>
          <pc:docMk/>
          <pc:sldMk cId="0" sldId="258"/>
        </pc:sldMkLst>
        <pc:picChg chg="add mod">
          <ac:chgData name="Artanago, Kenwyn" userId="280bbbef-73a8-4da2-b05f-60f93405c8ba" providerId="ADAL" clId="{7A0A163C-5BAC-46C4-B51C-B27C04650638}" dt="2023-07-16T08:04:42.149" v="4" actId="27614"/>
          <ac:picMkLst>
            <pc:docMk/>
            <pc:sldMk cId="0" sldId="258"/>
            <ac:picMk id="5" creationId="{A9540718-E3AD-4C61-A94A-262FADD42A4A}"/>
          </ac:picMkLst>
        </pc:picChg>
      </pc:sldChg>
      <pc:sldChg chg="addSp modSp mod">
        <pc:chgData name="Artanago, Kenwyn" userId="280bbbef-73a8-4da2-b05f-60f93405c8ba" providerId="ADAL" clId="{7A0A163C-5BAC-46C4-B51C-B27C04650638}" dt="2023-07-16T08:04:45.032" v="7" actId="962"/>
        <pc:sldMkLst>
          <pc:docMk/>
          <pc:sldMk cId="0" sldId="259"/>
        </pc:sldMkLst>
        <pc:picChg chg="add mod">
          <ac:chgData name="Artanago, Kenwyn" userId="280bbbef-73a8-4da2-b05f-60f93405c8ba" providerId="ADAL" clId="{7A0A163C-5BAC-46C4-B51C-B27C04650638}" dt="2023-07-16T08:04:45.032" v="7" actId="962"/>
          <ac:picMkLst>
            <pc:docMk/>
            <pc:sldMk cId="0" sldId="259"/>
            <ac:picMk id="5" creationId="{421BEB6B-2C09-4977-A9EB-711A5F47280C}"/>
          </ac:picMkLst>
        </pc:picChg>
      </pc:sldChg>
      <pc:sldChg chg="addSp modSp mod">
        <pc:chgData name="Artanago, Kenwyn" userId="280bbbef-73a8-4da2-b05f-60f93405c8ba" providerId="ADAL" clId="{7A0A163C-5BAC-46C4-B51C-B27C04650638}" dt="2023-07-16T08:04:48.376" v="10" actId="962"/>
        <pc:sldMkLst>
          <pc:docMk/>
          <pc:sldMk cId="0" sldId="260"/>
        </pc:sldMkLst>
        <pc:picChg chg="add mod">
          <ac:chgData name="Artanago, Kenwyn" userId="280bbbef-73a8-4da2-b05f-60f93405c8ba" providerId="ADAL" clId="{7A0A163C-5BAC-46C4-B51C-B27C04650638}" dt="2023-07-16T08:04:48.376" v="10" actId="962"/>
          <ac:picMkLst>
            <pc:docMk/>
            <pc:sldMk cId="0" sldId="260"/>
            <ac:picMk id="5" creationId="{B83D3DC2-8B0B-4BB0-B71C-93E9C3016FD8}"/>
          </ac:picMkLst>
        </pc:picChg>
      </pc:sldChg>
      <pc:sldChg chg="addSp modSp mod">
        <pc:chgData name="Artanago, Kenwyn" userId="280bbbef-73a8-4da2-b05f-60f93405c8ba" providerId="ADAL" clId="{7A0A163C-5BAC-46C4-B51C-B27C04650638}" dt="2023-07-16T08:04:52.024" v="13" actId="962"/>
        <pc:sldMkLst>
          <pc:docMk/>
          <pc:sldMk cId="0" sldId="261"/>
        </pc:sldMkLst>
        <pc:picChg chg="add mod">
          <ac:chgData name="Artanago, Kenwyn" userId="280bbbef-73a8-4da2-b05f-60f93405c8ba" providerId="ADAL" clId="{7A0A163C-5BAC-46C4-B51C-B27C04650638}" dt="2023-07-16T08:04:52.024" v="13" actId="962"/>
          <ac:picMkLst>
            <pc:docMk/>
            <pc:sldMk cId="0" sldId="261"/>
            <ac:picMk id="6" creationId="{DE4233D7-8AA5-4DCB-B582-03E6C558FD3B}"/>
          </ac:picMkLst>
        </pc:picChg>
      </pc:sldChg>
      <pc:sldChg chg="addSp modSp mod">
        <pc:chgData name="Artanago, Kenwyn" userId="280bbbef-73a8-4da2-b05f-60f93405c8ba" providerId="ADAL" clId="{7A0A163C-5BAC-46C4-B51C-B27C04650638}" dt="2023-07-16T08:04:56.273" v="15" actId="27614"/>
        <pc:sldMkLst>
          <pc:docMk/>
          <pc:sldMk cId="0" sldId="262"/>
        </pc:sldMkLst>
        <pc:picChg chg="add mod">
          <ac:chgData name="Artanago, Kenwyn" userId="280bbbef-73a8-4da2-b05f-60f93405c8ba" providerId="ADAL" clId="{7A0A163C-5BAC-46C4-B51C-B27C04650638}" dt="2023-07-16T08:04:56.273" v="15" actId="27614"/>
          <ac:picMkLst>
            <pc:docMk/>
            <pc:sldMk cId="0" sldId="262"/>
            <ac:picMk id="6" creationId="{88888088-E6FF-4595-BE2F-A597A04E1D33}"/>
          </ac:picMkLst>
        </pc:picChg>
      </pc:sldChg>
      <pc:sldChg chg="addSp modSp mod">
        <pc:chgData name="Artanago, Kenwyn" userId="280bbbef-73a8-4da2-b05f-60f93405c8ba" providerId="ADAL" clId="{7A0A163C-5BAC-46C4-B51C-B27C04650638}" dt="2023-07-16T08:05:00.250" v="18" actId="962"/>
        <pc:sldMkLst>
          <pc:docMk/>
          <pc:sldMk cId="0" sldId="263"/>
        </pc:sldMkLst>
        <pc:picChg chg="add mod">
          <ac:chgData name="Artanago, Kenwyn" userId="280bbbef-73a8-4da2-b05f-60f93405c8ba" providerId="ADAL" clId="{7A0A163C-5BAC-46C4-B51C-B27C04650638}" dt="2023-07-16T08:05:00.250" v="18" actId="962"/>
          <ac:picMkLst>
            <pc:docMk/>
            <pc:sldMk cId="0" sldId="263"/>
            <ac:picMk id="6" creationId="{F16C39DC-9BD2-4880-9D07-F8E942AE7C10}"/>
          </ac:picMkLst>
        </pc:picChg>
      </pc:sldChg>
      <pc:sldChg chg="addSp modSp mod">
        <pc:chgData name="Artanago, Kenwyn" userId="280bbbef-73a8-4da2-b05f-60f93405c8ba" providerId="ADAL" clId="{7A0A163C-5BAC-46C4-B51C-B27C04650638}" dt="2023-07-16T08:05:04.224" v="21" actId="962"/>
        <pc:sldMkLst>
          <pc:docMk/>
          <pc:sldMk cId="0" sldId="264"/>
        </pc:sldMkLst>
        <pc:picChg chg="add mod">
          <ac:chgData name="Artanago, Kenwyn" userId="280bbbef-73a8-4da2-b05f-60f93405c8ba" providerId="ADAL" clId="{7A0A163C-5BAC-46C4-B51C-B27C04650638}" dt="2023-07-16T08:05:04.224" v="21" actId="962"/>
          <ac:picMkLst>
            <pc:docMk/>
            <pc:sldMk cId="0" sldId="264"/>
            <ac:picMk id="6" creationId="{22C73110-7AF0-4838-8F44-3DFFD1681131}"/>
          </ac:picMkLst>
        </pc:picChg>
      </pc:sldChg>
      <pc:sldChg chg="addSp modSp mod">
        <pc:chgData name="Artanago, Kenwyn" userId="280bbbef-73a8-4da2-b05f-60f93405c8ba" providerId="ADAL" clId="{7A0A163C-5BAC-46C4-B51C-B27C04650638}" dt="2023-07-16T08:05:08.019" v="24" actId="962"/>
        <pc:sldMkLst>
          <pc:docMk/>
          <pc:sldMk cId="0" sldId="265"/>
        </pc:sldMkLst>
        <pc:picChg chg="add mod">
          <ac:chgData name="Artanago, Kenwyn" userId="280bbbef-73a8-4da2-b05f-60f93405c8ba" providerId="ADAL" clId="{7A0A163C-5BAC-46C4-B51C-B27C04650638}" dt="2023-07-16T08:05:08.019" v="24" actId="962"/>
          <ac:picMkLst>
            <pc:docMk/>
            <pc:sldMk cId="0" sldId="265"/>
            <ac:picMk id="6" creationId="{D58DB986-C50F-4C0C-AFC4-E9029C1FA179}"/>
          </ac:picMkLst>
        </pc:picChg>
      </pc:sldChg>
      <pc:sldChg chg="addSp modSp mod">
        <pc:chgData name="Artanago, Kenwyn" userId="280bbbef-73a8-4da2-b05f-60f93405c8ba" providerId="ADAL" clId="{7A0A163C-5BAC-46C4-B51C-B27C04650638}" dt="2023-07-16T08:05:11.910" v="27" actId="962"/>
        <pc:sldMkLst>
          <pc:docMk/>
          <pc:sldMk cId="0" sldId="266"/>
        </pc:sldMkLst>
        <pc:picChg chg="add mod">
          <ac:chgData name="Artanago, Kenwyn" userId="280bbbef-73a8-4da2-b05f-60f93405c8ba" providerId="ADAL" clId="{7A0A163C-5BAC-46C4-B51C-B27C04650638}" dt="2023-07-16T08:05:11.910" v="27" actId="962"/>
          <ac:picMkLst>
            <pc:docMk/>
            <pc:sldMk cId="0" sldId="266"/>
            <ac:picMk id="6" creationId="{44422C44-C731-47E0-A8C8-22998B7197B7}"/>
          </ac:picMkLst>
        </pc:picChg>
      </pc:sldChg>
      <pc:sldChg chg="addSp modSp mod">
        <pc:chgData name="Artanago, Kenwyn" userId="280bbbef-73a8-4da2-b05f-60f93405c8ba" providerId="ADAL" clId="{7A0A163C-5BAC-46C4-B51C-B27C04650638}" dt="2023-07-16T08:05:18.136" v="30" actId="962"/>
        <pc:sldMkLst>
          <pc:docMk/>
          <pc:sldMk cId="0" sldId="267"/>
        </pc:sldMkLst>
        <pc:picChg chg="add mod">
          <ac:chgData name="Artanago, Kenwyn" userId="280bbbef-73a8-4da2-b05f-60f93405c8ba" providerId="ADAL" clId="{7A0A163C-5BAC-46C4-B51C-B27C04650638}" dt="2023-07-16T08:05:18.136" v="30" actId="962"/>
          <ac:picMkLst>
            <pc:docMk/>
            <pc:sldMk cId="0" sldId="267"/>
            <ac:picMk id="6" creationId="{8EE7F937-AD36-496F-B201-5F668FEC83A7}"/>
          </ac:picMkLst>
        </pc:picChg>
      </pc:sldChg>
      <pc:sldChg chg="addSp modSp mod">
        <pc:chgData name="Artanago, Kenwyn" userId="280bbbef-73a8-4da2-b05f-60f93405c8ba" providerId="ADAL" clId="{7A0A163C-5BAC-46C4-B51C-B27C04650638}" dt="2023-07-16T08:05:22.501" v="33" actId="962"/>
        <pc:sldMkLst>
          <pc:docMk/>
          <pc:sldMk cId="0" sldId="268"/>
        </pc:sldMkLst>
        <pc:picChg chg="add mod">
          <ac:chgData name="Artanago, Kenwyn" userId="280bbbef-73a8-4da2-b05f-60f93405c8ba" providerId="ADAL" clId="{7A0A163C-5BAC-46C4-B51C-B27C04650638}" dt="2023-07-16T08:05:22.501" v="33" actId="962"/>
          <ac:picMkLst>
            <pc:docMk/>
            <pc:sldMk cId="0" sldId="268"/>
            <ac:picMk id="6" creationId="{CA0E0886-6750-4025-999D-F0AB43AED556}"/>
          </ac:picMkLst>
        </pc:picChg>
      </pc:sldChg>
      <pc:sldChg chg="addSp modSp mod">
        <pc:chgData name="Artanago, Kenwyn" userId="280bbbef-73a8-4da2-b05f-60f93405c8ba" providerId="ADAL" clId="{7A0A163C-5BAC-46C4-B51C-B27C04650638}" dt="2023-07-16T08:05:27.207" v="36" actId="962"/>
        <pc:sldMkLst>
          <pc:docMk/>
          <pc:sldMk cId="0" sldId="269"/>
        </pc:sldMkLst>
        <pc:picChg chg="add mod">
          <ac:chgData name="Artanago, Kenwyn" userId="280bbbef-73a8-4da2-b05f-60f93405c8ba" providerId="ADAL" clId="{7A0A163C-5BAC-46C4-B51C-B27C04650638}" dt="2023-07-16T08:05:27.207" v="36" actId="962"/>
          <ac:picMkLst>
            <pc:docMk/>
            <pc:sldMk cId="0" sldId="269"/>
            <ac:picMk id="6" creationId="{C1ACC2CA-C52B-4FA7-8499-FD37CEC17D1E}"/>
          </ac:picMkLst>
        </pc:picChg>
      </pc:sldChg>
      <pc:sldChg chg="addSp modSp mod">
        <pc:chgData name="Artanago, Kenwyn" userId="280bbbef-73a8-4da2-b05f-60f93405c8ba" providerId="ADAL" clId="{7A0A163C-5BAC-46C4-B51C-B27C04650638}" dt="2023-07-16T08:05:47.431" v="39" actId="962"/>
        <pc:sldMkLst>
          <pc:docMk/>
          <pc:sldMk cId="0" sldId="271"/>
        </pc:sldMkLst>
        <pc:picChg chg="add mod">
          <ac:chgData name="Artanago, Kenwyn" userId="280bbbef-73a8-4da2-b05f-60f93405c8ba" providerId="ADAL" clId="{7A0A163C-5BAC-46C4-B51C-B27C04650638}" dt="2023-07-16T08:05:47.431" v="39" actId="962"/>
          <ac:picMkLst>
            <pc:docMk/>
            <pc:sldMk cId="0" sldId="271"/>
            <ac:picMk id="5" creationId="{4E2D619B-3021-4431-81F5-A26B08F775BF}"/>
          </ac:picMkLst>
        </pc:picChg>
      </pc:sldChg>
      <pc:sldChg chg="addSp modSp mod">
        <pc:chgData name="Artanago, Kenwyn" userId="280bbbef-73a8-4da2-b05f-60f93405c8ba" providerId="ADAL" clId="{7A0A163C-5BAC-46C4-B51C-B27C04650638}" dt="2023-07-16T08:05:55.762" v="45" actId="962"/>
        <pc:sldMkLst>
          <pc:docMk/>
          <pc:sldMk cId="0" sldId="272"/>
        </pc:sldMkLst>
        <pc:picChg chg="add mod">
          <ac:chgData name="Artanago, Kenwyn" userId="280bbbef-73a8-4da2-b05f-60f93405c8ba" providerId="ADAL" clId="{7A0A163C-5BAC-46C4-B51C-B27C04650638}" dt="2023-07-16T08:05:52.539" v="42" actId="962"/>
          <ac:picMkLst>
            <pc:docMk/>
            <pc:sldMk cId="0" sldId="272"/>
            <ac:picMk id="6" creationId="{E5B8E278-73FA-4F16-B04B-D3B1692E9CEA}"/>
          </ac:picMkLst>
        </pc:picChg>
        <pc:picChg chg="add mod">
          <ac:chgData name="Artanago, Kenwyn" userId="280bbbef-73a8-4da2-b05f-60f93405c8ba" providerId="ADAL" clId="{7A0A163C-5BAC-46C4-B51C-B27C04650638}" dt="2023-07-16T08:05:55.762" v="45" actId="962"/>
          <ac:picMkLst>
            <pc:docMk/>
            <pc:sldMk cId="0" sldId="272"/>
            <ac:picMk id="8" creationId="{DB8F484A-028C-4FF1-8B8B-E4ECA9547DE2}"/>
          </ac:picMkLst>
        </pc:picChg>
      </pc:sldChg>
      <pc:sldChg chg="addSp modSp mod">
        <pc:chgData name="Artanago, Kenwyn" userId="280bbbef-73a8-4da2-b05f-60f93405c8ba" providerId="ADAL" clId="{7A0A163C-5BAC-46C4-B51C-B27C04650638}" dt="2023-07-16T08:06:00.622" v="48" actId="962"/>
        <pc:sldMkLst>
          <pc:docMk/>
          <pc:sldMk cId="0" sldId="273"/>
        </pc:sldMkLst>
        <pc:picChg chg="add mod">
          <ac:chgData name="Artanago, Kenwyn" userId="280bbbef-73a8-4da2-b05f-60f93405c8ba" providerId="ADAL" clId="{7A0A163C-5BAC-46C4-B51C-B27C04650638}" dt="2023-07-16T08:06:00.622" v="48" actId="962"/>
          <ac:picMkLst>
            <pc:docMk/>
            <pc:sldMk cId="0" sldId="273"/>
            <ac:picMk id="6" creationId="{E9BDB2D3-EB97-4C09-8DF9-9EFF48552503}"/>
          </ac:picMkLst>
        </pc:picChg>
      </pc:sldChg>
      <pc:sldChg chg="addSp modSp mod">
        <pc:chgData name="Artanago, Kenwyn" userId="280bbbef-73a8-4da2-b05f-60f93405c8ba" providerId="ADAL" clId="{7A0A163C-5BAC-46C4-B51C-B27C04650638}" dt="2023-07-16T08:06:04.980" v="51" actId="962"/>
        <pc:sldMkLst>
          <pc:docMk/>
          <pc:sldMk cId="0" sldId="274"/>
        </pc:sldMkLst>
        <pc:picChg chg="add mod">
          <ac:chgData name="Artanago, Kenwyn" userId="280bbbef-73a8-4da2-b05f-60f93405c8ba" providerId="ADAL" clId="{7A0A163C-5BAC-46C4-B51C-B27C04650638}" dt="2023-07-16T08:06:04.980" v="51" actId="962"/>
          <ac:picMkLst>
            <pc:docMk/>
            <pc:sldMk cId="0" sldId="274"/>
            <ac:picMk id="6" creationId="{882D19AE-1DE2-431A-90D3-5854848F319E}"/>
          </ac:picMkLst>
        </pc:picChg>
      </pc:sldChg>
      <pc:sldChg chg="addSp modSp mod">
        <pc:chgData name="Artanago, Kenwyn" userId="280bbbef-73a8-4da2-b05f-60f93405c8ba" providerId="ADAL" clId="{7A0A163C-5BAC-46C4-B51C-B27C04650638}" dt="2023-07-16T08:06:09.325" v="54" actId="962"/>
        <pc:sldMkLst>
          <pc:docMk/>
          <pc:sldMk cId="0" sldId="275"/>
        </pc:sldMkLst>
        <pc:picChg chg="add mod">
          <ac:chgData name="Artanago, Kenwyn" userId="280bbbef-73a8-4da2-b05f-60f93405c8ba" providerId="ADAL" clId="{7A0A163C-5BAC-46C4-B51C-B27C04650638}" dt="2023-07-16T08:06:09.325" v="54" actId="962"/>
          <ac:picMkLst>
            <pc:docMk/>
            <pc:sldMk cId="0" sldId="275"/>
            <ac:picMk id="6" creationId="{7C075448-7C96-456D-BC1B-84CB1BC1846D}"/>
          </ac:picMkLst>
        </pc:picChg>
      </pc:sldChg>
      <pc:sldChg chg="addSp modSp mod">
        <pc:chgData name="Artanago, Kenwyn" userId="280bbbef-73a8-4da2-b05f-60f93405c8ba" providerId="ADAL" clId="{7A0A163C-5BAC-46C4-B51C-B27C04650638}" dt="2023-07-16T08:06:14.011" v="57" actId="962"/>
        <pc:sldMkLst>
          <pc:docMk/>
          <pc:sldMk cId="0" sldId="276"/>
        </pc:sldMkLst>
        <pc:picChg chg="add mod">
          <ac:chgData name="Artanago, Kenwyn" userId="280bbbef-73a8-4da2-b05f-60f93405c8ba" providerId="ADAL" clId="{7A0A163C-5BAC-46C4-B51C-B27C04650638}" dt="2023-07-16T08:06:14.011" v="57" actId="962"/>
          <ac:picMkLst>
            <pc:docMk/>
            <pc:sldMk cId="0" sldId="276"/>
            <ac:picMk id="6" creationId="{B512A7EE-E12B-4D78-AE06-1523029184CA}"/>
          </ac:picMkLst>
        </pc:picChg>
      </pc:sldChg>
      <pc:sldChg chg="modSp mod">
        <pc:chgData name="Artanago, Kenwyn" userId="280bbbef-73a8-4da2-b05f-60f93405c8ba" providerId="ADAL" clId="{7A0A163C-5BAC-46C4-B51C-B27C04650638}" dt="2023-07-16T08:07:52.208" v="85" actId="20577"/>
        <pc:sldMkLst>
          <pc:docMk/>
          <pc:sldMk cId="0" sldId="283"/>
        </pc:sldMkLst>
        <pc:spChg chg="mod">
          <ac:chgData name="Artanago, Kenwyn" userId="280bbbef-73a8-4da2-b05f-60f93405c8ba" providerId="ADAL" clId="{7A0A163C-5BAC-46C4-B51C-B27C04650638}" dt="2023-07-16T08:07:52.208" v="85" actId="20577"/>
          <ac:spMkLst>
            <pc:docMk/>
            <pc:sldMk cId="0" sldId="283"/>
            <ac:spMk id="268" creationId="{00000000-0000-0000-0000-000000000000}"/>
          </ac:spMkLst>
        </pc:spChg>
      </pc:sldChg>
      <pc:sldChg chg="modSp mod">
        <pc:chgData name="Artanago, Kenwyn" userId="280bbbef-73a8-4da2-b05f-60f93405c8ba" providerId="ADAL" clId="{7A0A163C-5BAC-46C4-B51C-B27C04650638}" dt="2023-07-16T08:15:58.889" v="166"/>
        <pc:sldMkLst>
          <pc:docMk/>
          <pc:sldMk cId="0" sldId="284"/>
        </pc:sldMkLst>
        <pc:spChg chg="mod">
          <ac:chgData name="Artanago, Kenwyn" userId="280bbbef-73a8-4da2-b05f-60f93405c8ba" providerId="ADAL" clId="{7A0A163C-5BAC-46C4-B51C-B27C04650638}" dt="2023-07-16T08:15:58.889" v="166"/>
          <ac:spMkLst>
            <pc:docMk/>
            <pc:sldMk cId="0" sldId="284"/>
            <ac:spMk id="274" creationId="{00000000-0000-0000-0000-000000000000}"/>
          </ac:spMkLst>
        </pc:spChg>
      </pc:sldChg>
      <pc:sldChg chg="modSp mod">
        <pc:chgData name="Artanago, Kenwyn" userId="280bbbef-73a8-4da2-b05f-60f93405c8ba" providerId="ADAL" clId="{7A0A163C-5BAC-46C4-B51C-B27C04650638}" dt="2023-07-16T08:15:47.861" v="163"/>
        <pc:sldMkLst>
          <pc:docMk/>
          <pc:sldMk cId="0" sldId="285"/>
        </pc:sldMkLst>
        <pc:spChg chg="mod">
          <ac:chgData name="Artanago, Kenwyn" userId="280bbbef-73a8-4da2-b05f-60f93405c8ba" providerId="ADAL" clId="{7A0A163C-5BAC-46C4-B51C-B27C04650638}" dt="2023-07-16T08:15:47.861" v="163"/>
          <ac:spMkLst>
            <pc:docMk/>
            <pc:sldMk cId="0" sldId="285"/>
            <ac:spMk id="279" creationId="{00000000-0000-0000-0000-000000000000}"/>
          </ac:spMkLst>
        </pc:spChg>
      </pc:sldChg>
      <pc:sldChg chg="modSp mod">
        <pc:chgData name="Artanago, Kenwyn" userId="280bbbef-73a8-4da2-b05f-60f93405c8ba" providerId="ADAL" clId="{7A0A163C-5BAC-46C4-B51C-B27C04650638}" dt="2023-07-16T08:15:32.079" v="160"/>
        <pc:sldMkLst>
          <pc:docMk/>
          <pc:sldMk cId="0" sldId="286"/>
        </pc:sldMkLst>
        <pc:spChg chg="mod">
          <ac:chgData name="Artanago, Kenwyn" userId="280bbbef-73a8-4da2-b05f-60f93405c8ba" providerId="ADAL" clId="{7A0A163C-5BAC-46C4-B51C-B27C04650638}" dt="2023-07-16T08:15:32.079" v="160"/>
          <ac:spMkLst>
            <pc:docMk/>
            <pc:sldMk cId="0" sldId="286"/>
            <ac:spMk id="284" creationId="{00000000-0000-0000-0000-000000000000}"/>
          </ac:spMkLst>
        </pc:spChg>
      </pc:sldChg>
      <pc:sldChg chg="modSp mod">
        <pc:chgData name="Artanago, Kenwyn" userId="280bbbef-73a8-4da2-b05f-60f93405c8ba" providerId="ADAL" clId="{7A0A163C-5BAC-46C4-B51C-B27C04650638}" dt="2023-07-16T08:15:11.407" v="157"/>
        <pc:sldMkLst>
          <pc:docMk/>
          <pc:sldMk cId="0" sldId="287"/>
        </pc:sldMkLst>
        <pc:spChg chg="mod">
          <ac:chgData name="Artanago, Kenwyn" userId="280bbbef-73a8-4da2-b05f-60f93405c8ba" providerId="ADAL" clId="{7A0A163C-5BAC-46C4-B51C-B27C04650638}" dt="2023-07-16T08:15:11.407" v="157"/>
          <ac:spMkLst>
            <pc:docMk/>
            <pc:sldMk cId="0" sldId="287"/>
            <ac:spMk id="289" creationId="{00000000-0000-0000-0000-000000000000}"/>
          </ac:spMkLst>
        </pc:spChg>
      </pc:sldChg>
      <pc:sldChg chg="addSp modSp mod">
        <pc:chgData name="Artanago, Kenwyn" userId="280bbbef-73a8-4da2-b05f-60f93405c8ba" providerId="ADAL" clId="{7A0A163C-5BAC-46C4-B51C-B27C04650638}" dt="2023-07-16T08:18:52.124" v="169" actId="962"/>
        <pc:sldMkLst>
          <pc:docMk/>
          <pc:sldMk cId="0" sldId="289"/>
        </pc:sldMkLst>
        <pc:picChg chg="add mod">
          <ac:chgData name="Artanago, Kenwyn" userId="280bbbef-73a8-4da2-b05f-60f93405c8ba" providerId="ADAL" clId="{7A0A163C-5BAC-46C4-B51C-B27C04650638}" dt="2023-07-16T08:18:52.124" v="169" actId="962"/>
          <ac:picMkLst>
            <pc:docMk/>
            <pc:sldMk cId="0" sldId="289"/>
            <ac:picMk id="6" creationId="{4E25DDDA-2232-4DB7-A0AC-5FFC558309C3}"/>
          </ac:picMkLst>
        </pc:picChg>
      </pc:sldChg>
      <pc:sldChg chg="addSp modSp mod">
        <pc:chgData name="Artanago, Kenwyn" userId="280bbbef-73a8-4da2-b05f-60f93405c8ba" providerId="ADAL" clId="{7A0A163C-5BAC-46C4-B51C-B27C04650638}" dt="2023-07-16T08:18:58.014" v="172" actId="962"/>
        <pc:sldMkLst>
          <pc:docMk/>
          <pc:sldMk cId="0" sldId="290"/>
        </pc:sldMkLst>
        <pc:picChg chg="add mod">
          <ac:chgData name="Artanago, Kenwyn" userId="280bbbef-73a8-4da2-b05f-60f93405c8ba" providerId="ADAL" clId="{7A0A163C-5BAC-46C4-B51C-B27C04650638}" dt="2023-07-16T08:18:58.014" v="172" actId="962"/>
          <ac:picMkLst>
            <pc:docMk/>
            <pc:sldMk cId="0" sldId="290"/>
            <ac:picMk id="6" creationId="{9D10FCAE-B7FD-4C9E-8B65-D3A6CA265DC6}"/>
          </ac:picMkLst>
        </pc:picChg>
      </pc:sldChg>
      <pc:sldChg chg="modSp mod">
        <pc:chgData name="Artanago, Kenwyn" userId="280bbbef-73a8-4da2-b05f-60f93405c8ba" providerId="ADAL" clId="{7A0A163C-5BAC-46C4-B51C-B27C04650638}" dt="2023-07-16T08:40:48.394" v="449" actId="207"/>
        <pc:sldMkLst>
          <pc:docMk/>
          <pc:sldMk cId="0" sldId="292"/>
        </pc:sldMkLst>
        <pc:spChg chg="mod">
          <ac:chgData name="Artanago, Kenwyn" userId="280bbbef-73a8-4da2-b05f-60f93405c8ba" providerId="ADAL" clId="{7A0A163C-5BAC-46C4-B51C-B27C04650638}" dt="2023-07-16T08:40:41.111" v="448" actId="207"/>
          <ac:spMkLst>
            <pc:docMk/>
            <pc:sldMk cId="0" sldId="292"/>
            <ac:spMk id="507" creationId="{00000000-0000-0000-0000-000000000000}"/>
          </ac:spMkLst>
        </pc:spChg>
        <pc:spChg chg="mod">
          <ac:chgData name="Artanago, Kenwyn" userId="280bbbef-73a8-4da2-b05f-60f93405c8ba" providerId="ADAL" clId="{7A0A163C-5BAC-46C4-B51C-B27C04650638}" dt="2023-07-16T08:40:48.394" v="449" actId="207"/>
          <ac:spMkLst>
            <pc:docMk/>
            <pc:sldMk cId="0" sldId="292"/>
            <ac:spMk id="508" creationId="{00000000-0000-0000-0000-000000000000}"/>
          </ac:spMkLst>
        </pc:spChg>
      </pc:sldChg>
      <pc:sldChg chg="addSp modSp mod">
        <pc:chgData name="Artanago, Kenwyn" userId="280bbbef-73a8-4da2-b05f-60f93405c8ba" providerId="ADAL" clId="{7A0A163C-5BAC-46C4-B51C-B27C04650638}" dt="2023-07-16T08:19:03.281" v="175" actId="962"/>
        <pc:sldMkLst>
          <pc:docMk/>
          <pc:sldMk cId="0" sldId="293"/>
        </pc:sldMkLst>
        <pc:picChg chg="add mod">
          <ac:chgData name="Artanago, Kenwyn" userId="280bbbef-73a8-4da2-b05f-60f93405c8ba" providerId="ADAL" clId="{7A0A163C-5BAC-46C4-B51C-B27C04650638}" dt="2023-07-16T08:19:03.281" v="175" actId="962"/>
          <ac:picMkLst>
            <pc:docMk/>
            <pc:sldMk cId="0" sldId="293"/>
            <ac:picMk id="6" creationId="{E241312C-DDFE-481D-9885-6EC66E06F4F7}"/>
          </ac:picMkLst>
        </pc:picChg>
      </pc:sldChg>
      <pc:sldChg chg="addSp modSp mod">
        <pc:chgData name="Artanago, Kenwyn" userId="280bbbef-73a8-4da2-b05f-60f93405c8ba" providerId="ADAL" clId="{7A0A163C-5BAC-46C4-B51C-B27C04650638}" dt="2023-07-16T08:19:07.422" v="178" actId="962"/>
        <pc:sldMkLst>
          <pc:docMk/>
          <pc:sldMk cId="0" sldId="294"/>
        </pc:sldMkLst>
        <pc:picChg chg="add mod">
          <ac:chgData name="Artanago, Kenwyn" userId="280bbbef-73a8-4da2-b05f-60f93405c8ba" providerId="ADAL" clId="{7A0A163C-5BAC-46C4-B51C-B27C04650638}" dt="2023-07-16T08:19:07.422" v="178" actId="962"/>
          <ac:picMkLst>
            <pc:docMk/>
            <pc:sldMk cId="0" sldId="294"/>
            <ac:picMk id="6" creationId="{F32D0C2D-49F6-482B-8E6F-8DA7F3ECD5C6}"/>
          </ac:picMkLst>
        </pc:picChg>
      </pc:sldChg>
      <pc:sldChg chg="addSp modSp mod">
        <pc:chgData name="Artanago, Kenwyn" userId="280bbbef-73a8-4da2-b05f-60f93405c8ba" providerId="ADAL" clId="{7A0A163C-5BAC-46C4-B51C-B27C04650638}" dt="2023-07-16T08:19:10.780" v="181" actId="962"/>
        <pc:sldMkLst>
          <pc:docMk/>
          <pc:sldMk cId="0" sldId="295"/>
        </pc:sldMkLst>
        <pc:picChg chg="add mod">
          <ac:chgData name="Artanago, Kenwyn" userId="280bbbef-73a8-4da2-b05f-60f93405c8ba" providerId="ADAL" clId="{7A0A163C-5BAC-46C4-B51C-B27C04650638}" dt="2023-07-16T08:19:10.780" v="181" actId="962"/>
          <ac:picMkLst>
            <pc:docMk/>
            <pc:sldMk cId="0" sldId="295"/>
            <ac:picMk id="6" creationId="{03F0AE7D-A7C6-42CF-BA0B-D42A9B93A724}"/>
          </ac:picMkLst>
        </pc:picChg>
      </pc:sldChg>
      <pc:sldChg chg="addSp modSp mod">
        <pc:chgData name="Artanago, Kenwyn" userId="280bbbef-73a8-4da2-b05f-60f93405c8ba" providerId="ADAL" clId="{7A0A163C-5BAC-46C4-B51C-B27C04650638}" dt="2023-07-16T08:19:14.244" v="183" actId="27614"/>
        <pc:sldMkLst>
          <pc:docMk/>
          <pc:sldMk cId="0" sldId="296"/>
        </pc:sldMkLst>
        <pc:picChg chg="add mod">
          <ac:chgData name="Artanago, Kenwyn" userId="280bbbef-73a8-4da2-b05f-60f93405c8ba" providerId="ADAL" clId="{7A0A163C-5BAC-46C4-B51C-B27C04650638}" dt="2023-07-16T08:19:14.244" v="183" actId="27614"/>
          <ac:picMkLst>
            <pc:docMk/>
            <pc:sldMk cId="0" sldId="296"/>
            <ac:picMk id="6" creationId="{89C8C424-80BA-4516-83F6-C1EFFF08FF2C}"/>
          </ac:picMkLst>
        </pc:picChg>
      </pc:sldChg>
      <pc:sldChg chg="modSp mod">
        <pc:chgData name="Artanago, Kenwyn" userId="280bbbef-73a8-4da2-b05f-60f93405c8ba" providerId="ADAL" clId="{7A0A163C-5BAC-46C4-B51C-B27C04650638}" dt="2023-07-16T08:21:46.750" v="231"/>
        <pc:sldMkLst>
          <pc:docMk/>
          <pc:sldMk cId="0" sldId="302"/>
        </pc:sldMkLst>
        <pc:spChg chg="mod">
          <ac:chgData name="Artanago, Kenwyn" userId="280bbbef-73a8-4da2-b05f-60f93405c8ba" providerId="ADAL" clId="{7A0A163C-5BAC-46C4-B51C-B27C04650638}" dt="2023-07-16T08:21:46.750" v="231"/>
          <ac:spMkLst>
            <pc:docMk/>
            <pc:sldMk cId="0" sldId="302"/>
            <ac:spMk id="362" creationId="{00000000-0000-0000-0000-000000000000}"/>
          </ac:spMkLst>
        </pc:spChg>
      </pc:sldChg>
      <pc:sldChg chg="mod modShow">
        <pc:chgData name="Artanago, Kenwyn" userId="280bbbef-73a8-4da2-b05f-60f93405c8ba" providerId="ADAL" clId="{7A0A163C-5BAC-46C4-B51C-B27C04650638}" dt="2023-07-16T08:22:10.207" v="233" actId="729"/>
        <pc:sldMkLst>
          <pc:docMk/>
          <pc:sldMk cId="0" sldId="312"/>
        </pc:sldMkLst>
      </pc:sldChg>
      <pc:sldChg chg="mod modShow">
        <pc:chgData name="Artanago, Kenwyn" userId="280bbbef-73a8-4da2-b05f-60f93405c8ba" providerId="ADAL" clId="{7A0A163C-5BAC-46C4-B51C-B27C04650638}" dt="2023-07-16T08:22:04.872" v="232" actId="729"/>
        <pc:sldMkLst>
          <pc:docMk/>
          <pc:sldMk cId="0" sldId="313"/>
        </pc:sldMkLst>
      </pc:sldChg>
      <pc:sldChg chg="addSp modSp mod">
        <pc:chgData name="Artanago, Kenwyn" userId="280bbbef-73a8-4da2-b05f-60f93405c8ba" providerId="ADAL" clId="{7A0A163C-5BAC-46C4-B51C-B27C04650638}" dt="2023-07-16T08:23:30.364" v="239" actId="14100"/>
        <pc:sldMkLst>
          <pc:docMk/>
          <pc:sldMk cId="0" sldId="316"/>
        </pc:sldMkLst>
        <pc:picChg chg="add mod">
          <ac:chgData name="Artanago, Kenwyn" userId="280bbbef-73a8-4da2-b05f-60f93405c8ba" providerId="ADAL" clId="{7A0A163C-5BAC-46C4-B51C-B27C04650638}" dt="2023-07-16T08:23:30.364" v="239" actId="14100"/>
          <ac:picMkLst>
            <pc:docMk/>
            <pc:sldMk cId="0" sldId="316"/>
            <ac:picMk id="7" creationId="{D8138759-2139-4F5A-83F1-E6B63E6DDC41}"/>
          </ac:picMkLst>
        </pc:picChg>
      </pc:sldChg>
      <pc:sldChg chg="addSp modSp mod">
        <pc:chgData name="Artanago, Kenwyn" userId="280bbbef-73a8-4da2-b05f-60f93405c8ba" providerId="ADAL" clId="{7A0A163C-5BAC-46C4-B51C-B27C04650638}" dt="2023-07-16T08:23:50.117" v="244" actId="14100"/>
        <pc:sldMkLst>
          <pc:docMk/>
          <pc:sldMk cId="0" sldId="317"/>
        </pc:sldMkLst>
        <pc:picChg chg="add mod">
          <ac:chgData name="Artanago, Kenwyn" userId="280bbbef-73a8-4da2-b05f-60f93405c8ba" providerId="ADAL" clId="{7A0A163C-5BAC-46C4-B51C-B27C04650638}" dt="2023-07-16T08:23:50.117" v="244" actId="14100"/>
          <ac:picMkLst>
            <pc:docMk/>
            <pc:sldMk cId="0" sldId="317"/>
            <ac:picMk id="6" creationId="{B0DCE309-C93F-4058-B8A5-52508967DDF4}"/>
          </ac:picMkLst>
        </pc:picChg>
      </pc:sldChg>
      <pc:sldChg chg="addSp modSp mod">
        <pc:chgData name="Artanago, Kenwyn" userId="280bbbef-73a8-4da2-b05f-60f93405c8ba" providerId="ADAL" clId="{7A0A163C-5BAC-46C4-B51C-B27C04650638}" dt="2023-07-16T08:24:06.729" v="249" actId="14100"/>
        <pc:sldMkLst>
          <pc:docMk/>
          <pc:sldMk cId="0" sldId="318"/>
        </pc:sldMkLst>
        <pc:picChg chg="add mod">
          <ac:chgData name="Artanago, Kenwyn" userId="280bbbef-73a8-4da2-b05f-60f93405c8ba" providerId="ADAL" clId="{7A0A163C-5BAC-46C4-B51C-B27C04650638}" dt="2023-07-16T08:24:06.729" v="249" actId="14100"/>
          <ac:picMkLst>
            <pc:docMk/>
            <pc:sldMk cId="0" sldId="318"/>
            <ac:picMk id="6" creationId="{95928CC0-8C15-4CBC-976B-F08CF93EFF2C}"/>
          </ac:picMkLst>
        </pc:picChg>
      </pc:sldChg>
      <pc:sldChg chg="addSp modSp mod">
        <pc:chgData name="Artanago, Kenwyn" userId="280bbbef-73a8-4da2-b05f-60f93405c8ba" providerId="ADAL" clId="{7A0A163C-5BAC-46C4-B51C-B27C04650638}" dt="2023-07-16T08:24:22.576" v="255" actId="14100"/>
        <pc:sldMkLst>
          <pc:docMk/>
          <pc:sldMk cId="0" sldId="319"/>
        </pc:sldMkLst>
        <pc:picChg chg="add mod">
          <ac:chgData name="Artanago, Kenwyn" userId="280bbbef-73a8-4da2-b05f-60f93405c8ba" providerId="ADAL" clId="{7A0A163C-5BAC-46C4-B51C-B27C04650638}" dt="2023-07-16T08:24:22.576" v="255" actId="14100"/>
          <ac:picMkLst>
            <pc:docMk/>
            <pc:sldMk cId="0" sldId="319"/>
            <ac:picMk id="6" creationId="{F257EE43-15B9-4B46-8BCA-88018739750A}"/>
          </ac:picMkLst>
        </pc:picChg>
      </pc:sldChg>
      <pc:sldChg chg="addSp modSp mod">
        <pc:chgData name="Artanago, Kenwyn" userId="280bbbef-73a8-4da2-b05f-60f93405c8ba" providerId="ADAL" clId="{7A0A163C-5BAC-46C4-B51C-B27C04650638}" dt="2023-07-16T08:24:33.680" v="260" actId="14100"/>
        <pc:sldMkLst>
          <pc:docMk/>
          <pc:sldMk cId="0" sldId="320"/>
        </pc:sldMkLst>
        <pc:picChg chg="add mod">
          <ac:chgData name="Artanago, Kenwyn" userId="280bbbef-73a8-4da2-b05f-60f93405c8ba" providerId="ADAL" clId="{7A0A163C-5BAC-46C4-B51C-B27C04650638}" dt="2023-07-16T08:24:33.680" v="260" actId="14100"/>
          <ac:picMkLst>
            <pc:docMk/>
            <pc:sldMk cId="0" sldId="320"/>
            <ac:picMk id="6" creationId="{466A901E-5E78-4E55-9150-731838B4FB2F}"/>
          </ac:picMkLst>
        </pc:picChg>
      </pc:sldChg>
      <pc:sldChg chg="addSp modSp mod">
        <pc:chgData name="Artanago, Kenwyn" userId="280bbbef-73a8-4da2-b05f-60f93405c8ba" providerId="ADAL" clId="{7A0A163C-5BAC-46C4-B51C-B27C04650638}" dt="2023-07-16T08:24:45.122" v="265" actId="14100"/>
        <pc:sldMkLst>
          <pc:docMk/>
          <pc:sldMk cId="0" sldId="321"/>
        </pc:sldMkLst>
        <pc:picChg chg="add mod">
          <ac:chgData name="Artanago, Kenwyn" userId="280bbbef-73a8-4da2-b05f-60f93405c8ba" providerId="ADAL" clId="{7A0A163C-5BAC-46C4-B51C-B27C04650638}" dt="2023-07-16T08:24:45.122" v="265" actId="14100"/>
          <ac:picMkLst>
            <pc:docMk/>
            <pc:sldMk cId="0" sldId="321"/>
            <ac:picMk id="6" creationId="{74557036-9EE8-469B-AACC-AFADA87A73AB}"/>
          </ac:picMkLst>
        </pc:picChg>
      </pc:sldChg>
      <pc:sldChg chg="addSp modSp mod">
        <pc:chgData name="Artanago, Kenwyn" userId="280bbbef-73a8-4da2-b05f-60f93405c8ba" providerId="ADAL" clId="{7A0A163C-5BAC-46C4-B51C-B27C04650638}" dt="2023-07-16T08:24:57.079" v="270" actId="14100"/>
        <pc:sldMkLst>
          <pc:docMk/>
          <pc:sldMk cId="0" sldId="322"/>
        </pc:sldMkLst>
        <pc:picChg chg="add mod">
          <ac:chgData name="Artanago, Kenwyn" userId="280bbbef-73a8-4da2-b05f-60f93405c8ba" providerId="ADAL" clId="{7A0A163C-5BAC-46C4-B51C-B27C04650638}" dt="2023-07-16T08:24:57.079" v="270" actId="14100"/>
          <ac:picMkLst>
            <pc:docMk/>
            <pc:sldMk cId="0" sldId="322"/>
            <ac:picMk id="6" creationId="{49C5D0CD-DBB4-455B-976E-E1F4C5E868BF}"/>
          </ac:picMkLst>
        </pc:picChg>
      </pc:sldChg>
      <pc:sldChg chg="addSp modSp mod">
        <pc:chgData name="Artanago, Kenwyn" userId="280bbbef-73a8-4da2-b05f-60f93405c8ba" providerId="ADAL" clId="{7A0A163C-5BAC-46C4-B51C-B27C04650638}" dt="2023-07-16T08:25:07.706" v="275" actId="14100"/>
        <pc:sldMkLst>
          <pc:docMk/>
          <pc:sldMk cId="0" sldId="324"/>
        </pc:sldMkLst>
        <pc:picChg chg="add mod">
          <ac:chgData name="Artanago, Kenwyn" userId="280bbbef-73a8-4da2-b05f-60f93405c8ba" providerId="ADAL" clId="{7A0A163C-5BAC-46C4-B51C-B27C04650638}" dt="2023-07-16T08:25:07.706" v="275" actId="14100"/>
          <ac:picMkLst>
            <pc:docMk/>
            <pc:sldMk cId="0" sldId="324"/>
            <ac:picMk id="6" creationId="{90291670-DD28-46E0-BF36-5B384132718B}"/>
          </ac:picMkLst>
        </pc:picChg>
      </pc:sldChg>
      <pc:sldChg chg="addSp modSp mod">
        <pc:chgData name="Artanago, Kenwyn" userId="280bbbef-73a8-4da2-b05f-60f93405c8ba" providerId="ADAL" clId="{7A0A163C-5BAC-46C4-B51C-B27C04650638}" dt="2023-07-16T08:25:18.633" v="280" actId="14100"/>
        <pc:sldMkLst>
          <pc:docMk/>
          <pc:sldMk cId="0" sldId="325"/>
        </pc:sldMkLst>
        <pc:picChg chg="add mod">
          <ac:chgData name="Artanago, Kenwyn" userId="280bbbef-73a8-4da2-b05f-60f93405c8ba" providerId="ADAL" clId="{7A0A163C-5BAC-46C4-B51C-B27C04650638}" dt="2023-07-16T08:25:18.633" v="280" actId="14100"/>
          <ac:picMkLst>
            <pc:docMk/>
            <pc:sldMk cId="0" sldId="325"/>
            <ac:picMk id="6" creationId="{74DE1E87-7237-4D82-92D3-8594240BC3E8}"/>
          </ac:picMkLst>
        </pc:picChg>
      </pc:sldChg>
      <pc:sldChg chg="mod modShow">
        <pc:chgData name="Artanago, Kenwyn" userId="280bbbef-73a8-4da2-b05f-60f93405c8ba" providerId="ADAL" clId="{7A0A163C-5BAC-46C4-B51C-B27C04650638}" dt="2023-07-16T09:26:25.532" v="454" actId="729"/>
        <pc:sldMkLst>
          <pc:docMk/>
          <pc:sldMk cId="0" sldId="339"/>
        </pc:sldMkLst>
      </pc:sldChg>
      <pc:sldChg chg="modSp mod">
        <pc:chgData name="Artanago, Kenwyn" userId="280bbbef-73a8-4da2-b05f-60f93405c8ba" providerId="ADAL" clId="{7A0A163C-5BAC-46C4-B51C-B27C04650638}" dt="2023-07-16T08:36:33.575" v="447" actId="20577"/>
        <pc:sldMkLst>
          <pc:docMk/>
          <pc:sldMk cId="0" sldId="340"/>
        </pc:sldMkLst>
        <pc:spChg chg="mod">
          <ac:chgData name="Artanago, Kenwyn" userId="280bbbef-73a8-4da2-b05f-60f93405c8ba" providerId="ADAL" clId="{7A0A163C-5BAC-46C4-B51C-B27C04650638}" dt="2023-07-16T08:36:30.419" v="445" actId="20577"/>
          <ac:spMkLst>
            <pc:docMk/>
            <pc:sldMk cId="0" sldId="340"/>
            <ac:spMk id="559" creationId="{00000000-0000-0000-0000-000000000000}"/>
          </ac:spMkLst>
        </pc:spChg>
        <pc:spChg chg="mod">
          <ac:chgData name="Artanago, Kenwyn" userId="280bbbef-73a8-4da2-b05f-60f93405c8ba" providerId="ADAL" clId="{7A0A163C-5BAC-46C4-B51C-B27C04650638}" dt="2023-07-16T08:36:33.575" v="447" actId="20577"/>
          <ac:spMkLst>
            <pc:docMk/>
            <pc:sldMk cId="0" sldId="340"/>
            <ac:spMk id="560" creationId="{00000000-0000-0000-0000-000000000000}"/>
          </ac:spMkLst>
        </pc:spChg>
      </pc:sldChg>
      <pc:sldChg chg="modSp mod ord">
        <pc:chgData name="Artanago, Kenwyn" userId="280bbbef-73a8-4da2-b05f-60f93405c8ba" providerId="ADAL" clId="{7A0A163C-5BAC-46C4-B51C-B27C04650638}" dt="2023-07-16T08:34:10.874" v="437" actId="20577"/>
        <pc:sldMkLst>
          <pc:docMk/>
          <pc:sldMk cId="0" sldId="343"/>
        </pc:sldMkLst>
        <pc:spChg chg="mod">
          <ac:chgData name="Artanago, Kenwyn" userId="280bbbef-73a8-4da2-b05f-60f93405c8ba" providerId="ADAL" clId="{7A0A163C-5BAC-46C4-B51C-B27C04650638}" dt="2023-07-16T08:34:07.779" v="434" actId="20577"/>
          <ac:spMkLst>
            <pc:docMk/>
            <pc:sldMk cId="0" sldId="343"/>
            <ac:spMk id="578" creationId="{00000000-0000-0000-0000-000000000000}"/>
          </ac:spMkLst>
        </pc:spChg>
        <pc:spChg chg="mod">
          <ac:chgData name="Artanago, Kenwyn" userId="280bbbef-73a8-4da2-b05f-60f93405c8ba" providerId="ADAL" clId="{7A0A163C-5BAC-46C4-B51C-B27C04650638}" dt="2023-07-16T08:34:10.874" v="437" actId="20577"/>
          <ac:spMkLst>
            <pc:docMk/>
            <pc:sldMk cId="0" sldId="343"/>
            <ac:spMk id="579" creationId="{00000000-0000-0000-0000-000000000000}"/>
          </ac:spMkLst>
        </pc:spChg>
      </pc:sldChg>
      <pc:sldChg chg="modSp mod">
        <pc:chgData name="Artanago, Kenwyn" userId="280bbbef-73a8-4da2-b05f-60f93405c8ba" providerId="ADAL" clId="{7A0A163C-5BAC-46C4-B51C-B27C04650638}" dt="2023-07-16T08:34:24.420" v="443" actId="20577"/>
        <pc:sldMkLst>
          <pc:docMk/>
          <pc:sldMk cId="0" sldId="344"/>
        </pc:sldMkLst>
        <pc:spChg chg="mod">
          <ac:chgData name="Artanago, Kenwyn" userId="280bbbef-73a8-4da2-b05f-60f93405c8ba" providerId="ADAL" clId="{7A0A163C-5BAC-46C4-B51C-B27C04650638}" dt="2023-07-16T08:34:21.667" v="440" actId="20577"/>
          <ac:spMkLst>
            <pc:docMk/>
            <pc:sldMk cId="0" sldId="344"/>
            <ac:spMk id="585" creationId="{00000000-0000-0000-0000-000000000000}"/>
          </ac:spMkLst>
        </pc:spChg>
        <pc:spChg chg="mod">
          <ac:chgData name="Artanago, Kenwyn" userId="280bbbef-73a8-4da2-b05f-60f93405c8ba" providerId="ADAL" clId="{7A0A163C-5BAC-46C4-B51C-B27C04650638}" dt="2023-07-16T08:34:24.420" v="443" actId="20577"/>
          <ac:spMkLst>
            <pc:docMk/>
            <pc:sldMk cId="0" sldId="344"/>
            <ac:spMk id="586" creationId="{00000000-0000-0000-0000-000000000000}"/>
          </ac:spMkLst>
        </pc:spChg>
      </pc:sldChg>
      <pc:sldChg chg="addSp modSp mod">
        <pc:chgData name="Artanago, Kenwyn" userId="280bbbef-73a8-4da2-b05f-60f93405c8ba" providerId="ADAL" clId="{7A0A163C-5BAC-46C4-B51C-B27C04650638}" dt="2023-07-16T08:06:17.982" v="60" actId="962"/>
        <pc:sldMkLst>
          <pc:docMk/>
          <pc:sldMk cId="2138632321" sldId="384"/>
        </pc:sldMkLst>
        <pc:picChg chg="add mod">
          <ac:chgData name="Artanago, Kenwyn" userId="280bbbef-73a8-4da2-b05f-60f93405c8ba" providerId="ADAL" clId="{7A0A163C-5BAC-46C4-B51C-B27C04650638}" dt="2023-07-16T08:06:17.982" v="60" actId="962"/>
          <ac:picMkLst>
            <pc:docMk/>
            <pc:sldMk cId="2138632321" sldId="384"/>
            <ac:picMk id="6" creationId="{34E557EA-A861-4829-84A4-DD7E1A993D8B}"/>
          </ac:picMkLst>
        </pc:picChg>
      </pc:sldChg>
      <pc:sldChg chg="addSp modSp mod">
        <pc:chgData name="Artanago, Kenwyn" userId="280bbbef-73a8-4da2-b05f-60f93405c8ba" providerId="ADAL" clId="{7A0A163C-5BAC-46C4-B51C-B27C04650638}" dt="2023-07-16T08:06:23.236" v="63" actId="962"/>
        <pc:sldMkLst>
          <pc:docMk/>
          <pc:sldMk cId="2287554166" sldId="385"/>
        </pc:sldMkLst>
        <pc:picChg chg="add mod">
          <ac:chgData name="Artanago, Kenwyn" userId="280bbbef-73a8-4da2-b05f-60f93405c8ba" providerId="ADAL" clId="{7A0A163C-5BAC-46C4-B51C-B27C04650638}" dt="2023-07-16T08:06:23.236" v="63" actId="962"/>
          <ac:picMkLst>
            <pc:docMk/>
            <pc:sldMk cId="2287554166" sldId="385"/>
            <ac:picMk id="6" creationId="{C0D5BFF0-77FA-4064-BC26-49FA0F6D37A6}"/>
          </ac:picMkLst>
        </pc:picChg>
      </pc:sldChg>
      <pc:sldChg chg="addSp modSp mod">
        <pc:chgData name="Artanago, Kenwyn" userId="280bbbef-73a8-4da2-b05f-60f93405c8ba" providerId="ADAL" clId="{7A0A163C-5BAC-46C4-B51C-B27C04650638}" dt="2023-07-16T08:25:29.553" v="285" actId="14100"/>
        <pc:sldMkLst>
          <pc:docMk/>
          <pc:sldMk cId="2915271513" sldId="386"/>
        </pc:sldMkLst>
        <pc:picChg chg="add mod">
          <ac:chgData name="Artanago, Kenwyn" userId="280bbbef-73a8-4da2-b05f-60f93405c8ba" providerId="ADAL" clId="{7A0A163C-5BAC-46C4-B51C-B27C04650638}" dt="2023-07-16T08:25:29.553" v="285" actId="14100"/>
          <ac:picMkLst>
            <pc:docMk/>
            <pc:sldMk cId="2915271513" sldId="386"/>
            <ac:picMk id="7" creationId="{CB332905-77A7-4B4D-B422-7DB777F0AFFA}"/>
          </ac:picMkLst>
        </pc:picChg>
      </pc:sldChg>
      <pc:sldChg chg="addSp modSp mod">
        <pc:chgData name="Artanago, Kenwyn" userId="280bbbef-73a8-4da2-b05f-60f93405c8ba" providerId="ADAL" clId="{7A0A163C-5BAC-46C4-B51C-B27C04650638}" dt="2023-07-16T08:25:39.816" v="290" actId="14100"/>
        <pc:sldMkLst>
          <pc:docMk/>
          <pc:sldMk cId="3747739469" sldId="387"/>
        </pc:sldMkLst>
        <pc:picChg chg="add mod">
          <ac:chgData name="Artanago, Kenwyn" userId="280bbbef-73a8-4da2-b05f-60f93405c8ba" providerId="ADAL" clId="{7A0A163C-5BAC-46C4-B51C-B27C04650638}" dt="2023-07-16T08:25:39.816" v="290" actId="14100"/>
          <ac:picMkLst>
            <pc:docMk/>
            <pc:sldMk cId="3747739469" sldId="387"/>
            <ac:picMk id="7" creationId="{396889DC-CAF9-47B0-BAEE-1F33B013CED0}"/>
          </ac:picMkLst>
        </pc:picChg>
      </pc:sldChg>
      <pc:sldChg chg="addSp modSp mod">
        <pc:chgData name="Artanago, Kenwyn" userId="280bbbef-73a8-4da2-b05f-60f93405c8ba" providerId="ADAL" clId="{7A0A163C-5BAC-46C4-B51C-B27C04650638}" dt="2023-07-16T08:25:49.632" v="295" actId="14100"/>
        <pc:sldMkLst>
          <pc:docMk/>
          <pc:sldMk cId="2268274077" sldId="388"/>
        </pc:sldMkLst>
        <pc:picChg chg="add mod">
          <ac:chgData name="Artanago, Kenwyn" userId="280bbbef-73a8-4da2-b05f-60f93405c8ba" providerId="ADAL" clId="{7A0A163C-5BAC-46C4-B51C-B27C04650638}" dt="2023-07-16T08:25:49.632" v="295" actId="14100"/>
          <ac:picMkLst>
            <pc:docMk/>
            <pc:sldMk cId="2268274077" sldId="388"/>
            <ac:picMk id="7" creationId="{EB3AC9F6-47A9-4485-AB52-705F0D07F7F9}"/>
          </ac:picMkLst>
        </pc:picChg>
      </pc:sldChg>
      <pc:sldChg chg="addSp modSp mod">
        <pc:chgData name="Artanago, Kenwyn" userId="280bbbef-73a8-4da2-b05f-60f93405c8ba" providerId="ADAL" clId="{7A0A163C-5BAC-46C4-B51C-B27C04650638}" dt="2023-07-16T08:25:58.353" v="300" actId="14100"/>
        <pc:sldMkLst>
          <pc:docMk/>
          <pc:sldMk cId="4123100765" sldId="389"/>
        </pc:sldMkLst>
        <pc:picChg chg="add mod">
          <ac:chgData name="Artanago, Kenwyn" userId="280bbbef-73a8-4da2-b05f-60f93405c8ba" providerId="ADAL" clId="{7A0A163C-5BAC-46C4-B51C-B27C04650638}" dt="2023-07-16T08:25:58.353" v="300" actId="14100"/>
          <ac:picMkLst>
            <pc:docMk/>
            <pc:sldMk cId="4123100765" sldId="389"/>
            <ac:picMk id="7" creationId="{AC8FB3DD-2794-47B0-A709-9E93A56807C4}"/>
          </ac:picMkLst>
        </pc:picChg>
      </pc:sldChg>
      <pc:sldChg chg="addSp modSp mod">
        <pc:chgData name="Artanago, Kenwyn" userId="280bbbef-73a8-4da2-b05f-60f93405c8ba" providerId="ADAL" clId="{7A0A163C-5BAC-46C4-B51C-B27C04650638}" dt="2023-07-16T08:26:07.382" v="305" actId="14100"/>
        <pc:sldMkLst>
          <pc:docMk/>
          <pc:sldMk cId="1167368597" sldId="390"/>
        </pc:sldMkLst>
        <pc:picChg chg="add mod">
          <ac:chgData name="Artanago, Kenwyn" userId="280bbbef-73a8-4da2-b05f-60f93405c8ba" providerId="ADAL" clId="{7A0A163C-5BAC-46C4-B51C-B27C04650638}" dt="2023-07-16T08:26:07.382" v="305" actId="14100"/>
          <ac:picMkLst>
            <pc:docMk/>
            <pc:sldMk cId="1167368597" sldId="390"/>
            <ac:picMk id="7" creationId="{C93FB76E-F8D4-495B-935E-FD89C00DF739}"/>
          </ac:picMkLst>
        </pc:picChg>
      </pc:sldChg>
      <pc:sldChg chg="addSp modSp mod">
        <pc:chgData name="Artanago, Kenwyn" userId="280bbbef-73a8-4da2-b05f-60f93405c8ba" providerId="ADAL" clId="{7A0A163C-5BAC-46C4-B51C-B27C04650638}" dt="2023-07-16T08:26:17.059" v="310" actId="14100"/>
        <pc:sldMkLst>
          <pc:docMk/>
          <pc:sldMk cId="2202194069" sldId="391"/>
        </pc:sldMkLst>
        <pc:picChg chg="add mod">
          <ac:chgData name="Artanago, Kenwyn" userId="280bbbef-73a8-4da2-b05f-60f93405c8ba" providerId="ADAL" clId="{7A0A163C-5BAC-46C4-B51C-B27C04650638}" dt="2023-07-16T08:26:17.059" v="310" actId="14100"/>
          <ac:picMkLst>
            <pc:docMk/>
            <pc:sldMk cId="2202194069" sldId="391"/>
            <ac:picMk id="8" creationId="{6A663E29-2AB9-4BC5-AD60-D8E0C0932DFE}"/>
          </ac:picMkLst>
        </pc:picChg>
      </pc:sldChg>
      <pc:sldChg chg="del">
        <pc:chgData name="Artanago, Kenwyn" userId="280bbbef-73a8-4da2-b05f-60f93405c8ba" providerId="ADAL" clId="{7A0A163C-5BAC-46C4-B51C-B27C04650638}" dt="2023-07-16T08:26:46.628" v="311" actId="2696"/>
        <pc:sldMkLst>
          <pc:docMk/>
          <pc:sldMk cId="2588376745" sldId="392"/>
        </pc:sldMkLst>
      </pc:sldChg>
      <pc:sldChg chg="mod modShow">
        <pc:chgData name="Artanago, Kenwyn" userId="280bbbef-73a8-4da2-b05f-60f93405c8ba" providerId="ADAL" clId="{7A0A163C-5BAC-46C4-B51C-B27C04650638}" dt="2023-07-16T08:28:59.896" v="312" actId="729"/>
        <pc:sldMkLst>
          <pc:docMk/>
          <pc:sldMk cId="1201868625" sldId="393"/>
        </pc:sldMkLst>
      </pc:sldChg>
      <pc:sldChg chg="addSp modSp mod">
        <pc:chgData name="Artanago, Kenwyn" userId="280bbbef-73a8-4da2-b05f-60f93405c8ba" providerId="ADAL" clId="{7A0A163C-5BAC-46C4-B51C-B27C04650638}" dt="2023-07-16T08:06:27.262" v="66" actId="962"/>
        <pc:sldMkLst>
          <pc:docMk/>
          <pc:sldMk cId="3947617216" sldId="394"/>
        </pc:sldMkLst>
        <pc:picChg chg="add mod">
          <ac:chgData name="Artanago, Kenwyn" userId="280bbbef-73a8-4da2-b05f-60f93405c8ba" providerId="ADAL" clId="{7A0A163C-5BAC-46C4-B51C-B27C04650638}" dt="2023-07-16T08:06:27.262" v="66" actId="962"/>
          <ac:picMkLst>
            <pc:docMk/>
            <pc:sldMk cId="3947617216" sldId="394"/>
            <ac:picMk id="7" creationId="{08D7E78E-225A-443D-A782-C3E7B97910D2}"/>
          </ac:picMkLst>
        </pc:picChg>
      </pc:sldChg>
      <pc:sldChg chg="addSp modSp mod">
        <pc:chgData name="Artanago, Kenwyn" userId="280bbbef-73a8-4da2-b05f-60f93405c8ba" providerId="ADAL" clId="{7A0A163C-5BAC-46C4-B51C-B27C04650638}" dt="2023-07-16T08:19:17.777" v="185" actId="27614"/>
        <pc:sldMkLst>
          <pc:docMk/>
          <pc:sldMk cId="1042451822" sldId="395"/>
        </pc:sldMkLst>
        <pc:picChg chg="add mod">
          <ac:chgData name="Artanago, Kenwyn" userId="280bbbef-73a8-4da2-b05f-60f93405c8ba" providerId="ADAL" clId="{7A0A163C-5BAC-46C4-B51C-B27C04650638}" dt="2023-07-16T08:19:17.777" v="185" actId="27614"/>
          <ac:picMkLst>
            <pc:docMk/>
            <pc:sldMk cId="1042451822" sldId="395"/>
            <ac:picMk id="7" creationId="{35034E99-F463-4EC3-B9C6-0DDD2A421751}"/>
          </ac:picMkLst>
        </pc:picChg>
      </pc:sldChg>
      <pc:sldChg chg="addSp modSp mod">
        <pc:chgData name="Artanago, Kenwyn" userId="280bbbef-73a8-4da2-b05f-60f93405c8ba" providerId="ADAL" clId="{7A0A163C-5BAC-46C4-B51C-B27C04650638}" dt="2023-07-16T08:19:21.300" v="188" actId="962"/>
        <pc:sldMkLst>
          <pc:docMk/>
          <pc:sldMk cId="3510275573" sldId="396"/>
        </pc:sldMkLst>
        <pc:picChg chg="add mod">
          <ac:chgData name="Artanago, Kenwyn" userId="280bbbef-73a8-4da2-b05f-60f93405c8ba" providerId="ADAL" clId="{7A0A163C-5BAC-46C4-B51C-B27C04650638}" dt="2023-07-16T08:19:21.300" v="188" actId="962"/>
          <ac:picMkLst>
            <pc:docMk/>
            <pc:sldMk cId="3510275573" sldId="396"/>
            <ac:picMk id="7" creationId="{251766A7-D1C2-447E-9AC2-D46B544BB8AA}"/>
          </ac:picMkLst>
        </pc:picChg>
      </pc:sldChg>
      <pc:sldChg chg="addSp modSp mod">
        <pc:chgData name="Artanago, Kenwyn" userId="280bbbef-73a8-4da2-b05f-60f93405c8ba" providerId="ADAL" clId="{7A0A163C-5BAC-46C4-B51C-B27C04650638}" dt="2023-07-16T08:19:27.791" v="191" actId="962"/>
        <pc:sldMkLst>
          <pc:docMk/>
          <pc:sldMk cId="2070663167" sldId="397"/>
        </pc:sldMkLst>
        <pc:picChg chg="add mod">
          <ac:chgData name="Artanago, Kenwyn" userId="280bbbef-73a8-4da2-b05f-60f93405c8ba" providerId="ADAL" clId="{7A0A163C-5BAC-46C4-B51C-B27C04650638}" dt="2023-07-16T08:19:27.791" v="191" actId="962"/>
          <ac:picMkLst>
            <pc:docMk/>
            <pc:sldMk cId="2070663167" sldId="397"/>
            <ac:picMk id="7" creationId="{F375D645-2C2F-4A77-9EF6-0CBACA964117}"/>
          </ac:picMkLst>
        </pc:picChg>
      </pc:sldChg>
      <pc:sldChg chg="addSp modSp mod">
        <pc:chgData name="Artanago, Kenwyn" userId="280bbbef-73a8-4da2-b05f-60f93405c8ba" providerId="ADAL" clId="{7A0A163C-5BAC-46C4-B51C-B27C04650638}" dt="2023-07-16T08:19:31.402" v="194" actId="962"/>
        <pc:sldMkLst>
          <pc:docMk/>
          <pc:sldMk cId="3313265396" sldId="398"/>
        </pc:sldMkLst>
        <pc:picChg chg="add mod">
          <ac:chgData name="Artanago, Kenwyn" userId="280bbbef-73a8-4da2-b05f-60f93405c8ba" providerId="ADAL" clId="{7A0A163C-5BAC-46C4-B51C-B27C04650638}" dt="2023-07-16T08:19:31.402" v="194" actId="962"/>
          <ac:picMkLst>
            <pc:docMk/>
            <pc:sldMk cId="3313265396" sldId="398"/>
            <ac:picMk id="7" creationId="{E1BD2D39-68AC-474C-8763-C86292A78E89}"/>
          </ac:picMkLst>
        </pc:picChg>
      </pc:sldChg>
      <pc:sldChg chg="addSp modSp mod">
        <pc:chgData name="Artanago, Kenwyn" userId="280bbbef-73a8-4da2-b05f-60f93405c8ba" providerId="ADAL" clId="{7A0A163C-5BAC-46C4-B51C-B27C04650638}" dt="2023-07-16T08:19:35.770" v="196" actId="27614"/>
        <pc:sldMkLst>
          <pc:docMk/>
          <pc:sldMk cId="959628280" sldId="399"/>
        </pc:sldMkLst>
        <pc:picChg chg="add mod">
          <ac:chgData name="Artanago, Kenwyn" userId="280bbbef-73a8-4da2-b05f-60f93405c8ba" providerId="ADAL" clId="{7A0A163C-5BAC-46C4-B51C-B27C04650638}" dt="2023-07-16T08:19:35.770" v="196" actId="27614"/>
          <ac:picMkLst>
            <pc:docMk/>
            <pc:sldMk cId="959628280" sldId="399"/>
            <ac:picMk id="7" creationId="{AB3A5FC8-59F5-42B4-9737-D8F15ACA0B7A}"/>
          </ac:picMkLst>
        </pc:picChg>
      </pc:sldChg>
      <pc:sldChg chg="addSp modSp mod">
        <pc:chgData name="Artanago, Kenwyn" userId="280bbbef-73a8-4da2-b05f-60f93405c8ba" providerId="ADAL" clId="{7A0A163C-5BAC-46C4-B51C-B27C04650638}" dt="2023-07-16T08:19:40.174" v="199" actId="962"/>
        <pc:sldMkLst>
          <pc:docMk/>
          <pc:sldMk cId="3606197727" sldId="400"/>
        </pc:sldMkLst>
        <pc:picChg chg="add mod">
          <ac:chgData name="Artanago, Kenwyn" userId="280bbbef-73a8-4da2-b05f-60f93405c8ba" providerId="ADAL" clId="{7A0A163C-5BAC-46C4-B51C-B27C04650638}" dt="2023-07-16T08:19:40.174" v="199" actId="962"/>
          <ac:picMkLst>
            <pc:docMk/>
            <pc:sldMk cId="3606197727" sldId="400"/>
            <ac:picMk id="7" creationId="{0357CDF9-37AA-4D47-B2D0-3970FA24EB5C}"/>
          </ac:picMkLst>
        </pc:picChg>
      </pc:sldChg>
      <pc:sldChg chg="modSp add mod">
        <pc:chgData name="Artanago, Kenwyn" userId="280bbbef-73a8-4da2-b05f-60f93405c8ba" providerId="ADAL" clId="{7A0A163C-5BAC-46C4-B51C-B27C04650638}" dt="2023-07-16T08:14:58.878" v="154"/>
        <pc:sldMkLst>
          <pc:docMk/>
          <pc:sldMk cId="3598211448" sldId="403"/>
        </pc:sldMkLst>
        <pc:spChg chg="mod">
          <ac:chgData name="Artanago, Kenwyn" userId="280bbbef-73a8-4da2-b05f-60f93405c8ba" providerId="ADAL" clId="{7A0A163C-5BAC-46C4-B51C-B27C04650638}" dt="2023-07-16T08:14:58.878" v="154"/>
          <ac:spMkLst>
            <pc:docMk/>
            <pc:sldMk cId="3598211448" sldId="403"/>
            <ac:spMk id="289" creationId="{00000000-0000-0000-0000-000000000000}"/>
          </ac:spMkLst>
        </pc:spChg>
      </pc:sldChg>
      <pc:sldChg chg="modSp add mod">
        <pc:chgData name="Artanago, Kenwyn" userId="280bbbef-73a8-4da2-b05f-60f93405c8ba" providerId="ADAL" clId="{7A0A163C-5BAC-46C4-B51C-B27C04650638}" dt="2023-07-16T08:14:41.601" v="151"/>
        <pc:sldMkLst>
          <pc:docMk/>
          <pc:sldMk cId="1770506626" sldId="404"/>
        </pc:sldMkLst>
        <pc:spChg chg="mod">
          <ac:chgData name="Artanago, Kenwyn" userId="280bbbef-73a8-4da2-b05f-60f93405c8ba" providerId="ADAL" clId="{7A0A163C-5BAC-46C4-B51C-B27C04650638}" dt="2023-07-16T08:14:41.601" v="151"/>
          <ac:spMkLst>
            <pc:docMk/>
            <pc:sldMk cId="1770506626" sldId="404"/>
            <ac:spMk id="289" creationId="{00000000-0000-0000-0000-000000000000}"/>
          </ac:spMkLst>
        </pc:spChg>
      </pc:sldChg>
      <pc:sldChg chg="modSp add mod">
        <pc:chgData name="Artanago, Kenwyn" userId="280bbbef-73a8-4da2-b05f-60f93405c8ba" providerId="ADAL" clId="{7A0A163C-5BAC-46C4-B51C-B27C04650638}" dt="2023-07-16T08:14:28.294" v="148"/>
        <pc:sldMkLst>
          <pc:docMk/>
          <pc:sldMk cId="3660272692" sldId="405"/>
        </pc:sldMkLst>
        <pc:spChg chg="mod">
          <ac:chgData name="Artanago, Kenwyn" userId="280bbbef-73a8-4da2-b05f-60f93405c8ba" providerId="ADAL" clId="{7A0A163C-5BAC-46C4-B51C-B27C04650638}" dt="2023-07-16T08:14:28.294" v="148"/>
          <ac:spMkLst>
            <pc:docMk/>
            <pc:sldMk cId="3660272692" sldId="405"/>
            <ac:spMk id="289" creationId="{00000000-0000-0000-0000-000000000000}"/>
          </ac:spMkLst>
        </pc:spChg>
      </pc:sldChg>
      <pc:sldChg chg="addSp modSp add mod">
        <pc:chgData name="Artanago, Kenwyn" userId="280bbbef-73a8-4da2-b05f-60f93405c8ba" providerId="ADAL" clId="{7A0A163C-5BAC-46C4-B51C-B27C04650638}" dt="2023-07-16T09:25:15.690" v="453" actId="962"/>
        <pc:sldMkLst>
          <pc:docMk/>
          <pc:sldMk cId="279105068" sldId="406"/>
        </pc:sldMkLst>
        <pc:picChg chg="add mod">
          <ac:chgData name="Artanago, Kenwyn" userId="280bbbef-73a8-4da2-b05f-60f93405c8ba" providerId="ADAL" clId="{7A0A163C-5BAC-46C4-B51C-B27C04650638}" dt="2023-07-16T09:25:15.690" v="453" actId="962"/>
          <ac:picMkLst>
            <pc:docMk/>
            <pc:sldMk cId="279105068" sldId="406"/>
            <ac:picMk id="6" creationId="{AD0CF7D0-67BD-48BB-8F78-98EC0E8C16EA}"/>
          </ac:picMkLst>
        </pc:picChg>
      </pc:sldChg>
      <pc:sldMasterChg chg="modSldLayout">
        <pc:chgData name="Artanago, Kenwyn" userId="280bbbef-73a8-4da2-b05f-60f93405c8ba" providerId="ADAL" clId="{7A0A163C-5BAC-46C4-B51C-B27C04650638}" dt="2023-07-16T08:04:29.165" v="2" actId="20577"/>
        <pc:sldMasterMkLst>
          <pc:docMk/>
          <pc:sldMasterMk cId="0" sldId="2147483648"/>
        </pc:sldMasterMkLst>
        <pc:sldLayoutChg chg="modSp mod">
          <pc:chgData name="Artanago, Kenwyn" userId="280bbbef-73a8-4da2-b05f-60f93405c8ba" providerId="ADAL" clId="{7A0A163C-5BAC-46C4-B51C-B27C04650638}" dt="2023-07-16T08:04:29.165" v="2" actId="20577"/>
          <pc:sldLayoutMkLst>
            <pc:docMk/>
            <pc:sldMasterMk cId="0" sldId="2147483648"/>
            <pc:sldLayoutMk cId="0" sldId="2147483650"/>
          </pc:sldLayoutMkLst>
          <pc:spChg chg="mod">
            <ac:chgData name="Artanago, Kenwyn" userId="280bbbef-73a8-4da2-b05f-60f93405c8ba" providerId="ADAL" clId="{7A0A163C-5BAC-46C4-B51C-B27C04650638}" dt="2023-07-16T08:04:29.165" v="2" actId="20577"/>
            <ac:spMkLst>
              <pc:docMk/>
              <pc:sldMasterMk cId="0" sldId="2147483648"/>
              <pc:sldLayoutMk cId="0" sldId="2147483650"/>
              <ac:spMk id="18" creationId="{00000000-0000-0000-0000-000000000000}"/>
            </ac:spMkLst>
          </pc:spChg>
        </pc:sldLayoutChg>
      </pc:sldMasterChg>
    </pc:docChg>
  </pc:docChgLst>
  <pc:docChgLst>
    <pc:chgData name="Artanago, Kenwyn" userId="280bbbef-73a8-4da2-b05f-60f93405c8ba" providerId="ADAL" clId="{90396D97-E750-4C3D-8AE3-AA8D8721BFDF}"/>
    <pc:docChg chg="undo custSel addSld delSld modSld sldOrd modMainMaster">
      <pc:chgData name="Artanago, Kenwyn" userId="280bbbef-73a8-4da2-b05f-60f93405c8ba" providerId="ADAL" clId="{90396D97-E750-4C3D-8AE3-AA8D8721BFDF}" dt="2023-07-09T10:29:22.197" v="282" actId="729"/>
      <pc:docMkLst>
        <pc:docMk/>
      </pc:docMkLst>
      <pc:sldChg chg="addSp modSp mod">
        <pc:chgData name="Artanago, Kenwyn" userId="280bbbef-73a8-4da2-b05f-60f93405c8ba" providerId="ADAL" clId="{90396D97-E750-4C3D-8AE3-AA8D8721BFDF}" dt="2023-07-09T10:13:14.443" v="3" actId="27614"/>
        <pc:sldMkLst>
          <pc:docMk/>
          <pc:sldMk cId="0" sldId="258"/>
        </pc:sldMkLst>
        <pc:picChg chg="add mod">
          <ac:chgData name="Artanago, Kenwyn" userId="280bbbef-73a8-4da2-b05f-60f93405c8ba" providerId="ADAL" clId="{90396D97-E750-4C3D-8AE3-AA8D8721BFDF}" dt="2023-07-09T10:13:14.443" v="3" actId="27614"/>
          <ac:picMkLst>
            <pc:docMk/>
            <pc:sldMk cId="0" sldId="258"/>
            <ac:picMk id="4" creationId="{6420ADC6-94FF-4019-947D-07A4321E9B6E}"/>
          </ac:picMkLst>
        </pc:picChg>
      </pc:sldChg>
      <pc:sldChg chg="addSp modSp mod">
        <pc:chgData name="Artanago, Kenwyn" userId="280bbbef-73a8-4da2-b05f-60f93405c8ba" providerId="ADAL" clId="{90396D97-E750-4C3D-8AE3-AA8D8721BFDF}" dt="2023-07-09T10:13:16.835" v="6" actId="962"/>
        <pc:sldMkLst>
          <pc:docMk/>
          <pc:sldMk cId="0" sldId="259"/>
        </pc:sldMkLst>
        <pc:picChg chg="add mod">
          <ac:chgData name="Artanago, Kenwyn" userId="280bbbef-73a8-4da2-b05f-60f93405c8ba" providerId="ADAL" clId="{90396D97-E750-4C3D-8AE3-AA8D8721BFDF}" dt="2023-07-09T10:13:16.835" v="6" actId="962"/>
          <ac:picMkLst>
            <pc:docMk/>
            <pc:sldMk cId="0" sldId="259"/>
            <ac:picMk id="3" creationId="{97AAE4DE-6497-4230-A8B2-FED6DE5CB9AF}"/>
          </ac:picMkLst>
        </pc:picChg>
      </pc:sldChg>
      <pc:sldChg chg="addSp modSp mod">
        <pc:chgData name="Artanago, Kenwyn" userId="280bbbef-73a8-4da2-b05f-60f93405c8ba" providerId="ADAL" clId="{90396D97-E750-4C3D-8AE3-AA8D8721BFDF}" dt="2023-07-09T10:13:20.809" v="9" actId="962"/>
        <pc:sldMkLst>
          <pc:docMk/>
          <pc:sldMk cId="0" sldId="260"/>
        </pc:sldMkLst>
        <pc:picChg chg="add mod">
          <ac:chgData name="Artanago, Kenwyn" userId="280bbbef-73a8-4da2-b05f-60f93405c8ba" providerId="ADAL" clId="{90396D97-E750-4C3D-8AE3-AA8D8721BFDF}" dt="2023-07-09T10:13:20.809" v="9" actId="962"/>
          <ac:picMkLst>
            <pc:docMk/>
            <pc:sldMk cId="0" sldId="260"/>
            <ac:picMk id="4" creationId="{9725AFFB-58D6-4129-9964-EFCF562866F0}"/>
          </ac:picMkLst>
        </pc:picChg>
      </pc:sldChg>
      <pc:sldChg chg="addSp modSp mod">
        <pc:chgData name="Artanago, Kenwyn" userId="280bbbef-73a8-4da2-b05f-60f93405c8ba" providerId="ADAL" clId="{90396D97-E750-4C3D-8AE3-AA8D8721BFDF}" dt="2023-07-09T10:13:23.811" v="12" actId="962"/>
        <pc:sldMkLst>
          <pc:docMk/>
          <pc:sldMk cId="0" sldId="261"/>
        </pc:sldMkLst>
        <pc:picChg chg="add mod">
          <ac:chgData name="Artanago, Kenwyn" userId="280bbbef-73a8-4da2-b05f-60f93405c8ba" providerId="ADAL" clId="{90396D97-E750-4C3D-8AE3-AA8D8721BFDF}" dt="2023-07-09T10:13:23.811" v="12" actId="962"/>
          <ac:picMkLst>
            <pc:docMk/>
            <pc:sldMk cId="0" sldId="261"/>
            <ac:picMk id="5" creationId="{C37B4DBE-F88B-4602-9B19-36B32BFDE491}"/>
          </ac:picMkLst>
        </pc:picChg>
      </pc:sldChg>
      <pc:sldChg chg="addSp modSp mod">
        <pc:chgData name="Artanago, Kenwyn" userId="280bbbef-73a8-4da2-b05f-60f93405c8ba" providerId="ADAL" clId="{90396D97-E750-4C3D-8AE3-AA8D8721BFDF}" dt="2023-07-09T10:13:28.505" v="14" actId="27614"/>
        <pc:sldMkLst>
          <pc:docMk/>
          <pc:sldMk cId="0" sldId="262"/>
        </pc:sldMkLst>
        <pc:picChg chg="add mod">
          <ac:chgData name="Artanago, Kenwyn" userId="280bbbef-73a8-4da2-b05f-60f93405c8ba" providerId="ADAL" clId="{90396D97-E750-4C3D-8AE3-AA8D8721BFDF}" dt="2023-07-09T10:13:28.505" v="14" actId="27614"/>
          <ac:picMkLst>
            <pc:docMk/>
            <pc:sldMk cId="0" sldId="262"/>
            <ac:picMk id="5" creationId="{5BC1CCEE-4BAB-4D26-A4B3-6D3C2B1A5042}"/>
          </ac:picMkLst>
        </pc:picChg>
      </pc:sldChg>
      <pc:sldChg chg="addSp modSp mod">
        <pc:chgData name="Artanago, Kenwyn" userId="280bbbef-73a8-4da2-b05f-60f93405c8ba" providerId="ADAL" clId="{90396D97-E750-4C3D-8AE3-AA8D8721BFDF}" dt="2023-07-09T10:13:31.771" v="17" actId="962"/>
        <pc:sldMkLst>
          <pc:docMk/>
          <pc:sldMk cId="0" sldId="263"/>
        </pc:sldMkLst>
        <pc:picChg chg="add mod">
          <ac:chgData name="Artanago, Kenwyn" userId="280bbbef-73a8-4da2-b05f-60f93405c8ba" providerId="ADAL" clId="{90396D97-E750-4C3D-8AE3-AA8D8721BFDF}" dt="2023-07-09T10:13:31.771" v="17" actId="962"/>
          <ac:picMkLst>
            <pc:docMk/>
            <pc:sldMk cId="0" sldId="263"/>
            <ac:picMk id="5" creationId="{76649406-33C6-4314-BE29-4FE44E13C78B}"/>
          </ac:picMkLst>
        </pc:picChg>
      </pc:sldChg>
      <pc:sldChg chg="addSp modSp mod">
        <pc:chgData name="Artanago, Kenwyn" userId="280bbbef-73a8-4da2-b05f-60f93405c8ba" providerId="ADAL" clId="{90396D97-E750-4C3D-8AE3-AA8D8721BFDF}" dt="2023-07-09T10:13:35.693" v="20" actId="962"/>
        <pc:sldMkLst>
          <pc:docMk/>
          <pc:sldMk cId="0" sldId="264"/>
        </pc:sldMkLst>
        <pc:picChg chg="add mod">
          <ac:chgData name="Artanago, Kenwyn" userId="280bbbef-73a8-4da2-b05f-60f93405c8ba" providerId="ADAL" clId="{90396D97-E750-4C3D-8AE3-AA8D8721BFDF}" dt="2023-07-09T10:13:35.693" v="20" actId="962"/>
          <ac:picMkLst>
            <pc:docMk/>
            <pc:sldMk cId="0" sldId="264"/>
            <ac:picMk id="5" creationId="{755D0104-D1B1-4F41-AC59-BB45A6C91084}"/>
          </ac:picMkLst>
        </pc:picChg>
      </pc:sldChg>
      <pc:sldChg chg="addSp modSp mod">
        <pc:chgData name="Artanago, Kenwyn" userId="280bbbef-73a8-4da2-b05f-60f93405c8ba" providerId="ADAL" clId="{90396D97-E750-4C3D-8AE3-AA8D8721BFDF}" dt="2023-07-09T10:13:38.988" v="23" actId="962"/>
        <pc:sldMkLst>
          <pc:docMk/>
          <pc:sldMk cId="0" sldId="265"/>
        </pc:sldMkLst>
        <pc:picChg chg="add mod">
          <ac:chgData name="Artanago, Kenwyn" userId="280bbbef-73a8-4da2-b05f-60f93405c8ba" providerId="ADAL" clId="{90396D97-E750-4C3D-8AE3-AA8D8721BFDF}" dt="2023-07-09T10:13:38.988" v="23" actId="962"/>
          <ac:picMkLst>
            <pc:docMk/>
            <pc:sldMk cId="0" sldId="265"/>
            <ac:picMk id="5" creationId="{A0CD3CF6-2614-4EC7-BF8B-1110E7768DE8}"/>
          </ac:picMkLst>
        </pc:picChg>
      </pc:sldChg>
      <pc:sldChg chg="addSp modSp mod">
        <pc:chgData name="Artanago, Kenwyn" userId="280bbbef-73a8-4da2-b05f-60f93405c8ba" providerId="ADAL" clId="{90396D97-E750-4C3D-8AE3-AA8D8721BFDF}" dt="2023-07-09T10:13:44.931" v="26" actId="962"/>
        <pc:sldMkLst>
          <pc:docMk/>
          <pc:sldMk cId="0" sldId="266"/>
        </pc:sldMkLst>
        <pc:picChg chg="add mod">
          <ac:chgData name="Artanago, Kenwyn" userId="280bbbef-73a8-4da2-b05f-60f93405c8ba" providerId="ADAL" clId="{90396D97-E750-4C3D-8AE3-AA8D8721BFDF}" dt="2023-07-09T10:13:44.931" v="26" actId="962"/>
          <ac:picMkLst>
            <pc:docMk/>
            <pc:sldMk cId="0" sldId="266"/>
            <ac:picMk id="5" creationId="{B7F077E7-A411-49EE-B253-EEC4966A8595}"/>
          </ac:picMkLst>
        </pc:picChg>
      </pc:sldChg>
      <pc:sldChg chg="addSp modSp mod">
        <pc:chgData name="Artanago, Kenwyn" userId="280bbbef-73a8-4da2-b05f-60f93405c8ba" providerId="ADAL" clId="{90396D97-E750-4C3D-8AE3-AA8D8721BFDF}" dt="2023-07-09T10:14:18.315" v="29" actId="962"/>
        <pc:sldMkLst>
          <pc:docMk/>
          <pc:sldMk cId="0" sldId="267"/>
        </pc:sldMkLst>
        <pc:picChg chg="add mod">
          <ac:chgData name="Artanago, Kenwyn" userId="280bbbef-73a8-4da2-b05f-60f93405c8ba" providerId="ADAL" clId="{90396D97-E750-4C3D-8AE3-AA8D8721BFDF}" dt="2023-07-09T10:14:18.315" v="29" actId="962"/>
          <ac:picMkLst>
            <pc:docMk/>
            <pc:sldMk cId="0" sldId="267"/>
            <ac:picMk id="5" creationId="{4B338D43-8F94-46B4-A368-86D7E7128BCD}"/>
          </ac:picMkLst>
        </pc:picChg>
      </pc:sldChg>
      <pc:sldChg chg="addSp modSp mod">
        <pc:chgData name="Artanago, Kenwyn" userId="280bbbef-73a8-4da2-b05f-60f93405c8ba" providerId="ADAL" clId="{90396D97-E750-4C3D-8AE3-AA8D8721BFDF}" dt="2023-07-09T10:14:29.432" v="31" actId="27614"/>
        <pc:sldMkLst>
          <pc:docMk/>
          <pc:sldMk cId="0" sldId="268"/>
        </pc:sldMkLst>
        <pc:picChg chg="add mod">
          <ac:chgData name="Artanago, Kenwyn" userId="280bbbef-73a8-4da2-b05f-60f93405c8ba" providerId="ADAL" clId="{90396D97-E750-4C3D-8AE3-AA8D8721BFDF}" dt="2023-07-09T10:14:29.432" v="31" actId="27614"/>
          <ac:picMkLst>
            <pc:docMk/>
            <pc:sldMk cId="0" sldId="268"/>
            <ac:picMk id="5" creationId="{58D45BAF-81EE-4CC4-8FBD-A35EA67E5474}"/>
          </ac:picMkLst>
        </pc:picChg>
      </pc:sldChg>
      <pc:sldChg chg="addSp modSp mod">
        <pc:chgData name="Artanago, Kenwyn" userId="280bbbef-73a8-4da2-b05f-60f93405c8ba" providerId="ADAL" clId="{90396D97-E750-4C3D-8AE3-AA8D8721BFDF}" dt="2023-07-09T10:14:32.263" v="34" actId="962"/>
        <pc:sldMkLst>
          <pc:docMk/>
          <pc:sldMk cId="0" sldId="269"/>
        </pc:sldMkLst>
        <pc:picChg chg="add mod">
          <ac:chgData name="Artanago, Kenwyn" userId="280bbbef-73a8-4da2-b05f-60f93405c8ba" providerId="ADAL" clId="{90396D97-E750-4C3D-8AE3-AA8D8721BFDF}" dt="2023-07-09T10:14:32.263" v="34" actId="962"/>
          <ac:picMkLst>
            <pc:docMk/>
            <pc:sldMk cId="0" sldId="269"/>
            <ac:picMk id="5" creationId="{CB117C9D-89C9-4BF5-B11F-10E323858EF5}"/>
          </ac:picMkLst>
        </pc:picChg>
      </pc:sldChg>
      <pc:sldChg chg="addSp delSp modSp mod">
        <pc:chgData name="Artanago, Kenwyn" userId="280bbbef-73a8-4da2-b05f-60f93405c8ba" providerId="ADAL" clId="{90396D97-E750-4C3D-8AE3-AA8D8721BFDF}" dt="2023-07-09T10:16:40.551" v="43" actId="14100"/>
        <pc:sldMkLst>
          <pc:docMk/>
          <pc:sldMk cId="0" sldId="271"/>
        </pc:sldMkLst>
        <pc:picChg chg="add del mod">
          <ac:chgData name="Artanago, Kenwyn" userId="280bbbef-73a8-4da2-b05f-60f93405c8ba" providerId="ADAL" clId="{90396D97-E750-4C3D-8AE3-AA8D8721BFDF}" dt="2023-07-09T10:16:14.440" v="38" actId="478"/>
          <ac:picMkLst>
            <pc:docMk/>
            <pc:sldMk cId="0" sldId="271"/>
            <ac:picMk id="5" creationId="{CAF7135B-4FF7-41BE-AC3C-6AC49CFD0CBC}"/>
          </ac:picMkLst>
        </pc:picChg>
        <pc:picChg chg="add mod">
          <ac:chgData name="Artanago, Kenwyn" userId="280bbbef-73a8-4da2-b05f-60f93405c8ba" providerId="ADAL" clId="{90396D97-E750-4C3D-8AE3-AA8D8721BFDF}" dt="2023-07-09T10:16:40.551" v="43" actId="14100"/>
          <ac:picMkLst>
            <pc:docMk/>
            <pc:sldMk cId="0" sldId="271"/>
            <ac:picMk id="7" creationId="{7F178205-9F17-42E1-95F4-32372446BFEB}"/>
          </ac:picMkLst>
        </pc:picChg>
      </pc:sldChg>
      <pc:sldChg chg="addSp modSp mod">
        <pc:chgData name="Artanago, Kenwyn" userId="280bbbef-73a8-4da2-b05f-60f93405c8ba" providerId="ADAL" clId="{90396D97-E750-4C3D-8AE3-AA8D8721BFDF}" dt="2023-07-09T10:16:52.298" v="48" actId="14100"/>
        <pc:sldMkLst>
          <pc:docMk/>
          <pc:sldMk cId="0" sldId="272"/>
        </pc:sldMkLst>
        <pc:picChg chg="add mod">
          <ac:chgData name="Artanago, Kenwyn" userId="280bbbef-73a8-4da2-b05f-60f93405c8ba" providerId="ADAL" clId="{90396D97-E750-4C3D-8AE3-AA8D8721BFDF}" dt="2023-07-09T10:16:52.298" v="48" actId="14100"/>
          <ac:picMkLst>
            <pc:docMk/>
            <pc:sldMk cId="0" sldId="272"/>
            <ac:picMk id="5" creationId="{2BDAEA6B-FF91-42B9-AF28-0A14117EE627}"/>
          </ac:picMkLst>
        </pc:picChg>
      </pc:sldChg>
      <pc:sldChg chg="addSp modSp mod">
        <pc:chgData name="Artanago, Kenwyn" userId="280bbbef-73a8-4da2-b05f-60f93405c8ba" providerId="ADAL" clId="{90396D97-E750-4C3D-8AE3-AA8D8721BFDF}" dt="2023-07-09T10:17:02.553" v="53" actId="14100"/>
        <pc:sldMkLst>
          <pc:docMk/>
          <pc:sldMk cId="0" sldId="273"/>
        </pc:sldMkLst>
        <pc:picChg chg="add mod">
          <ac:chgData name="Artanago, Kenwyn" userId="280bbbef-73a8-4da2-b05f-60f93405c8ba" providerId="ADAL" clId="{90396D97-E750-4C3D-8AE3-AA8D8721BFDF}" dt="2023-07-09T10:17:02.553" v="53" actId="14100"/>
          <ac:picMkLst>
            <pc:docMk/>
            <pc:sldMk cId="0" sldId="273"/>
            <ac:picMk id="5" creationId="{9824AB3D-FC32-48E0-A0C1-FB36A70BC17D}"/>
          </ac:picMkLst>
        </pc:picChg>
      </pc:sldChg>
      <pc:sldChg chg="addSp modSp mod">
        <pc:chgData name="Artanago, Kenwyn" userId="280bbbef-73a8-4da2-b05f-60f93405c8ba" providerId="ADAL" clId="{90396D97-E750-4C3D-8AE3-AA8D8721BFDF}" dt="2023-07-09T10:17:13.613" v="58" actId="14100"/>
        <pc:sldMkLst>
          <pc:docMk/>
          <pc:sldMk cId="0" sldId="274"/>
        </pc:sldMkLst>
        <pc:picChg chg="add mod">
          <ac:chgData name="Artanago, Kenwyn" userId="280bbbef-73a8-4da2-b05f-60f93405c8ba" providerId="ADAL" clId="{90396D97-E750-4C3D-8AE3-AA8D8721BFDF}" dt="2023-07-09T10:17:13.613" v="58" actId="14100"/>
          <ac:picMkLst>
            <pc:docMk/>
            <pc:sldMk cId="0" sldId="274"/>
            <ac:picMk id="5" creationId="{8422990C-58C3-4BC6-9787-ED46D4733B2E}"/>
          </ac:picMkLst>
        </pc:picChg>
      </pc:sldChg>
      <pc:sldChg chg="addSp modSp mod">
        <pc:chgData name="Artanago, Kenwyn" userId="280bbbef-73a8-4da2-b05f-60f93405c8ba" providerId="ADAL" clId="{90396D97-E750-4C3D-8AE3-AA8D8721BFDF}" dt="2023-07-09T10:17:26.170" v="63" actId="14100"/>
        <pc:sldMkLst>
          <pc:docMk/>
          <pc:sldMk cId="0" sldId="275"/>
        </pc:sldMkLst>
        <pc:picChg chg="add mod">
          <ac:chgData name="Artanago, Kenwyn" userId="280bbbef-73a8-4da2-b05f-60f93405c8ba" providerId="ADAL" clId="{90396D97-E750-4C3D-8AE3-AA8D8721BFDF}" dt="2023-07-09T10:17:26.170" v="63" actId="14100"/>
          <ac:picMkLst>
            <pc:docMk/>
            <pc:sldMk cId="0" sldId="275"/>
            <ac:picMk id="5" creationId="{73692636-481A-4945-88DA-0633C2DF9CD1}"/>
          </ac:picMkLst>
        </pc:picChg>
      </pc:sldChg>
      <pc:sldChg chg="addSp modSp mod">
        <pc:chgData name="Artanago, Kenwyn" userId="280bbbef-73a8-4da2-b05f-60f93405c8ba" providerId="ADAL" clId="{90396D97-E750-4C3D-8AE3-AA8D8721BFDF}" dt="2023-07-09T10:17:36.420" v="68" actId="14100"/>
        <pc:sldMkLst>
          <pc:docMk/>
          <pc:sldMk cId="0" sldId="276"/>
        </pc:sldMkLst>
        <pc:picChg chg="add mod">
          <ac:chgData name="Artanago, Kenwyn" userId="280bbbef-73a8-4da2-b05f-60f93405c8ba" providerId="ADAL" clId="{90396D97-E750-4C3D-8AE3-AA8D8721BFDF}" dt="2023-07-09T10:17:36.420" v="68" actId="14100"/>
          <ac:picMkLst>
            <pc:docMk/>
            <pc:sldMk cId="0" sldId="276"/>
            <ac:picMk id="5" creationId="{ED717F3B-9AEC-4418-B9E7-2CE4D95ACA6A}"/>
          </ac:picMkLst>
        </pc:picChg>
      </pc:sldChg>
      <pc:sldChg chg="modSp mod">
        <pc:chgData name="Artanago, Kenwyn" userId="280bbbef-73a8-4da2-b05f-60f93405c8ba" providerId="ADAL" clId="{90396D97-E750-4C3D-8AE3-AA8D8721BFDF}" dt="2023-07-09T10:18:50.834" v="90" actId="20577"/>
        <pc:sldMkLst>
          <pc:docMk/>
          <pc:sldMk cId="0" sldId="283"/>
        </pc:sldMkLst>
        <pc:spChg chg="mod">
          <ac:chgData name="Artanago, Kenwyn" userId="280bbbef-73a8-4da2-b05f-60f93405c8ba" providerId="ADAL" clId="{90396D97-E750-4C3D-8AE3-AA8D8721BFDF}" dt="2023-07-09T10:18:50.834" v="90" actId="20577"/>
          <ac:spMkLst>
            <pc:docMk/>
            <pc:sldMk cId="0" sldId="283"/>
            <ac:spMk id="268" creationId="{00000000-0000-0000-0000-000000000000}"/>
          </ac:spMkLst>
        </pc:spChg>
      </pc:sldChg>
      <pc:sldChg chg="modSp mod">
        <pc:chgData name="Artanago, Kenwyn" userId="280bbbef-73a8-4da2-b05f-60f93405c8ba" providerId="ADAL" clId="{90396D97-E750-4C3D-8AE3-AA8D8721BFDF}" dt="2023-07-09T10:21:06.635" v="101"/>
        <pc:sldMkLst>
          <pc:docMk/>
          <pc:sldMk cId="0" sldId="284"/>
        </pc:sldMkLst>
        <pc:spChg chg="mod">
          <ac:chgData name="Artanago, Kenwyn" userId="280bbbef-73a8-4da2-b05f-60f93405c8ba" providerId="ADAL" clId="{90396D97-E750-4C3D-8AE3-AA8D8721BFDF}" dt="2023-07-09T10:21:06.635" v="101"/>
          <ac:spMkLst>
            <pc:docMk/>
            <pc:sldMk cId="0" sldId="284"/>
            <ac:spMk id="274" creationId="{00000000-0000-0000-0000-000000000000}"/>
          </ac:spMkLst>
        </pc:spChg>
      </pc:sldChg>
      <pc:sldChg chg="modSp mod">
        <pc:chgData name="Artanago, Kenwyn" userId="280bbbef-73a8-4da2-b05f-60f93405c8ba" providerId="ADAL" clId="{90396D97-E750-4C3D-8AE3-AA8D8721BFDF}" dt="2023-07-09T10:21:16.969" v="104"/>
        <pc:sldMkLst>
          <pc:docMk/>
          <pc:sldMk cId="0" sldId="285"/>
        </pc:sldMkLst>
        <pc:spChg chg="mod">
          <ac:chgData name="Artanago, Kenwyn" userId="280bbbef-73a8-4da2-b05f-60f93405c8ba" providerId="ADAL" clId="{90396D97-E750-4C3D-8AE3-AA8D8721BFDF}" dt="2023-07-09T10:21:16.969" v="104"/>
          <ac:spMkLst>
            <pc:docMk/>
            <pc:sldMk cId="0" sldId="285"/>
            <ac:spMk id="279" creationId="{00000000-0000-0000-0000-000000000000}"/>
          </ac:spMkLst>
        </pc:spChg>
      </pc:sldChg>
      <pc:sldChg chg="modSp mod">
        <pc:chgData name="Artanago, Kenwyn" userId="280bbbef-73a8-4da2-b05f-60f93405c8ba" providerId="ADAL" clId="{90396D97-E750-4C3D-8AE3-AA8D8721BFDF}" dt="2023-07-09T10:21:27.448" v="107"/>
        <pc:sldMkLst>
          <pc:docMk/>
          <pc:sldMk cId="0" sldId="286"/>
        </pc:sldMkLst>
        <pc:spChg chg="mod">
          <ac:chgData name="Artanago, Kenwyn" userId="280bbbef-73a8-4da2-b05f-60f93405c8ba" providerId="ADAL" clId="{90396D97-E750-4C3D-8AE3-AA8D8721BFDF}" dt="2023-07-09T10:21:27.448" v="107"/>
          <ac:spMkLst>
            <pc:docMk/>
            <pc:sldMk cId="0" sldId="286"/>
            <ac:spMk id="284" creationId="{00000000-0000-0000-0000-000000000000}"/>
          </ac:spMkLst>
        </pc:spChg>
      </pc:sldChg>
      <pc:sldChg chg="modSp mod">
        <pc:chgData name="Artanago, Kenwyn" userId="280bbbef-73a8-4da2-b05f-60f93405c8ba" providerId="ADAL" clId="{90396D97-E750-4C3D-8AE3-AA8D8721BFDF}" dt="2023-07-09T10:21:39.553" v="110"/>
        <pc:sldMkLst>
          <pc:docMk/>
          <pc:sldMk cId="0" sldId="287"/>
        </pc:sldMkLst>
        <pc:spChg chg="mod">
          <ac:chgData name="Artanago, Kenwyn" userId="280bbbef-73a8-4da2-b05f-60f93405c8ba" providerId="ADAL" clId="{90396D97-E750-4C3D-8AE3-AA8D8721BFDF}" dt="2023-07-09T10:21:39.553" v="110"/>
          <ac:spMkLst>
            <pc:docMk/>
            <pc:sldMk cId="0" sldId="287"/>
            <ac:spMk id="289" creationId="{00000000-0000-0000-0000-000000000000}"/>
          </ac:spMkLst>
        </pc:spChg>
      </pc:sldChg>
      <pc:sldChg chg="addSp modSp mod">
        <pc:chgData name="Artanago, Kenwyn" userId="280bbbef-73a8-4da2-b05f-60f93405c8ba" providerId="ADAL" clId="{90396D97-E750-4C3D-8AE3-AA8D8721BFDF}" dt="2023-07-09T10:22:31.363" v="114" actId="962"/>
        <pc:sldMkLst>
          <pc:docMk/>
          <pc:sldMk cId="0" sldId="289"/>
        </pc:sldMkLst>
        <pc:picChg chg="add mod">
          <ac:chgData name="Artanago, Kenwyn" userId="280bbbef-73a8-4da2-b05f-60f93405c8ba" providerId="ADAL" clId="{90396D97-E750-4C3D-8AE3-AA8D8721BFDF}" dt="2023-07-09T10:22:31.363" v="114" actId="962"/>
          <ac:picMkLst>
            <pc:docMk/>
            <pc:sldMk cId="0" sldId="289"/>
            <ac:picMk id="5" creationId="{D9C208C2-207D-4930-BF73-CA503EED1136}"/>
          </ac:picMkLst>
        </pc:picChg>
      </pc:sldChg>
      <pc:sldChg chg="addSp modSp mod">
        <pc:chgData name="Artanago, Kenwyn" userId="280bbbef-73a8-4da2-b05f-60f93405c8ba" providerId="ADAL" clId="{90396D97-E750-4C3D-8AE3-AA8D8721BFDF}" dt="2023-07-09T10:22:36.039" v="117" actId="962"/>
        <pc:sldMkLst>
          <pc:docMk/>
          <pc:sldMk cId="0" sldId="290"/>
        </pc:sldMkLst>
        <pc:picChg chg="add mod">
          <ac:chgData name="Artanago, Kenwyn" userId="280bbbef-73a8-4da2-b05f-60f93405c8ba" providerId="ADAL" clId="{90396D97-E750-4C3D-8AE3-AA8D8721BFDF}" dt="2023-07-09T10:22:36.039" v="117" actId="962"/>
          <ac:picMkLst>
            <pc:docMk/>
            <pc:sldMk cId="0" sldId="290"/>
            <ac:picMk id="5" creationId="{32887D63-37EE-4FA7-A654-EE41FE76E98D}"/>
          </ac:picMkLst>
        </pc:picChg>
      </pc:sldChg>
      <pc:sldChg chg="addSp modSp mod">
        <pc:chgData name="Artanago, Kenwyn" userId="280bbbef-73a8-4da2-b05f-60f93405c8ba" providerId="ADAL" clId="{90396D97-E750-4C3D-8AE3-AA8D8721BFDF}" dt="2023-07-09T10:22:40.596" v="119" actId="27614"/>
        <pc:sldMkLst>
          <pc:docMk/>
          <pc:sldMk cId="0" sldId="293"/>
        </pc:sldMkLst>
        <pc:picChg chg="add mod">
          <ac:chgData name="Artanago, Kenwyn" userId="280bbbef-73a8-4da2-b05f-60f93405c8ba" providerId="ADAL" clId="{90396D97-E750-4C3D-8AE3-AA8D8721BFDF}" dt="2023-07-09T10:22:40.596" v="119" actId="27614"/>
          <ac:picMkLst>
            <pc:docMk/>
            <pc:sldMk cId="0" sldId="293"/>
            <ac:picMk id="5" creationId="{18BAE9A6-1888-4BDA-AF54-EF093FA833CC}"/>
          </ac:picMkLst>
        </pc:picChg>
      </pc:sldChg>
      <pc:sldChg chg="addSp modSp mod">
        <pc:chgData name="Artanago, Kenwyn" userId="280bbbef-73a8-4da2-b05f-60f93405c8ba" providerId="ADAL" clId="{90396D97-E750-4C3D-8AE3-AA8D8721BFDF}" dt="2023-07-09T10:22:44.550" v="121" actId="27614"/>
        <pc:sldMkLst>
          <pc:docMk/>
          <pc:sldMk cId="0" sldId="294"/>
        </pc:sldMkLst>
        <pc:picChg chg="add mod">
          <ac:chgData name="Artanago, Kenwyn" userId="280bbbef-73a8-4da2-b05f-60f93405c8ba" providerId="ADAL" clId="{90396D97-E750-4C3D-8AE3-AA8D8721BFDF}" dt="2023-07-09T10:22:44.550" v="121" actId="27614"/>
          <ac:picMkLst>
            <pc:docMk/>
            <pc:sldMk cId="0" sldId="294"/>
            <ac:picMk id="5" creationId="{DEBD2520-2D07-4F17-A216-293AD86D5580}"/>
          </ac:picMkLst>
        </pc:picChg>
      </pc:sldChg>
      <pc:sldChg chg="addSp modSp mod">
        <pc:chgData name="Artanago, Kenwyn" userId="280bbbef-73a8-4da2-b05f-60f93405c8ba" providerId="ADAL" clId="{90396D97-E750-4C3D-8AE3-AA8D8721BFDF}" dt="2023-07-09T10:22:48.378" v="124" actId="962"/>
        <pc:sldMkLst>
          <pc:docMk/>
          <pc:sldMk cId="0" sldId="295"/>
        </pc:sldMkLst>
        <pc:picChg chg="add mod">
          <ac:chgData name="Artanago, Kenwyn" userId="280bbbef-73a8-4da2-b05f-60f93405c8ba" providerId="ADAL" clId="{90396D97-E750-4C3D-8AE3-AA8D8721BFDF}" dt="2023-07-09T10:22:48.378" v="124" actId="962"/>
          <ac:picMkLst>
            <pc:docMk/>
            <pc:sldMk cId="0" sldId="295"/>
            <ac:picMk id="5" creationId="{CEAEE308-75FC-4874-A3FA-5D9903E3CB63}"/>
          </ac:picMkLst>
        </pc:picChg>
      </pc:sldChg>
      <pc:sldChg chg="addSp modSp mod">
        <pc:chgData name="Artanago, Kenwyn" userId="280bbbef-73a8-4da2-b05f-60f93405c8ba" providerId="ADAL" clId="{90396D97-E750-4C3D-8AE3-AA8D8721BFDF}" dt="2023-07-09T10:22:56.247" v="127" actId="962"/>
        <pc:sldMkLst>
          <pc:docMk/>
          <pc:sldMk cId="0" sldId="296"/>
        </pc:sldMkLst>
        <pc:picChg chg="add mod">
          <ac:chgData name="Artanago, Kenwyn" userId="280bbbef-73a8-4da2-b05f-60f93405c8ba" providerId="ADAL" clId="{90396D97-E750-4C3D-8AE3-AA8D8721BFDF}" dt="2023-07-09T10:22:56.247" v="127" actId="962"/>
          <ac:picMkLst>
            <pc:docMk/>
            <pc:sldMk cId="0" sldId="296"/>
            <ac:picMk id="5" creationId="{82794D30-4699-4142-8A1F-073D144AD3C1}"/>
          </ac:picMkLst>
        </pc:picChg>
      </pc:sldChg>
      <pc:sldChg chg="modSp mod">
        <pc:chgData name="Artanago, Kenwyn" userId="280bbbef-73a8-4da2-b05f-60f93405c8ba" providerId="ADAL" clId="{90396D97-E750-4C3D-8AE3-AA8D8721BFDF}" dt="2023-07-09T10:24:44.468" v="216" actId="20577"/>
        <pc:sldMkLst>
          <pc:docMk/>
          <pc:sldMk cId="0" sldId="302"/>
        </pc:sldMkLst>
        <pc:spChg chg="mod">
          <ac:chgData name="Artanago, Kenwyn" userId="280bbbef-73a8-4da2-b05f-60f93405c8ba" providerId="ADAL" clId="{90396D97-E750-4C3D-8AE3-AA8D8721BFDF}" dt="2023-07-09T10:24:44.468" v="216" actId="20577"/>
          <ac:spMkLst>
            <pc:docMk/>
            <pc:sldMk cId="0" sldId="302"/>
            <ac:spMk id="362" creationId="{00000000-0000-0000-0000-000000000000}"/>
          </ac:spMkLst>
        </pc:spChg>
      </pc:sldChg>
      <pc:sldChg chg="mod modShow">
        <pc:chgData name="Artanago, Kenwyn" userId="280bbbef-73a8-4da2-b05f-60f93405c8ba" providerId="ADAL" clId="{90396D97-E750-4C3D-8AE3-AA8D8721BFDF}" dt="2023-07-09T10:24:59.802" v="218" actId="729"/>
        <pc:sldMkLst>
          <pc:docMk/>
          <pc:sldMk cId="0" sldId="311"/>
        </pc:sldMkLst>
      </pc:sldChg>
      <pc:sldChg chg="mod modShow">
        <pc:chgData name="Artanago, Kenwyn" userId="280bbbef-73a8-4da2-b05f-60f93405c8ba" providerId="ADAL" clId="{90396D97-E750-4C3D-8AE3-AA8D8721BFDF}" dt="2023-07-09T10:24:57.302" v="217" actId="729"/>
        <pc:sldMkLst>
          <pc:docMk/>
          <pc:sldMk cId="0" sldId="312"/>
        </pc:sldMkLst>
      </pc:sldChg>
      <pc:sldChg chg="addSp modSp mod">
        <pc:chgData name="Artanago, Kenwyn" userId="280bbbef-73a8-4da2-b05f-60f93405c8ba" providerId="ADAL" clId="{90396D97-E750-4C3D-8AE3-AA8D8721BFDF}" dt="2023-07-09T10:26:14.078" v="220" actId="27614"/>
        <pc:sldMkLst>
          <pc:docMk/>
          <pc:sldMk cId="0" sldId="316"/>
        </pc:sldMkLst>
        <pc:picChg chg="add mod">
          <ac:chgData name="Artanago, Kenwyn" userId="280bbbef-73a8-4da2-b05f-60f93405c8ba" providerId="ADAL" clId="{90396D97-E750-4C3D-8AE3-AA8D8721BFDF}" dt="2023-07-09T10:26:14.078" v="220" actId="27614"/>
          <ac:picMkLst>
            <pc:docMk/>
            <pc:sldMk cId="0" sldId="316"/>
            <ac:picMk id="6" creationId="{E3C36F39-9A57-4424-BFF3-3B8E361C1CC4}"/>
          </ac:picMkLst>
        </pc:picChg>
      </pc:sldChg>
      <pc:sldChg chg="addSp modSp mod">
        <pc:chgData name="Artanago, Kenwyn" userId="280bbbef-73a8-4da2-b05f-60f93405c8ba" providerId="ADAL" clId="{90396D97-E750-4C3D-8AE3-AA8D8721BFDF}" dt="2023-07-09T10:26:19.456" v="223" actId="962"/>
        <pc:sldMkLst>
          <pc:docMk/>
          <pc:sldMk cId="0" sldId="317"/>
        </pc:sldMkLst>
        <pc:picChg chg="add mod">
          <ac:chgData name="Artanago, Kenwyn" userId="280bbbef-73a8-4da2-b05f-60f93405c8ba" providerId="ADAL" clId="{90396D97-E750-4C3D-8AE3-AA8D8721BFDF}" dt="2023-07-09T10:26:19.456" v="223" actId="962"/>
          <ac:picMkLst>
            <pc:docMk/>
            <pc:sldMk cId="0" sldId="317"/>
            <ac:picMk id="5" creationId="{A0EEE2B9-7D45-485F-A6CC-C32F1CF3D4DC}"/>
          </ac:picMkLst>
        </pc:picChg>
      </pc:sldChg>
      <pc:sldChg chg="addSp modSp mod">
        <pc:chgData name="Artanago, Kenwyn" userId="280bbbef-73a8-4da2-b05f-60f93405c8ba" providerId="ADAL" clId="{90396D97-E750-4C3D-8AE3-AA8D8721BFDF}" dt="2023-07-09T10:26:23.390" v="225" actId="27614"/>
        <pc:sldMkLst>
          <pc:docMk/>
          <pc:sldMk cId="0" sldId="318"/>
        </pc:sldMkLst>
        <pc:picChg chg="add mod">
          <ac:chgData name="Artanago, Kenwyn" userId="280bbbef-73a8-4da2-b05f-60f93405c8ba" providerId="ADAL" clId="{90396D97-E750-4C3D-8AE3-AA8D8721BFDF}" dt="2023-07-09T10:26:23.390" v="225" actId="27614"/>
          <ac:picMkLst>
            <pc:docMk/>
            <pc:sldMk cId="0" sldId="318"/>
            <ac:picMk id="5" creationId="{E6E8A6E8-489C-4C48-88D8-10D1A4126C40}"/>
          </ac:picMkLst>
        </pc:picChg>
      </pc:sldChg>
      <pc:sldChg chg="addSp modSp mod">
        <pc:chgData name="Artanago, Kenwyn" userId="280bbbef-73a8-4da2-b05f-60f93405c8ba" providerId="ADAL" clId="{90396D97-E750-4C3D-8AE3-AA8D8721BFDF}" dt="2023-07-09T10:26:26.845" v="228" actId="962"/>
        <pc:sldMkLst>
          <pc:docMk/>
          <pc:sldMk cId="0" sldId="319"/>
        </pc:sldMkLst>
        <pc:picChg chg="add mod">
          <ac:chgData name="Artanago, Kenwyn" userId="280bbbef-73a8-4da2-b05f-60f93405c8ba" providerId="ADAL" clId="{90396D97-E750-4C3D-8AE3-AA8D8721BFDF}" dt="2023-07-09T10:26:26.845" v="228" actId="962"/>
          <ac:picMkLst>
            <pc:docMk/>
            <pc:sldMk cId="0" sldId="319"/>
            <ac:picMk id="5" creationId="{87E5CFC1-2171-4BEF-B6F2-709C68ACC7EC}"/>
          </ac:picMkLst>
        </pc:picChg>
      </pc:sldChg>
      <pc:sldChg chg="addSp modSp mod">
        <pc:chgData name="Artanago, Kenwyn" userId="280bbbef-73a8-4da2-b05f-60f93405c8ba" providerId="ADAL" clId="{90396D97-E750-4C3D-8AE3-AA8D8721BFDF}" dt="2023-07-09T10:26:29.995" v="231" actId="962"/>
        <pc:sldMkLst>
          <pc:docMk/>
          <pc:sldMk cId="0" sldId="320"/>
        </pc:sldMkLst>
        <pc:picChg chg="add mod">
          <ac:chgData name="Artanago, Kenwyn" userId="280bbbef-73a8-4da2-b05f-60f93405c8ba" providerId="ADAL" clId="{90396D97-E750-4C3D-8AE3-AA8D8721BFDF}" dt="2023-07-09T10:26:29.995" v="231" actId="962"/>
          <ac:picMkLst>
            <pc:docMk/>
            <pc:sldMk cId="0" sldId="320"/>
            <ac:picMk id="5" creationId="{6F12E10B-CE23-4130-AC1F-8A53E70EA249}"/>
          </ac:picMkLst>
        </pc:picChg>
      </pc:sldChg>
      <pc:sldChg chg="addSp modSp mod">
        <pc:chgData name="Artanago, Kenwyn" userId="280bbbef-73a8-4da2-b05f-60f93405c8ba" providerId="ADAL" clId="{90396D97-E750-4C3D-8AE3-AA8D8721BFDF}" dt="2023-07-09T10:26:34.382" v="233" actId="27614"/>
        <pc:sldMkLst>
          <pc:docMk/>
          <pc:sldMk cId="0" sldId="321"/>
        </pc:sldMkLst>
        <pc:picChg chg="add mod">
          <ac:chgData name="Artanago, Kenwyn" userId="280bbbef-73a8-4da2-b05f-60f93405c8ba" providerId="ADAL" clId="{90396D97-E750-4C3D-8AE3-AA8D8721BFDF}" dt="2023-07-09T10:26:34.382" v="233" actId="27614"/>
          <ac:picMkLst>
            <pc:docMk/>
            <pc:sldMk cId="0" sldId="321"/>
            <ac:picMk id="5" creationId="{BD7FC223-EDC4-4724-9682-C1744728753B}"/>
          </ac:picMkLst>
        </pc:picChg>
      </pc:sldChg>
      <pc:sldChg chg="addSp modSp mod">
        <pc:chgData name="Artanago, Kenwyn" userId="280bbbef-73a8-4da2-b05f-60f93405c8ba" providerId="ADAL" clId="{90396D97-E750-4C3D-8AE3-AA8D8721BFDF}" dt="2023-07-09T10:26:37.429" v="235" actId="27614"/>
        <pc:sldMkLst>
          <pc:docMk/>
          <pc:sldMk cId="0" sldId="322"/>
        </pc:sldMkLst>
        <pc:picChg chg="add mod">
          <ac:chgData name="Artanago, Kenwyn" userId="280bbbef-73a8-4da2-b05f-60f93405c8ba" providerId="ADAL" clId="{90396D97-E750-4C3D-8AE3-AA8D8721BFDF}" dt="2023-07-09T10:26:37.429" v="235" actId="27614"/>
          <ac:picMkLst>
            <pc:docMk/>
            <pc:sldMk cId="0" sldId="322"/>
            <ac:picMk id="5" creationId="{DD0A12AF-3A2D-4305-B956-94EA47873A85}"/>
          </ac:picMkLst>
        </pc:picChg>
      </pc:sldChg>
      <pc:sldChg chg="addSp modSp mod">
        <pc:chgData name="Artanago, Kenwyn" userId="280bbbef-73a8-4da2-b05f-60f93405c8ba" providerId="ADAL" clId="{90396D97-E750-4C3D-8AE3-AA8D8721BFDF}" dt="2023-07-09T10:26:40.530" v="237" actId="27614"/>
        <pc:sldMkLst>
          <pc:docMk/>
          <pc:sldMk cId="0" sldId="324"/>
        </pc:sldMkLst>
        <pc:picChg chg="add mod">
          <ac:chgData name="Artanago, Kenwyn" userId="280bbbef-73a8-4da2-b05f-60f93405c8ba" providerId="ADAL" clId="{90396D97-E750-4C3D-8AE3-AA8D8721BFDF}" dt="2023-07-09T10:26:40.530" v="237" actId="27614"/>
          <ac:picMkLst>
            <pc:docMk/>
            <pc:sldMk cId="0" sldId="324"/>
            <ac:picMk id="5" creationId="{B496E930-761C-4511-8051-19CE27E50C3D}"/>
          </ac:picMkLst>
        </pc:picChg>
      </pc:sldChg>
      <pc:sldChg chg="addSp modSp mod">
        <pc:chgData name="Artanago, Kenwyn" userId="280bbbef-73a8-4da2-b05f-60f93405c8ba" providerId="ADAL" clId="{90396D97-E750-4C3D-8AE3-AA8D8721BFDF}" dt="2023-07-09T10:26:43.760" v="239" actId="27614"/>
        <pc:sldMkLst>
          <pc:docMk/>
          <pc:sldMk cId="0" sldId="325"/>
        </pc:sldMkLst>
        <pc:picChg chg="add mod">
          <ac:chgData name="Artanago, Kenwyn" userId="280bbbef-73a8-4da2-b05f-60f93405c8ba" providerId="ADAL" clId="{90396D97-E750-4C3D-8AE3-AA8D8721BFDF}" dt="2023-07-09T10:26:43.760" v="239" actId="27614"/>
          <ac:picMkLst>
            <pc:docMk/>
            <pc:sldMk cId="0" sldId="325"/>
            <ac:picMk id="5" creationId="{62B322EB-7AAF-4DE0-B917-A714AC2C9EDF}"/>
          </ac:picMkLst>
        </pc:picChg>
      </pc:sldChg>
      <pc:sldChg chg="addSp modSp mod">
        <pc:chgData name="Artanago, Kenwyn" userId="280bbbef-73a8-4da2-b05f-60f93405c8ba" providerId="ADAL" clId="{90396D97-E750-4C3D-8AE3-AA8D8721BFDF}" dt="2023-07-09T10:27:49.220" v="257" actId="962"/>
        <pc:sldMkLst>
          <pc:docMk/>
          <pc:sldMk cId="0" sldId="333"/>
        </pc:sldMkLst>
        <pc:picChg chg="add mod">
          <ac:chgData name="Artanago, Kenwyn" userId="280bbbef-73a8-4da2-b05f-60f93405c8ba" providerId="ADAL" clId="{90396D97-E750-4C3D-8AE3-AA8D8721BFDF}" dt="2023-07-09T10:27:49.220" v="257" actId="962"/>
          <ac:picMkLst>
            <pc:docMk/>
            <pc:sldMk cId="0" sldId="333"/>
            <ac:picMk id="4" creationId="{EDE0BB35-2B6E-4CCE-A628-83E10D34A0A5}"/>
          </ac:picMkLst>
        </pc:picChg>
      </pc:sldChg>
      <pc:sldChg chg="mod modShow">
        <pc:chgData name="Artanago, Kenwyn" userId="280bbbef-73a8-4da2-b05f-60f93405c8ba" providerId="ADAL" clId="{90396D97-E750-4C3D-8AE3-AA8D8721BFDF}" dt="2023-07-09T10:28:42.249" v="269" actId="729"/>
        <pc:sldMkLst>
          <pc:docMk/>
          <pc:sldMk cId="0" sldId="339"/>
        </pc:sldMkLst>
      </pc:sldChg>
      <pc:sldChg chg="mod modShow">
        <pc:chgData name="Artanago, Kenwyn" userId="280bbbef-73a8-4da2-b05f-60f93405c8ba" providerId="ADAL" clId="{90396D97-E750-4C3D-8AE3-AA8D8721BFDF}" dt="2023-07-09T10:28:44.953" v="270" actId="729"/>
        <pc:sldMkLst>
          <pc:docMk/>
          <pc:sldMk cId="0" sldId="340"/>
        </pc:sldMkLst>
      </pc:sldChg>
      <pc:sldChg chg="mod ord modShow">
        <pc:chgData name="Artanago, Kenwyn" userId="280bbbef-73a8-4da2-b05f-60f93405c8ba" providerId="ADAL" clId="{90396D97-E750-4C3D-8AE3-AA8D8721BFDF}" dt="2023-07-09T10:29:17.081" v="281"/>
        <pc:sldMkLst>
          <pc:docMk/>
          <pc:sldMk cId="0" sldId="342"/>
        </pc:sldMkLst>
      </pc:sldChg>
      <pc:sldChg chg="modSp mod">
        <pc:chgData name="Artanago, Kenwyn" userId="280bbbef-73a8-4da2-b05f-60f93405c8ba" providerId="ADAL" clId="{90396D97-E750-4C3D-8AE3-AA8D8721BFDF}" dt="2023-07-09T10:29:03.676" v="274" actId="20577"/>
        <pc:sldMkLst>
          <pc:docMk/>
          <pc:sldMk cId="0" sldId="343"/>
        </pc:sldMkLst>
        <pc:spChg chg="mod">
          <ac:chgData name="Artanago, Kenwyn" userId="280bbbef-73a8-4da2-b05f-60f93405c8ba" providerId="ADAL" clId="{90396D97-E750-4C3D-8AE3-AA8D8721BFDF}" dt="2023-07-09T10:29:00.874" v="272" actId="20577"/>
          <ac:spMkLst>
            <pc:docMk/>
            <pc:sldMk cId="0" sldId="343"/>
            <ac:spMk id="578" creationId="{00000000-0000-0000-0000-000000000000}"/>
          </ac:spMkLst>
        </pc:spChg>
        <pc:spChg chg="mod">
          <ac:chgData name="Artanago, Kenwyn" userId="280bbbef-73a8-4da2-b05f-60f93405c8ba" providerId="ADAL" clId="{90396D97-E750-4C3D-8AE3-AA8D8721BFDF}" dt="2023-07-09T10:29:03.676" v="274" actId="20577"/>
          <ac:spMkLst>
            <pc:docMk/>
            <pc:sldMk cId="0" sldId="343"/>
            <ac:spMk id="579" creationId="{00000000-0000-0000-0000-000000000000}"/>
          </ac:spMkLst>
        </pc:spChg>
      </pc:sldChg>
      <pc:sldChg chg="modSp mod">
        <pc:chgData name="Artanago, Kenwyn" userId="280bbbef-73a8-4da2-b05f-60f93405c8ba" providerId="ADAL" clId="{90396D97-E750-4C3D-8AE3-AA8D8721BFDF}" dt="2023-07-09T10:29:10.312" v="278" actId="20577"/>
        <pc:sldMkLst>
          <pc:docMk/>
          <pc:sldMk cId="0" sldId="344"/>
        </pc:sldMkLst>
        <pc:spChg chg="mod">
          <ac:chgData name="Artanago, Kenwyn" userId="280bbbef-73a8-4da2-b05f-60f93405c8ba" providerId="ADAL" clId="{90396D97-E750-4C3D-8AE3-AA8D8721BFDF}" dt="2023-07-09T10:29:08.345" v="276" actId="20577"/>
          <ac:spMkLst>
            <pc:docMk/>
            <pc:sldMk cId="0" sldId="344"/>
            <ac:spMk id="585" creationId="{00000000-0000-0000-0000-000000000000}"/>
          </ac:spMkLst>
        </pc:spChg>
        <pc:spChg chg="mod">
          <ac:chgData name="Artanago, Kenwyn" userId="280bbbef-73a8-4da2-b05f-60f93405c8ba" providerId="ADAL" clId="{90396D97-E750-4C3D-8AE3-AA8D8721BFDF}" dt="2023-07-09T10:29:10.312" v="278" actId="20577"/>
          <ac:spMkLst>
            <pc:docMk/>
            <pc:sldMk cId="0" sldId="344"/>
            <ac:spMk id="586" creationId="{00000000-0000-0000-0000-000000000000}"/>
          </ac:spMkLst>
        </pc:spChg>
      </pc:sldChg>
      <pc:sldChg chg="mod modShow">
        <pc:chgData name="Artanago, Kenwyn" userId="280bbbef-73a8-4da2-b05f-60f93405c8ba" providerId="ADAL" clId="{90396D97-E750-4C3D-8AE3-AA8D8721BFDF}" dt="2023-07-09T10:29:22.197" v="282" actId="729"/>
        <pc:sldMkLst>
          <pc:docMk/>
          <pc:sldMk cId="0" sldId="345"/>
        </pc:sldMkLst>
      </pc:sldChg>
      <pc:sldChg chg="del">
        <pc:chgData name="Artanago, Kenwyn" userId="280bbbef-73a8-4da2-b05f-60f93405c8ba" providerId="ADAL" clId="{90396D97-E750-4C3D-8AE3-AA8D8721BFDF}" dt="2023-07-09T10:21:45.720" v="111" actId="2696"/>
        <pc:sldMkLst>
          <pc:docMk/>
          <pc:sldMk cId="2863320528" sldId="350"/>
        </pc:sldMkLst>
      </pc:sldChg>
      <pc:sldChg chg="del">
        <pc:chgData name="Artanago, Kenwyn" userId="280bbbef-73a8-4da2-b05f-60f93405c8ba" providerId="ADAL" clId="{90396D97-E750-4C3D-8AE3-AA8D8721BFDF}" dt="2023-07-09T10:21:45.720" v="111" actId="2696"/>
        <pc:sldMkLst>
          <pc:docMk/>
          <pc:sldMk cId="1280947483" sldId="351"/>
        </pc:sldMkLst>
      </pc:sldChg>
      <pc:sldChg chg="del">
        <pc:chgData name="Artanago, Kenwyn" userId="280bbbef-73a8-4da2-b05f-60f93405c8ba" providerId="ADAL" clId="{90396D97-E750-4C3D-8AE3-AA8D8721BFDF}" dt="2023-07-09T10:21:45.720" v="111" actId="2696"/>
        <pc:sldMkLst>
          <pc:docMk/>
          <pc:sldMk cId="1034347261" sldId="353"/>
        </pc:sldMkLst>
      </pc:sldChg>
      <pc:sldChg chg="addSp modSp mod">
        <pc:chgData name="Artanago, Kenwyn" userId="280bbbef-73a8-4da2-b05f-60f93405c8ba" providerId="ADAL" clId="{90396D97-E750-4C3D-8AE3-AA8D8721BFDF}" dt="2023-07-09T10:17:46.343" v="73" actId="14100"/>
        <pc:sldMkLst>
          <pc:docMk/>
          <pc:sldMk cId="2138632321" sldId="384"/>
        </pc:sldMkLst>
        <pc:picChg chg="add mod">
          <ac:chgData name="Artanago, Kenwyn" userId="280bbbef-73a8-4da2-b05f-60f93405c8ba" providerId="ADAL" clId="{90396D97-E750-4C3D-8AE3-AA8D8721BFDF}" dt="2023-07-09T10:17:46.343" v="73" actId="14100"/>
          <ac:picMkLst>
            <pc:docMk/>
            <pc:sldMk cId="2138632321" sldId="384"/>
            <ac:picMk id="5" creationId="{E342967C-A7F8-4CEB-9116-157DBC016855}"/>
          </ac:picMkLst>
        </pc:picChg>
      </pc:sldChg>
      <pc:sldChg chg="addSp modSp mod">
        <pc:chgData name="Artanago, Kenwyn" userId="280bbbef-73a8-4da2-b05f-60f93405c8ba" providerId="ADAL" clId="{90396D97-E750-4C3D-8AE3-AA8D8721BFDF}" dt="2023-07-09T10:17:57.398" v="78" actId="14100"/>
        <pc:sldMkLst>
          <pc:docMk/>
          <pc:sldMk cId="2287554166" sldId="385"/>
        </pc:sldMkLst>
        <pc:picChg chg="add mod">
          <ac:chgData name="Artanago, Kenwyn" userId="280bbbef-73a8-4da2-b05f-60f93405c8ba" providerId="ADAL" clId="{90396D97-E750-4C3D-8AE3-AA8D8721BFDF}" dt="2023-07-09T10:17:57.398" v="78" actId="14100"/>
          <ac:picMkLst>
            <pc:docMk/>
            <pc:sldMk cId="2287554166" sldId="385"/>
            <ac:picMk id="5" creationId="{D81E5494-0BBF-4333-BDDC-F91C3E3C905C}"/>
          </ac:picMkLst>
        </pc:picChg>
      </pc:sldChg>
      <pc:sldChg chg="addSp modSp mod">
        <pc:chgData name="Artanago, Kenwyn" userId="280bbbef-73a8-4da2-b05f-60f93405c8ba" providerId="ADAL" clId="{90396D97-E750-4C3D-8AE3-AA8D8721BFDF}" dt="2023-07-09T10:26:47.255" v="241" actId="27614"/>
        <pc:sldMkLst>
          <pc:docMk/>
          <pc:sldMk cId="2915271513" sldId="386"/>
        </pc:sldMkLst>
        <pc:picChg chg="add mod">
          <ac:chgData name="Artanago, Kenwyn" userId="280bbbef-73a8-4da2-b05f-60f93405c8ba" providerId="ADAL" clId="{90396D97-E750-4C3D-8AE3-AA8D8721BFDF}" dt="2023-07-09T10:26:47.255" v="241" actId="27614"/>
          <ac:picMkLst>
            <pc:docMk/>
            <pc:sldMk cId="2915271513" sldId="386"/>
            <ac:picMk id="6" creationId="{51823EF4-ED7A-48A9-B487-D7F34B072127}"/>
          </ac:picMkLst>
        </pc:picChg>
      </pc:sldChg>
      <pc:sldChg chg="addSp modSp mod">
        <pc:chgData name="Artanago, Kenwyn" userId="280bbbef-73a8-4da2-b05f-60f93405c8ba" providerId="ADAL" clId="{90396D97-E750-4C3D-8AE3-AA8D8721BFDF}" dt="2023-07-09T10:26:50.564" v="243" actId="27614"/>
        <pc:sldMkLst>
          <pc:docMk/>
          <pc:sldMk cId="3747739469" sldId="387"/>
        </pc:sldMkLst>
        <pc:picChg chg="add mod">
          <ac:chgData name="Artanago, Kenwyn" userId="280bbbef-73a8-4da2-b05f-60f93405c8ba" providerId="ADAL" clId="{90396D97-E750-4C3D-8AE3-AA8D8721BFDF}" dt="2023-07-09T10:26:50.564" v="243" actId="27614"/>
          <ac:picMkLst>
            <pc:docMk/>
            <pc:sldMk cId="3747739469" sldId="387"/>
            <ac:picMk id="6" creationId="{C9815606-D020-4E56-9888-20FD575C65C5}"/>
          </ac:picMkLst>
        </pc:picChg>
      </pc:sldChg>
      <pc:sldChg chg="addSp modSp mod">
        <pc:chgData name="Artanago, Kenwyn" userId="280bbbef-73a8-4da2-b05f-60f93405c8ba" providerId="ADAL" clId="{90396D97-E750-4C3D-8AE3-AA8D8721BFDF}" dt="2023-07-09T10:26:54.072" v="245" actId="27614"/>
        <pc:sldMkLst>
          <pc:docMk/>
          <pc:sldMk cId="2268274077" sldId="388"/>
        </pc:sldMkLst>
        <pc:picChg chg="add mod">
          <ac:chgData name="Artanago, Kenwyn" userId="280bbbef-73a8-4da2-b05f-60f93405c8ba" providerId="ADAL" clId="{90396D97-E750-4C3D-8AE3-AA8D8721BFDF}" dt="2023-07-09T10:26:54.072" v="245" actId="27614"/>
          <ac:picMkLst>
            <pc:docMk/>
            <pc:sldMk cId="2268274077" sldId="388"/>
            <ac:picMk id="6" creationId="{C2A8DFBA-64A9-4480-90E0-368093D1629A}"/>
          </ac:picMkLst>
        </pc:picChg>
      </pc:sldChg>
      <pc:sldChg chg="addSp modSp mod">
        <pc:chgData name="Artanago, Kenwyn" userId="280bbbef-73a8-4da2-b05f-60f93405c8ba" providerId="ADAL" clId="{90396D97-E750-4C3D-8AE3-AA8D8721BFDF}" dt="2023-07-09T10:26:57.700" v="247" actId="27614"/>
        <pc:sldMkLst>
          <pc:docMk/>
          <pc:sldMk cId="4123100765" sldId="389"/>
        </pc:sldMkLst>
        <pc:picChg chg="add mod">
          <ac:chgData name="Artanago, Kenwyn" userId="280bbbef-73a8-4da2-b05f-60f93405c8ba" providerId="ADAL" clId="{90396D97-E750-4C3D-8AE3-AA8D8721BFDF}" dt="2023-07-09T10:26:57.700" v="247" actId="27614"/>
          <ac:picMkLst>
            <pc:docMk/>
            <pc:sldMk cId="4123100765" sldId="389"/>
            <ac:picMk id="6" creationId="{891FA4DA-17C2-4254-929B-76E4B70A0BE3}"/>
          </ac:picMkLst>
        </pc:picChg>
      </pc:sldChg>
      <pc:sldChg chg="addSp modSp mod">
        <pc:chgData name="Artanago, Kenwyn" userId="280bbbef-73a8-4da2-b05f-60f93405c8ba" providerId="ADAL" clId="{90396D97-E750-4C3D-8AE3-AA8D8721BFDF}" dt="2023-07-09T10:27:01.784" v="249" actId="27614"/>
        <pc:sldMkLst>
          <pc:docMk/>
          <pc:sldMk cId="1167368597" sldId="390"/>
        </pc:sldMkLst>
        <pc:picChg chg="add mod">
          <ac:chgData name="Artanago, Kenwyn" userId="280bbbef-73a8-4da2-b05f-60f93405c8ba" providerId="ADAL" clId="{90396D97-E750-4C3D-8AE3-AA8D8721BFDF}" dt="2023-07-09T10:27:01.784" v="249" actId="27614"/>
          <ac:picMkLst>
            <pc:docMk/>
            <pc:sldMk cId="1167368597" sldId="390"/>
            <ac:picMk id="6" creationId="{05B86B4C-32A2-4CC0-8325-0FEDA120D531}"/>
          </ac:picMkLst>
        </pc:picChg>
      </pc:sldChg>
      <pc:sldChg chg="addSp modSp mod">
        <pc:chgData name="Artanago, Kenwyn" userId="280bbbef-73a8-4da2-b05f-60f93405c8ba" providerId="ADAL" clId="{90396D97-E750-4C3D-8AE3-AA8D8721BFDF}" dt="2023-07-09T10:27:05.183" v="251" actId="27614"/>
        <pc:sldMkLst>
          <pc:docMk/>
          <pc:sldMk cId="2202194069" sldId="391"/>
        </pc:sldMkLst>
        <pc:picChg chg="add mod">
          <ac:chgData name="Artanago, Kenwyn" userId="280bbbef-73a8-4da2-b05f-60f93405c8ba" providerId="ADAL" clId="{90396D97-E750-4C3D-8AE3-AA8D8721BFDF}" dt="2023-07-09T10:27:05.183" v="251" actId="27614"/>
          <ac:picMkLst>
            <pc:docMk/>
            <pc:sldMk cId="2202194069" sldId="391"/>
            <ac:picMk id="7" creationId="{4EFB2615-E76D-451E-B4F6-44738F99D829}"/>
          </ac:picMkLst>
        </pc:picChg>
      </pc:sldChg>
      <pc:sldChg chg="addSp modSp mod">
        <pc:chgData name="Artanago, Kenwyn" userId="280bbbef-73a8-4da2-b05f-60f93405c8ba" providerId="ADAL" clId="{90396D97-E750-4C3D-8AE3-AA8D8721BFDF}" dt="2023-07-09T10:27:08.915" v="254" actId="962"/>
        <pc:sldMkLst>
          <pc:docMk/>
          <pc:sldMk cId="2588376745" sldId="392"/>
        </pc:sldMkLst>
        <pc:picChg chg="add mod">
          <ac:chgData name="Artanago, Kenwyn" userId="280bbbef-73a8-4da2-b05f-60f93405c8ba" providerId="ADAL" clId="{90396D97-E750-4C3D-8AE3-AA8D8721BFDF}" dt="2023-07-09T10:27:08.915" v="254" actId="962"/>
          <ac:picMkLst>
            <pc:docMk/>
            <pc:sldMk cId="2588376745" sldId="392"/>
            <ac:picMk id="7" creationId="{CF199D84-0D92-4DEF-B1A6-BB26FBE94331}"/>
          </ac:picMkLst>
        </pc:picChg>
      </pc:sldChg>
      <pc:sldChg chg="addSp modSp mod">
        <pc:chgData name="Artanago, Kenwyn" userId="280bbbef-73a8-4da2-b05f-60f93405c8ba" providerId="ADAL" clId="{90396D97-E750-4C3D-8AE3-AA8D8721BFDF}" dt="2023-07-09T10:28:36.171" v="268" actId="962"/>
        <pc:sldMkLst>
          <pc:docMk/>
          <pc:sldMk cId="1201868625" sldId="393"/>
        </pc:sldMkLst>
        <pc:picChg chg="add mod">
          <ac:chgData name="Artanago, Kenwyn" userId="280bbbef-73a8-4da2-b05f-60f93405c8ba" providerId="ADAL" clId="{90396D97-E750-4C3D-8AE3-AA8D8721BFDF}" dt="2023-07-09T10:28:36.171" v="268" actId="962"/>
          <ac:picMkLst>
            <pc:docMk/>
            <pc:sldMk cId="1201868625" sldId="393"/>
            <ac:picMk id="4" creationId="{E85B54D5-2645-443E-A3D8-35064FDAA880}"/>
          </ac:picMkLst>
        </pc:picChg>
      </pc:sldChg>
      <pc:sldChg chg="addSp modSp add mod">
        <pc:chgData name="Artanago, Kenwyn" userId="280bbbef-73a8-4da2-b05f-60f93405c8ba" providerId="ADAL" clId="{90396D97-E750-4C3D-8AE3-AA8D8721BFDF}" dt="2023-07-09T10:18:10.705" v="84" actId="14100"/>
        <pc:sldMkLst>
          <pc:docMk/>
          <pc:sldMk cId="3947617216" sldId="394"/>
        </pc:sldMkLst>
        <pc:picChg chg="add mod">
          <ac:chgData name="Artanago, Kenwyn" userId="280bbbef-73a8-4da2-b05f-60f93405c8ba" providerId="ADAL" clId="{90396D97-E750-4C3D-8AE3-AA8D8721BFDF}" dt="2023-07-09T10:18:10.705" v="84" actId="14100"/>
          <ac:picMkLst>
            <pc:docMk/>
            <pc:sldMk cId="3947617216" sldId="394"/>
            <ac:picMk id="6" creationId="{C7B27025-0F21-4748-BB29-461CE6F29393}"/>
          </ac:picMkLst>
        </pc:picChg>
      </pc:sldChg>
      <pc:sldChg chg="addSp modSp add mod">
        <pc:chgData name="Artanago, Kenwyn" userId="280bbbef-73a8-4da2-b05f-60f93405c8ba" providerId="ADAL" clId="{90396D97-E750-4C3D-8AE3-AA8D8721BFDF}" dt="2023-07-09T10:23:35.676" v="131" actId="27614"/>
        <pc:sldMkLst>
          <pc:docMk/>
          <pc:sldMk cId="1042451822" sldId="395"/>
        </pc:sldMkLst>
        <pc:picChg chg="add mod">
          <ac:chgData name="Artanago, Kenwyn" userId="280bbbef-73a8-4da2-b05f-60f93405c8ba" providerId="ADAL" clId="{90396D97-E750-4C3D-8AE3-AA8D8721BFDF}" dt="2023-07-09T10:23:35.676" v="131" actId="27614"/>
          <ac:picMkLst>
            <pc:docMk/>
            <pc:sldMk cId="1042451822" sldId="395"/>
            <ac:picMk id="6" creationId="{D384400C-9F0A-4B55-83B0-62BC973F0AA0}"/>
          </ac:picMkLst>
        </pc:picChg>
      </pc:sldChg>
      <pc:sldChg chg="addSp modSp add mod replId">
        <pc:chgData name="Artanago, Kenwyn" userId="280bbbef-73a8-4da2-b05f-60f93405c8ba" providerId="ADAL" clId="{90396D97-E750-4C3D-8AE3-AA8D8721BFDF}" dt="2023-07-09T10:23:39.831" v="134" actId="962"/>
        <pc:sldMkLst>
          <pc:docMk/>
          <pc:sldMk cId="3510275573" sldId="396"/>
        </pc:sldMkLst>
        <pc:picChg chg="add mod">
          <ac:chgData name="Artanago, Kenwyn" userId="280bbbef-73a8-4da2-b05f-60f93405c8ba" providerId="ADAL" clId="{90396D97-E750-4C3D-8AE3-AA8D8721BFDF}" dt="2023-07-09T10:23:39.831" v="134" actId="962"/>
          <ac:picMkLst>
            <pc:docMk/>
            <pc:sldMk cId="3510275573" sldId="396"/>
            <ac:picMk id="6" creationId="{D32D0371-829D-4547-BFD2-230440DD2B07}"/>
          </ac:picMkLst>
        </pc:picChg>
      </pc:sldChg>
      <pc:sldChg chg="addSp modSp add mod replId">
        <pc:chgData name="Artanago, Kenwyn" userId="280bbbef-73a8-4da2-b05f-60f93405c8ba" providerId="ADAL" clId="{90396D97-E750-4C3D-8AE3-AA8D8721BFDF}" dt="2023-07-09T10:23:43.887" v="136" actId="27614"/>
        <pc:sldMkLst>
          <pc:docMk/>
          <pc:sldMk cId="2070663167" sldId="397"/>
        </pc:sldMkLst>
        <pc:picChg chg="add mod">
          <ac:chgData name="Artanago, Kenwyn" userId="280bbbef-73a8-4da2-b05f-60f93405c8ba" providerId="ADAL" clId="{90396D97-E750-4C3D-8AE3-AA8D8721BFDF}" dt="2023-07-09T10:23:43.887" v="136" actId="27614"/>
          <ac:picMkLst>
            <pc:docMk/>
            <pc:sldMk cId="2070663167" sldId="397"/>
            <ac:picMk id="6" creationId="{92321FA1-AA09-43A0-8A59-30BEEBF6C32B}"/>
          </ac:picMkLst>
        </pc:picChg>
      </pc:sldChg>
      <pc:sldChg chg="addSp modSp add mod">
        <pc:chgData name="Artanago, Kenwyn" userId="280bbbef-73a8-4da2-b05f-60f93405c8ba" providerId="ADAL" clId="{90396D97-E750-4C3D-8AE3-AA8D8721BFDF}" dt="2023-07-09T10:23:47.999" v="139" actId="962"/>
        <pc:sldMkLst>
          <pc:docMk/>
          <pc:sldMk cId="3313265396" sldId="398"/>
        </pc:sldMkLst>
        <pc:picChg chg="add mod">
          <ac:chgData name="Artanago, Kenwyn" userId="280bbbef-73a8-4da2-b05f-60f93405c8ba" providerId="ADAL" clId="{90396D97-E750-4C3D-8AE3-AA8D8721BFDF}" dt="2023-07-09T10:23:47.999" v="139" actId="962"/>
          <ac:picMkLst>
            <pc:docMk/>
            <pc:sldMk cId="3313265396" sldId="398"/>
            <ac:picMk id="6" creationId="{EBB0130C-4872-47D5-96D3-3A1E05D9EC31}"/>
          </ac:picMkLst>
        </pc:picChg>
      </pc:sldChg>
      <pc:sldChg chg="addSp modSp add mod replId">
        <pc:chgData name="Artanago, Kenwyn" userId="280bbbef-73a8-4da2-b05f-60f93405c8ba" providerId="ADAL" clId="{90396D97-E750-4C3D-8AE3-AA8D8721BFDF}" dt="2023-07-09T10:23:52.146" v="141" actId="27614"/>
        <pc:sldMkLst>
          <pc:docMk/>
          <pc:sldMk cId="959628280" sldId="399"/>
        </pc:sldMkLst>
        <pc:picChg chg="add mod">
          <ac:chgData name="Artanago, Kenwyn" userId="280bbbef-73a8-4da2-b05f-60f93405c8ba" providerId="ADAL" clId="{90396D97-E750-4C3D-8AE3-AA8D8721BFDF}" dt="2023-07-09T10:23:52.146" v="141" actId="27614"/>
          <ac:picMkLst>
            <pc:docMk/>
            <pc:sldMk cId="959628280" sldId="399"/>
            <ac:picMk id="6" creationId="{DC879329-B4B3-4BBE-9B63-C29A77D5B806}"/>
          </ac:picMkLst>
        </pc:picChg>
      </pc:sldChg>
      <pc:sldChg chg="addSp modSp add mod replId">
        <pc:chgData name="Artanago, Kenwyn" userId="280bbbef-73a8-4da2-b05f-60f93405c8ba" providerId="ADAL" clId="{90396D97-E750-4C3D-8AE3-AA8D8721BFDF}" dt="2023-07-09T10:23:56.920" v="144" actId="962"/>
        <pc:sldMkLst>
          <pc:docMk/>
          <pc:sldMk cId="3606197727" sldId="400"/>
        </pc:sldMkLst>
        <pc:picChg chg="add mod">
          <ac:chgData name="Artanago, Kenwyn" userId="280bbbef-73a8-4da2-b05f-60f93405c8ba" providerId="ADAL" clId="{90396D97-E750-4C3D-8AE3-AA8D8721BFDF}" dt="2023-07-09T10:23:56.920" v="144" actId="962"/>
          <ac:picMkLst>
            <pc:docMk/>
            <pc:sldMk cId="3606197727" sldId="400"/>
            <ac:picMk id="6" creationId="{EA1C0A22-B939-434C-AA72-6B07C333FEFD}"/>
          </ac:picMkLst>
        </pc:picChg>
      </pc:sldChg>
      <pc:sldChg chg="addSp modSp add mod">
        <pc:chgData name="Artanago, Kenwyn" userId="280bbbef-73a8-4da2-b05f-60f93405c8ba" providerId="ADAL" clId="{90396D97-E750-4C3D-8AE3-AA8D8721BFDF}" dt="2023-07-09T10:28:00.245" v="262" actId="962"/>
        <pc:sldMkLst>
          <pc:docMk/>
          <pc:sldMk cId="1163777359" sldId="401"/>
        </pc:sldMkLst>
        <pc:picChg chg="add mod">
          <ac:chgData name="Artanago, Kenwyn" userId="280bbbef-73a8-4da2-b05f-60f93405c8ba" providerId="ADAL" clId="{90396D97-E750-4C3D-8AE3-AA8D8721BFDF}" dt="2023-07-09T10:28:00.245" v="262" actId="962"/>
          <ac:picMkLst>
            <pc:docMk/>
            <pc:sldMk cId="1163777359" sldId="401"/>
            <ac:picMk id="5" creationId="{04DD9E67-12ED-4E7C-A7A5-D4BB9E830CAA}"/>
          </ac:picMkLst>
        </pc:picChg>
      </pc:sldChg>
      <pc:sldChg chg="addSp modSp add mod">
        <pc:chgData name="Artanago, Kenwyn" userId="280bbbef-73a8-4da2-b05f-60f93405c8ba" providerId="ADAL" clId="{90396D97-E750-4C3D-8AE3-AA8D8721BFDF}" dt="2023-07-09T10:28:04.223" v="265" actId="962"/>
        <pc:sldMkLst>
          <pc:docMk/>
          <pc:sldMk cId="837145516" sldId="402"/>
        </pc:sldMkLst>
        <pc:picChg chg="add mod">
          <ac:chgData name="Artanago, Kenwyn" userId="280bbbef-73a8-4da2-b05f-60f93405c8ba" providerId="ADAL" clId="{90396D97-E750-4C3D-8AE3-AA8D8721BFDF}" dt="2023-07-09T10:28:04.223" v="265" actId="962"/>
          <ac:picMkLst>
            <pc:docMk/>
            <pc:sldMk cId="837145516" sldId="402"/>
            <ac:picMk id="5" creationId="{FC878435-FD64-4EC3-904E-B8758D2CB918}"/>
          </ac:picMkLst>
        </pc:picChg>
      </pc:sldChg>
      <pc:sldMasterChg chg="modSldLayout">
        <pc:chgData name="Artanago, Kenwyn" userId="280bbbef-73a8-4da2-b05f-60f93405c8ba" providerId="ADAL" clId="{90396D97-E750-4C3D-8AE3-AA8D8721BFDF}" dt="2023-07-09T09:40:13.315" v="1" actId="20577"/>
        <pc:sldMasterMkLst>
          <pc:docMk/>
          <pc:sldMasterMk cId="0" sldId="2147483648"/>
        </pc:sldMasterMkLst>
        <pc:sldLayoutChg chg="modSp mod">
          <pc:chgData name="Artanago, Kenwyn" userId="280bbbef-73a8-4da2-b05f-60f93405c8ba" providerId="ADAL" clId="{90396D97-E750-4C3D-8AE3-AA8D8721BFDF}" dt="2023-07-09T09:40:13.315" v="1" actId="20577"/>
          <pc:sldLayoutMkLst>
            <pc:docMk/>
            <pc:sldMasterMk cId="0" sldId="2147483648"/>
            <pc:sldLayoutMk cId="0" sldId="2147483650"/>
          </pc:sldLayoutMkLst>
          <pc:spChg chg="mod">
            <ac:chgData name="Artanago, Kenwyn" userId="280bbbef-73a8-4da2-b05f-60f93405c8ba" providerId="ADAL" clId="{90396D97-E750-4C3D-8AE3-AA8D8721BFDF}" dt="2023-07-09T09:40:13.315" v="1" actId="20577"/>
            <ac:spMkLst>
              <pc:docMk/>
              <pc:sldMasterMk cId="0" sldId="2147483648"/>
              <pc:sldLayoutMk cId="0" sldId="2147483650"/>
              <ac:spMk id="1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reserve="1">
  <p:cSld name="TITLE">
    <p:spTree>
      <p:nvGrpSpPr>
        <p:cNvPr id="1" name="Shape 28"/>
        <p:cNvGrpSpPr/>
        <p:nvPr/>
      </p:nvGrpSpPr>
      <p:grpSpPr>
        <a:xfrm>
          <a:off x="0" y="0"/>
          <a:ext cx="0" cy="0"/>
          <a:chOff x="0" y="0"/>
          <a:chExt cx="0" cy="0"/>
        </a:xfrm>
      </p:grpSpPr>
      <p:sp>
        <p:nvSpPr>
          <p:cNvPr id="29" name="Google Shape;29;p97"/>
          <p:cNvSpPr txBox="1">
            <a:spLocks noGrp="1"/>
          </p:cNvSpPr>
          <p:nvPr>
            <p:ph type="ctrTitle"/>
          </p:nvPr>
        </p:nvSpPr>
        <p:spPr>
          <a:xfrm>
            <a:off x="415611" y="992767"/>
            <a:ext cx="11360800" cy="273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a:endParaRPr dirty="0"/>
          </a:p>
        </p:txBody>
      </p:sp>
      <p:sp>
        <p:nvSpPr>
          <p:cNvPr id="30" name="Google Shape;30;p97"/>
          <p:cNvSpPr txBox="1">
            <a:spLocks noGrp="1"/>
          </p:cNvSpPr>
          <p:nvPr>
            <p:ph type="subTitle" idx="1"/>
          </p:nvPr>
        </p:nvSpPr>
        <p:spPr>
          <a:xfrm>
            <a:off x="415600" y="3778833"/>
            <a:ext cx="11360800" cy="105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31" name="Google Shape;31;p9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8814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eginnin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62578A-D730-60EA-6EF4-91A8737058E9}"/>
              </a:ext>
            </a:extLst>
          </p:cNvPr>
          <p:cNvSpPr txBox="1"/>
          <p:nvPr userDrawn="1"/>
        </p:nvSpPr>
        <p:spPr>
          <a:xfrm>
            <a:off x="0" y="1690062"/>
            <a:ext cx="12192000" cy="3477875"/>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4800"/>
              <a:buFont typeface="Arial"/>
              <a:buNone/>
            </a:pPr>
            <a:r>
              <a:rPr lang="de-DE" sz="6000" b="1" i="0" u="none" strike="noStrike" cap="none" dirty="0">
                <a:solidFill>
                  <a:srgbClr val="F3F3F3"/>
                </a:solidFill>
                <a:latin typeface="Roboto Condensed"/>
                <a:ea typeface="Roboto Condensed"/>
                <a:cs typeface="Roboto Condensed"/>
                <a:sym typeface="Roboto Condensed"/>
              </a:rPr>
              <a:t>Unser Gottesdienst beginnt in Kürze</a:t>
            </a:r>
            <a:br>
              <a:rPr lang="de-DE" sz="4000" b="0" i="0" u="none" strike="noStrike" cap="none" dirty="0">
                <a:solidFill>
                  <a:srgbClr val="F3F3F3"/>
                </a:solidFill>
                <a:latin typeface="Roboto Condensed"/>
                <a:ea typeface="Roboto Condensed"/>
                <a:cs typeface="Roboto Condensed"/>
                <a:sym typeface="Roboto Condensed"/>
              </a:rPr>
            </a:br>
            <a:endParaRPr lang="de-DE" sz="4000" b="0" i="0" u="none" strike="noStrike" cap="none" dirty="0">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Wir möchten alle daran erinnern,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ihre Telefone auf lautlos zu stellen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und während des Gottesdienstes nicht zu essen.</a:t>
            </a:r>
          </a:p>
        </p:txBody>
      </p:sp>
      <p:sp>
        <p:nvSpPr>
          <p:cNvPr id="2" name="TextBox 1">
            <a:extLst>
              <a:ext uri="{FF2B5EF4-FFF2-40B4-BE49-F238E27FC236}">
                <a16:creationId xmlns:a16="http://schemas.microsoft.com/office/drawing/2014/main" id="{8F3FF4AA-CA19-2EE1-03AE-410C26186227}"/>
              </a:ext>
            </a:extLst>
          </p:cNvPr>
          <p:cNvSpPr txBox="1"/>
          <p:nvPr userDrawn="1"/>
        </p:nvSpPr>
        <p:spPr>
          <a:xfrm>
            <a:off x="9522373" y="6287289"/>
            <a:ext cx="2591851" cy="523220"/>
          </a:xfrm>
          <a:prstGeom prst="rect">
            <a:avLst/>
          </a:prstGeom>
          <a:noFill/>
        </p:spPr>
        <p:txBody>
          <a:bodyPr wrap="square" rtlCol="0">
            <a:spAutoFit/>
          </a:bodyPr>
          <a:lstStyle/>
          <a:p>
            <a:pPr algn="r"/>
            <a:r>
              <a:rPr lang="de-DE" dirty="0" err="1">
                <a:solidFill>
                  <a:schemeClr val="tx1">
                    <a:lumMod val="50000"/>
                  </a:schemeClr>
                </a:solidFill>
              </a:rPr>
              <a:t>Created</a:t>
            </a:r>
            <a:r>
              <a:rPr lang="de-DE" dirty="0">
                <a:solidFill>
                  <a:schemeClr val="tx1">
                    <a:lumMod val="50000"/>
                  </a:schemeClr>
                </a:solidFill>
              </a:rPr>
              <a:t> </a:t>
            </a:r>
            <a:r>
              <a:rPr lang="de-DE" dirty="0" err="1">
                <a:solidFill>
                  <a:schemeClr val="tx1">
                    <a:lumMod val="50000"/>
                  </a:schemeClr>
                </a:solidFill>
              </a:rPr>
              <a:t>by</a:t>
            </a:r>
            <a:r>
              <a:rPr lang="de-DE" dirty="0">
                <a:solidFill>
                  <a:schemeClr val="tx1">
                    <a:lumMod val="50000"/>
                  </a:schemeClr>
                </a:solidFill>
              </a:rPr>
              <a:t> GRII Slide Maker</a:t>
            </a:r>
          </a:p>
          <a:p>
            <a:pPr algn="r"/>
            <a:r>
              <a:rPr lang="de-DE" dirty="0">
                <a:solidFill>
                  <a:schemeClr val="tx1">
                    <a:lumMod val="50000"/>
                  </a:schemeClr>
                </a:solidFill>
              </a:rPr>
              <a:t>- </a:t>
            </a:r>
            <a:r>
              <a:rPr lang="de-DE" dirty="0" err="1">
                <a:solidFill>
                  <a:schemeClr val="tx1">
                    <a:lumMod val="50000"/>
                  </a:schemeClr>
                </a:solidFill>
              </a:rPr>
              <a:t>Awan</a:t>
            </a:r>
            <a:endParaRPr lang="de-DE" dirty="0">
              <a:solidFill>
                <a:schemeClr val="tx1">
                  <a:lumMod val="50000"/>
                </a:schemeClr>
              </a:solidFill>
            </a:endParaRPr>
          </a:p>
        </p:txBody>
      </p:sp>
    </p:spTree>
    <p:extLst>
      <p:ext uri="{BB962C8B-B14F-4D97-AF65-F5344CB8AC3E}">
        <p14:creationId xmlns:p14="http://schemas.microsoft.com/office/powerpoint/2010/main" val="3474290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REACH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0522630-79F3-99A7-6BFE-936552A59227}"/>
              </a:ext>
            </a:extLst>
          </p:cNvPr>
          <p:cNvSpPr>
            <a:spLocks noGrp="1"/>
          </p:cNvSpPr>
          <p:nvPr>
            <p:ph type="body" sz="quarter" idx="10"/>
          </p:nvPr>
        </p:nvSpPr>
        <p:spPr>
          <a:xfrm>
            <a:off x="442486" y="2971800"/>
            <a:ext cx="11307028" cy="914400"/>
          </a:xfrm>
        </p:spPr>
        <p:txBody>
          <a:bodyPr/>
          <a:lstStyle>
            <a:lvl1pPr marL="114300" marR="0" indent="0" algn="ctr" rtl="0">
              <a:lnSpc>
                <a:spcPct val="100000"/>
              </a:lnSpc>
              <a:spcBef>
                <a:spcPts val="0"/>
              </a:spcBef>
              <a:spcAft>
                <a:spcPts val="0"/>
              </a:spcAft>
              <a:buClr>
                <a:srgbClr val="000000"/>
              </a:buClr>
              <a:buFont typeface="Arial"/>
              <a:buNone/>
              <a:defRPr lang="de-DE" sz="5400" b="1" i="0" u="sng" strike="noStrike" cap="none" dirty="0">
                <a:solidFill>
                  <a:schemeClr val="dk1"/>
                </a:solidFill>
                <a:latin typeface="Roboto Condensed"/>
                <a:ea typeface="Roboto Condensed"/>
                <a:cs typeface="Roboto Condensed"/>
                <a:sym typeface="Arial"/>
              </a:defRPr>
            </a:lvl1pPr>
          </a:lstStyle>
          <a:p>
            <a:pPr lvl="0"/>
            <a:r>
              <a:rPr lang="en-US" dirty="0"/>
              <a:t>Click to edit Master text</a:t>
            </a:r>
            <a:endParaRPr lang="de-DE" dirty="0"/>
          </a:p>
        </p:txBody>
      </p:sp>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5" name="Text Placeholder 4">
            <a:extLst>
              <a:ext uri="{FF2B5EF4-FFF2-40B4-BE49-F238E27FC236}">
                <a16:creationId xmlns:a16="http://schemas.microsoft.com/office/drawing/2014/main" id="{77FF77A9-34E4-D320-C5C7-20C7AD2C99B7}"/>
              </a:ext>
            </a:extLst>
          </p:cNvPr>
          <p:cNvSpPr>
            <a:spLocks noGrp="1"/>
          </p:cNvSpPr>
          <p:nvPr>
            <p:ph type="body" sz="quarter" idx="11"/>
          </p:nvPr>
        </p:nvSpPr>
        <p:spPr>
          <a:xfrm>
            <a:off x="3056726" y="4156782"/>
            <a:ext cx="6078548" cy="674337"/>
          </a:xfrm>
        </p:spPr>
        <p:txBody>
          <a:bodyPr/>
          <a:lstStyle>
            <a:lvl1pPr marL="114300" indent="0" algn="ctr">
              <a:buNone/>
              <a:defRPr lang="de-DE" sz="2800" b="0" i="1" u="none" strike="noStrike" cap="none" dirty="0">
                <a:solidFill>
                  <a:schemeClr val="dk1"/>
                </a:solidFill>
                <a:latin typeface="Roboto Condensed"/>
                <a:ea typeface="Roboto Condensed"/>
                <a:cs typeface="Roboto Condensed"/>
                <a:sym typeface="Arial"/>
              </a:defRPr>
            </a:lvl1pPr>
          </a:lstStyle>
          <a:p>
            <a:pPr lvl="0"/>
            <a:r>
              <a:rPr lang="en-US" dirty="0"/>
              <a:t>Click to edit Master text</a:t>
            </a:r>
            <a:endParaRPr lang="de-DE" dirty="0"/>
          </a:p>
        </p:txBody>
      </p:sp>
    </p:spTree>
    <p:extLst>
      <p:ext uri="{BB962C8B-B14F-4D97-AF65-F5344CB8AC3E}">
        <p14:creationId xmlns:p14="http://schemas.microsoft.com/office/powerpoint/2010/main" val="771359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IBLE_READIN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Bibellesung</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3" name="Text Placeholder 2">
            <a:extLst>
              <a:ext uri="{FF2B5EF4-FFF2-40B4-BE49-F238E27FC236}">
                <a16:creationId xmlns:a16="http://schemas.microsoft.com/office/drawing/2014/main" id="{59C9682E-1B95-700A-B294-80EFB991C6FF}"/>
              </a:ext>
            </a:extLst>
          </p:cNvPr>
          <p:cNvSpPr>
            <a:spLocks noGrp="1"/>
          </p:cNvSpPr>
          <p:nvPr>
            <p:ph type="body" sz="quarter" idx="10" hasCustomPrompt="1"/>
          </p:nvPr>
        </p:nvSpPr>
        <p:spPr>
          <a:xfrm>
            <a:off x="1362436" y="2909649"/>
            <a:ext cx="9467128" cy="914400"/>
          </a:xfrm>
        </p:spPr>
        <p:txBody>
          <a:bodyPr anchor="t"/>
          <a:lstStyle>
            <a:lvl1pPr marL="114300" indent="0" algn="ctr">
              <a:buNone/>
              <a:defRPr lang="en-US" sz="5400" b="1" i="0" u="sng" strike="noStrike" cap="none" dirty="0" smtClean="0">
                <a:solidFill>
                  <a:schemeClr val="dk1"/>
                </a:solidFill>
                <a:latin typeface="Roboto Condensed"/>
                <a:ea typeface="Roboto Condensed"/>
                <a:cs typeface="Roboto Condensed"/>
                <a:sym typeface="Arial"/>
              </a:defRPr>
            </a:lvl1pPr>
          </a:lstStyle>
          <a:p>
            <a:pPr lvl="0"/>
            <a:r>
              <a:rPr lang="en-US" dirty="0" err="1"/>
              <a:t>Jesaya</a:t>
            </a:r>
            <a:r>
              <a:rPr lang="en-US"/>
              <a:t> 43, 1-2</a:t>
            </a:r>
            <a:endParaRPr lang="de-DE" dirty="0"/>
          </a:p>
        </p:txBody>
      </p:sp>
    </p:spTree>
    <p:extLst>
      <p:ext uri="{BB962C8B-B14F-4D97-AF65-F5344CB8AC3E}">
        <p14:creationId xmlns:p14="http://schemas.microsoft.com/office/powerpoint/2010/main" val="42129680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IBLE_VERS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F56DD7C-C4E9-DA2C-8BCB-2F911738563B}"/>
              </a:ext>
            </a:extLst>
          </p:cNvPr>
          <p:cNvSpPr>
            <a:spLocks noGrp="1"/>
          </p:cNvSpPr>
          <p:nvPr>
            <p:ph type="body" sz="quarter" idx="10"/>
          </p:nvPr>
        </p:nvSpPr>
        <p:spPr>
          <a:xfrm>
            <a:off x="563420" y="634712"/>
            <a:ext cx="5243491" cy="5562888"/>
          </a:xfrm>
        </p:spPr>
        <p:txBody>
          <a:bodyPr/>
          <a:lstStyle>
            <a:lvl1pPr marL="114300" indent="0">
              <a:buNone/>
              <a:defRPr lang="en-US" sz="3000" b="1" i="0" u="none" strike="noStrike" cap="none" dirty="0" smtClean="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6" name="Text Placeholder 5">
            <a:extLst>
              <a:ext uri="{FF2B5EF4-FFF2-40B4-BE49-F238E27FC236}">
                <a16:creationId xmlns:a16="http://schemas.microsoft.com/office/drawing/2014/main" id="{3CE6A4D9-9CE3-6AD9-7C7C-17968268DAD7}"/>
              </a:ext>
            </a:extLst>
          </p:cNvPr>
          <p:cNvSpPr>
            <a:spLocks noGrp="1"/>
          </p:cNvSpPr>
          <p:nvPr>
            <p:ph type="body" sz="quarter" idx="11"/>
          </p:nvPr>
        </p:nvSpPr>
        <p:spPr>
          <a:xfrm>
            <a:off x="6231118" y="634710"/>
            <a:ext cx="5397462" cy="5562887"/>
          </a:xfrm>
        </p:spPr>
        <p:txBody>
          <a:bodyPr/>
          <a:lstStyle>
            <a:lvl1pPr marL="114300" marR="0" indent="0" algn="l" rtl="0">
              <a:lnSpc>
                <a:spcPct val="100000"/>
              </a:lnSpc>
              <a:spcBef>
                <a:spcPts val="0"/>
              </a:spcBef>
              <a:spcAft>
                <a:spcPts val="0"/>
              </a:spcAft>
              <a:buClr>
                <a:srgbClr val="000000"/>
              </a:buClr>
              <a:buFont typeface="Arial"/>
              <a:buNone/>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11912957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7890E638-BD11-0954-D411-25CB025CCDD1}"/>
              </a:ext>
            </a:extLst>
          </p:cNvPr>
          <p:cNvSpPr>
            <a:spLocks noGrp="1"/>
          </p:cNvSpPr>
          <p:nvPr>
            <p:ph type="body" sz="quarter" idx="10"/>
          </p:nvPr>
        </p:nvSpPr>
        <p:spPr>
          <a:xfrm>
            <a:off x="508003" y="647558"/>
            <a:ext cx="11020978" cy="2340739"/>
          </a:xfrm>
        </p:spPr>
        <p:txBody>
          <a:bodyPr/>
          <a:lstStyle>
            <a:lvl1pPr marL="114300" indent="0">
              <a:buNone/>
              <a:defRPr lang="de-DE" sz="3800" b="1" i="0" u="none" strike="noStrike" cap="none" dirty="0">
                <a:solidFill>
                  <a:schemeClr val="dk1"/>
                </a:solidFill>
                <a:latin typeface="Roboto Condensed"/>
                <a:ea typeface="Roboto Condensed"/>
                <a:cs typeface="Roboto Condensed"/>
                <a:sym typeface="Arial"/>
              </a:defRPr>
            </a:lvl1pPr>
            <a:lvl2pPr>
              <a:defRPr lang="en-US" sz="3000" b="1" i="0" u="none" strike="noStrike" cap="none" dirty="0" smtClean="0">
                <a:solidFill>
                  <a:schemeClr val="dk1"/>
                </a:solidFill>
                <a:latin typeface="Roboto Condensed"/>
                <a:ea typeface="Roboto Condensed"/>
                <a:cs typeface="Roboto Condensed"/>
                <a:sym typeface="Arial"/>
              </a:defRPr>
            </a:lvl2pPr>
            <a:lvl3pPr>
              <a:defRPr lang="en-US" sz="3000" b="1" i="0" u="none" strike="noStrike" cap="none" dirty="0" smtClean="0">
                <a:solidFill>
                  <a:schemeClr val="dk1"/>
                </a:solidFill>
                <a:latin typeface="Roboto Condensed"/>
                <a:ea typeface="Roboto Condensed"/>
                <a:cs typeface="Roboto Condensed"/>
                <a:sym typeface="Arial"/>
              </a:defRPr>
            </a:lvl3pPr>
            <a:lvl4pPr>
              <a:defRPr lang="en-US" sz="3000" b="1" i="0" u="none" strike="noStrike" cap="none" dirty="0" smtClean="0">
                <a:solidFill>
                  <a:schemeClr val="dk1"/>
                </a:solidFill>
                <a:latin typeface="Roboto Condensed"/>
                <a:ea typeface="Roboto Condensed"/>
                <a:cs typeface="Roboto Condensed"/>
                <a:sym typeface="Arial"/>
              </a:defRPr>
            </a:lvl4pPr>
            <a:lvl5pPr>
              <a:defRPr lang="de-DE" sz="3000" b="1" i="0" u="none" strike="noStrike" cap="none" dirty="0">
                <a:solidFill>
                  <a:schemeClr val="dk1"/>
                </a:solidFill>
                <a:latin typeface="Roboto Condensed"/>
                <a:ea typeface="Roboto Condensed"/>
                <a:cs typeface="Roboto Condensed"/>
                <a:sym typeface="Arial"/>
              </a:defRPr>
            </a:lvl5pPr>
          </a:lstStyle>
          <a:p>
            <a:pPr lvl="0"/>
            <a:r>
              <a:rPr lang="en-US" dirty="0"/>
              <a:t>Click to edit Master text</a:t>
            </a:r>
            <a:endParaRPr lang="de-DE" dirty="0"/>
          </a:p>
        </p:txBody>
      </p:sp>
      <p:sp>
        <p:nvSpPr>
          <p:cNvPr id="3" name="Text Placeholder 5">
            <a:extLst>
              <a:ext uri="{FF2B5EF4-FFF2-40B4-BE49-F238E27FC236}">
                <a16:creationId xmlns:a16="http://schemas.microsoft.com/office/drawing/2014/main" id="{0F9D402A-E310-6EFF-1AF1-B5B8BE1591AB}"/>
              </a:ext>
            </a:extLst>
          </p:cNvPr>
          <p:cNvSpPr>
            <a:spLocks noGrp="1"/>
          </p:cNvSpPr>
          <p:nvPr>
            <p:ph type="body" sz="quarter" idx="11"/>
          </p:nvPr>
        </p:nvSpPr>
        <p:spPr>
          <a:xfrm>
            <a:off x="508003" y="3429000"/>
            <a:ext cx="11020978" cy="2863927"/>
          </a:xfrm>
        </p:spPr>
        <p:txBody>
          <a:bodyPr/>
          <a:lstStyle>
            <a:lvl1pPr marL="114300" marR="0" indent="0" algn="l" rtl="0">
              <a:lnSpc>
                <a:spcPct val="100000"/>
              </a:lnSpc>
              <a:spcBef>
                <a:spcPts val="0"/>
              </a:spcBef>
              <a:spcAft>
                <a:spcPts val="0"/>
              </a:spcAft>
              <a:buClr>
                <a:srgbClr val="000000"/>
              </a:buClr>
              <a:buFont typeface="Arial"/>
              <a:buNone/>
              <a:defRPr lang="en-US" sz="3600" b="0" i="1" u="none" strike="noStrike" cap="none" dirty="0" smtClean="0">
                <a:solidFill>
                  <a:schemeClr val="dk1"/>
                </a:solidFill>
                <a:latin typeface="Roboto Condensed"/>
                <a:ea typeface="Roboto Condensed"/>
                <a:cs typeface="Roboto Condensed"/>
                <a:sym typeface="Arial"/>
              </a:defRPr>
            </a:lvl1pPr>
            <a:lvl2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2pPr>
            <a:lvl3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3pPr>
            <a:lvl4pPr marR="0" algn="l" rtl="0">
              <a:lnSpc>
                <a:spcPct val="100000"/>
              </a:lnSpc>
              <a:spcBef>
                <a:spcPts val="0"/>
              </a:spcBef>
              <a:spcAft>
                <a:spcPts val="0"/>
              </a:spcAft>
              <a:buClr>
                <a:srgbClr val="000000"/>
              </a:buClr>
              <a:buFont typeface="Arial"/>
              <a:defRPr lang="en-US" sz="3000" b="0" i="1" u="none" strike="noStrike" cap="none" dirty="0" smtClean="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4pPr>
            <a:lvl5pPr marR="0" algn="l" rtl="0">
              <a:lnSpc>
                <a:spcPct val="100000"/>
              </a:lnSpc>
              <a:spcBef>
                <a:spcPts val="0"/>
              </a:spcBef>
              <a:spcAft>
                <a:spcPts val="0"/>
              </a:spcAft>
              <a:buClr>
                <a:srgbClr val="000000"/>
              </a:buClr>
              <a:buFont typeface="Arial"/>
              <a:defRPr lang="de-DE"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Arial"/>
              </a:defRPr>
            </a:lvl5pPr>
          </a:lstStyle>
          <a:p>
            <a:pPr lvl="0"/>
            <a:r>
              <a:rPr lang="en-US" dirty="0"/>
              <a:t>Click to edit Master text</a:t>
            </a:r>
          </a:p>
        </p:txBody>
      </p:sp>
    </p:spTree>
    <p:extLst>
      <p:ext uri="{BB962C8B-B14F-4D97-AF65-F5344CB8AC3E}">
        <p14:creationId xmlns:p14="http://schemas.microsoft.com/office/powerpoint/2010/main" val="26512896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APA_KAMI_1">
    <p:spTree>
      <p:nvGrpSpPr>
        <p:cNvPr id="1" name=""/>
        <p:cNvGrpSpPr/>
        <p:nvPr/>
      </p:nvGrpSpPr>
      <p:grpSpPr>
        <a:xfrm>
          <a:off x="0" y="0"/>
          <a:ext cx="0" cy="0"/>
          <a:chOff x="0" y="0"/>
          <a:chExt cx="0" cy="0"/>
        </a:xfrm>
      </p:grpSpPr>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2" y="3334328"/>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a:solidFill>
                  <a:schemeClr val="dk1"/>
                </a:solidFill>
                <a:latin typeface="Roboto Condensed"/>
                <a:ea typeface="Roboto Condensed"/>
                <a:cs typeface="Roboto Condensed"/>
                <a:sym typeface="Roboto Condensed"/>
              </a:rPr>
              <a:t>Bapa kami yang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dikuduskanlah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nama</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datanglah</a:t>
            </a:r>
            <a:r>
              <a:rPr lang="en-US" sz="3600" b="0" i="1" u="none" strike="noStrike" cap="none" dirty="0">
                <a:solidFill>
                  <a:schemeClr val="dk1"/>
                </a:solidFill>
                <a:latin typeface="Roboto Condensed"/>
                <a:ea typeface="Roboto Condensed"/>
                <a:cs typeface="Roboto Condensed"/>
                <a:sym typeface="Roboto Condensed"/>
              </a:rPr>
              <a:t> Kerajaan-Mu, </a:t>
            </a:r>
            <a:r>
              <a:rPr lang="en-US" sz="3600" b="0" i="1" u="none" strike="noStrike" cap="none" dirty="0" err="1">
                <a:solidFill>
                  <a:schemeClr val="dk1"/>
                </a:solidFill>
                <a:latin typeface="Roboto Condensed"/>
                <a:ea typeface="Roboto Condensed"/>
                <a:cs typeface="Roboto Condensed"/>
                <a:sym typeface="Roboto Condensed"/>
              </a:rPr>
              <a:t>jadilah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kehendak</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di </a:t>
            </a:r>
            <a:r>
              <a:rPr lang="en-US" sz="3600" b="0" i="1" u="none" strike="noStrike" cap="none" dirty="0" err="1">
                <a:solidFill>
                  <a:schemeClr val="dk1"/>
                </a:solidFill>
                <a:latin typeface="Roboto Condensed"/>
                <a:ea typeface="Roboto Condensed"/>
                <a:cs typeface="Roboto Condensed"/>
                <a:sym typeface="Roboto Condensed"/>
              </a:rPr>
              <a:t>bumi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2" y="1204574"/>
            <a:ext cx="10409920" cy="1846659"/>
          </a:xfrm>
          <a:prstGeom prst="rect">
            <a:avLst/>
          </a:prstGeom>
          <a:noFill/>
        </p:spPr>
        <p:txBody>
          <a:bodyPr wrap="square">
            <a:spAutoFit/>
          </a:bodyPr>
          <a:lstStyle/>
          <a:p>
            <a:r>
              <a:rPr lang="en-US" sz="3800" b="1" i="0" u="none" strike="noStrike" cap="none" dirty="0" err="1">
                <a:solidFill>
                  <a:schemeClr val="dk1"/>
                </a:solidFill>
                <a:latin typeface="Roboto Condensed"/>
                <a:ea typeface="Roboto Condensed"/>
                <a:cs typeface="Roboto Condensed"/>
                <a:sym typeface="Roboto Condensed"/>
              </a:rPr>
              <a:t>Vater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unser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a:t>
            </a:r>
            <a:r>
              <a:rPr lang="en-US" sz="3800" b="1" i="0" u="none" strike="noStrike" cap="none" dirty="0" err="1">
                <a:solidFill>
                  <a:schemeClr val="dk1"/>
                </a:solidFill>
                <a:latin typeface="Roboto Condensed"/>
                <a:ea typeface="Roboto Condensed"/>
                <a:cs typeface="Roboto Condensed"/>
                <a:sym typeface="Roboto Condensed"/>
              </a:rPr>
              <a:t>geheiligt</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werde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dein</a:t>
            </a:r>
            <a:r>
              <a:rPr lang="en-US" sz="3800" b="1" i="0" u="none" strike="noStrike" cap="none" dirty="0">
                <a:solidFill>
                  <a:schemeClr val="dk1"/>
                </a:solidFill>
                <a:latin typeface="Roboto Condensed"/>
                <a:ea typeface="Roboto Condensed"/>
                <a:cs typeface="Roboto Condensed"/>
                <a:sym typeface="Roboto Condensed"/>
              </a:rPr>
              <a:t> Name.</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a:solidFill>
                  <a:schemeClr val="dk1"/>
                </a:solidFill>
                <a:latin typeface="Roboto Condensed"/>
                <a:ea typeface="Roboto Condensed"/>
                <a:cs typeface="Roboto Condensed"/>
                <a:sym typeface="Roboto Condensed"/>
              </a:rPr>
              <a:t>Dein Reich </a:t>
            </a:r>
            <a:r>
              <a:rPr lang="en-US" sz="3800" b="1" i="0" u="none" strike="noStrike" cap="none" dirty="0" err="1">
                <a:solidFill>
                  <a:schemeClr val="dk1"/>
                </a:solidFill>
                <a:latin typeface="Roboto Condensed"/>
                <a:ea typeface="Roboto Condensed"/>
                <a:cs typeface="Roboto Condensed"/>
                <a:sym typeface="Roboto Condensed"/>
              </a:rPr>
              <a:t>komme.Dein</a:t>
            </a:r>
            <a:r>
              <a:rPr lang="en-US" sz="3800" b="1" i="0" u="none" strike="noStrike" cap="none" dirty="0">
                <a:solidFill>
                  <a:schemeClr val="dk1"/>
                </a:solidFill>
                <a:latin typeface="Roboto Condensed"/>
                <a:ea typeface="Roboto Condensed"/>
                <a:cs typeface="Roboto Condensed"/>
                <a:sym typeface="Roboto Condensed"/>
              </a:rPr>
              <a:t> Wille </a:t>
            </a:r>
            <a:r>
              <a:rPr lang="en-US" sz="3800" b="1" i="0" u="none" strike="noStrike" cap="none" dirty="0" err="1">
                <a:solidFill>
                  <a:schemeClr val="dk1"/>
                </a:solidFill>
                <a:latin typeface="Roboto Condensed"/>
                <a:ea typeface="Roboto Condensed"/>
                <a:cs typeface="Roboto Condensed"/>
                <a:sym typeface="Roboto Condensed"/>
              </a:rPr>
              <a:t>geschehe</a:t>
            </a:r>
            <a:r>
              <a:rPr lang="en-US" sz="3800" b="1" i="0" u="none" strike="noStrike" cap="none" dirty="0">
                <a:solidFill>
                  <a:schemeClr val="dk1"/>
                </a:solidFill>
                <a:latin typeface="Roboto Condensed"/>
                <a:ea typeface="Roboto Condensed"/>
                <a:cs typeface="Roboto Condensed"/>
                <a:sym typeface="Roboto Condensed"/>
              </a:rPr>
              <a:t>,</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err="1">
                <a:solidFill>
                  <a:schemeClr val="dk1"/>
                </a:solidFill>
                <a:latin typeface="Roboto Condensed"/>
                <a:ea typeface="Roboto Condensed"/>
                <a:cs typeface="Roboto Condensed"/>
                <a:sym typeface="Roboto Condensed"/>
              </a:rPr>
              <a:t>wie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so auf Erden. </a:t>
            </a:r>
            <a:endParaRPr lang="de-DE" sz="3800" b="1" i="0" u="none" strike="noStrike" cap="none" dirty="0">
              <a:solidFill>
                <a:schemeClr val="dk1"/>
              </a:solidFill>
              <a:latin typeface="Roboto Condensed"/>
              <a:ea typeface="Roboto Condensed"/>
              <a:cs typeface="Roboto Condensed"/>
              <a:sym typeface="Roboto Condensed"/>
            </a:endParaRPr>
          </a:p>
        </p:txBody>
      </p:sp>
    </p:spTree>
    <p:extLst>
      <p:ext uri="{BB962C8B-B14F-4D97-AF65-F5344CB8AC3E}">
        <p14:creationId xmlns:p14="http://schemas.microsoft.com/office/powerpoint/2010/main" val="1775113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APA_KAMI_2">
    <p:spTree>
      <p:nvGrpSpPr>
        <p:cNvPr id="1" name=""/>
        <p:cNvGrpSpPr/>
        <p:nvPr/>
      </p:nvGrpSpPr>
      <p:grpSpPr>
        <a:xfrm>
          <a:off x="0" y="0"/>
          <a:ext cx="0" cy="0"/>
          <a:chOff x="0" y="0"/>
          <a:chExt cx="0" cy="0"/>
        </a:xfrm>
      </p:grpSpPr>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2" y="3334328"/>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err="1">
                <a:solidFill>
                  <a:schemeClr val="dk1"/>
                </a:solidFill>
                <a:latin typeface="Roboto Condensed"/>
                <a:ea typeface="Roboto Condensed"/>
                <a:cs typeface="Roboto Condensed"/>
                <a:sym typeface="Roboto Condensed"/>
              </a:rPr>
              <a:t>Berikanlah</a:t>
            </a:r>
            <a:r>
              <a:rPr lang="en-US" sz="3600" b="0" i="1" u="none" strike="noStrike" cap="none" dirty="0">
                <a:solidFill>
                  <a:schemeClr val="dk1"/>
                </a:solidFill>
                <a:latin typeface="Roboto Condensed"/>
                <a:ea typeface="Roboto Condensed"/>
                <a:cs typeface="Roboto Condensed"/>
                <a:sym typeface="Roboto Condensed"/>
              </a:rPr>
              <a:t> kami pada </a:t>
            </a:r>
            <a:r>
              <a:rPr lang="en-US" sz="3600" b="0" i="1" u="none" strike="noStrike" cap="none" dirty="0" err="1">
                <a:solidFill>
                  <a:schemeClr val="dk1"/>
                </a:solidFill>
                <a:latin typeface="Roboto Condensed"/>
                <a:ea typeface="Roboto Condensed"/>
                <a:cs typeface="Roboto Condensed"/>
                <a:sym typeface="Roboto Condensed"/>
              </a:rPr>
              <a:t>hari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ini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makanan</a:t>
            </a:r>
            <a:r>
              <a:rPr lang="en-US" sz="3600" b="0" i="1" u="none" strike="noStrike" cap="none" dirty="0">
                <a:solidFill>
                  <a:schemeClr val="dk1"/>
                </a:solidFill>
                <a:latin typeface="Roboto Condensed"/>
                <a:ea typeface="Roboto Condensed"/>
                <a:cs typeface="Roboto Condensed"/>
                <a:sym typeface="Roboto Condensed"/>
              </a:rPr>
              <a:t> kami yang </a:t>
            </a:r>
            <a:r>
              <a:rPr lang="en-US" sz="3600" b="0" i="1" u="none" strike="noStrike" cap="none" dirty="0" err="1">
                <a:solidFill>
                  <a:schemeClr val="dk1"/>
                </a:solidFill>
                <a:latin typeface="Roboto Condensed"/>
                <a:ea typeface="Roboto Condensed"/>
                <a:cs typeface="Roboto Condensed"/>
                <a:sym typeface="Roboto Condensed"/>
              </a:rPr>
              <a:t>secukupnya</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ampunilah</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akan</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kesalahan</a:t>
            </a:r>
            <a:r>
              <a:rPr lang="en-US" sz="3600" b="0" i="1" u="none" strike="noStrike" cap="none" dirty="0">
                <a:solidFill>
                  <a:schemeClr val="dk1"/>
                </a:solidFill>
                <a:latin typeface="Roboto Condensed"/>
                <a:ea typeface="Roboto Condensed"/>
                <a:cs typeface="Roboto Condensed"/>
                <a:sym typeface="Roboto Condensed"/>
              </a:rPr>
              <a:t> kami,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kami juga </a:t>
            </a:r>
            <a:r>
              <a:rPr lang="en-US" sz="3600" b="0" i="1" u="none" strike="noStrike" cap="none" dirty="0" err="1">
                <a:solidFill>
                  <a:schemeClr val="dk1"/>
                </a:solidFill>
                <a:latin typeface="Roboto Condensed"/>
                <a:ea typeface="Roboto Condensed"/>
                <a:cs typeface="Roboto Condensed"/>
                <a:sym typeface="Roboto Condensed"/>
              </a:rPr>
              <a:t>mengampuni</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orang yang </a:t>
            </a:r>
            <a:r>
              <a:rPr lang="en-US" sz="3600" b="0" i="1" u="none" strike="noStrike" cap="none" dirty="0" err="1">
                <a:solidFill>
                  <a:schemeClr val="dk1"/>
                </a:solidFill>
                <a:latin typeface="Roboto Condensed"/>
                <a:ea typeface="Roboto Condensed"/>
                <a:cs typeface="Roboto Condensed"/>
                <a:sym typeface="Roboto Condensed"/>
              </a:rPr>
              <a:t>bersalah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kepada</a:t>
            </a:r>
            <a:r>
              <a:rPr lang="en-US" sz="3600" b="0" i="1" u="none" strike="noStrike" cap="none" dirty="0">
                <a:solidFill>
                  <a:schemeClr val="dk1"/>
                </a:solidFill>
                <a:latin typeface="Roboto Condensed"/>
                <a:ea typeface="Roboto Condensed"/>
                <a:cs typeface="Roboto Condensed"/>
                <a:sym typeface="Roboto Condensed"/>
              </a:rPr>
              <a:t> kami;</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2" y="770465"/>
            <a:ext cx="10409920" cy="1846659"/>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Unser tägliches Brot gib uns heute,</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und vergib uns unsre Schuld,</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wie auch wir vergeben unseren Schuldigern.</a:t>
            </a:r>
          </a:p>
        </p:txBody>
      </p:sp>
    </p:spTree>
    <p:extLst>
      <p:ext uri="{BB962C8B-B14F-4D97-AF65-F5344CB8AC3E}">
        <p14:creationId xmlns:p14="http://schemas.microsoft.com/office/powerpoint/2010/main" val="1726207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APA_KAMI_3">
    <p:spTree>
      <p:nvGrpSpPr>
        <p:cNvPr id="1" name=""/>
        <p:cNvGrpSpPr/>
        <p:nvPr/>
      </p:nvGrpSpPr>
      <p:grpSpPr>
        <a:xfrm>
          <a:off x="0" y="0"/>
          <a:ext cx="0" cy="0"/>
          <a:chOff x="0" y="0"/>
          <a:chExt cx="0" cy="0"/>
        </a:xfrm>
      </p:grpSpPr>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617423"/>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janganlah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membawa</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ke</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dalam</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pencobaan</a:t>
            </a:r>
            <a:r>
              <a:rPr lang="en-US" sz="3600" b="0" i="1" u="none" strike="noStrike" cap="none" dirty="0">
                <a:solidFill>
                  <a:schemeClr val="dk1"/>
                </a:solidFill>
                <a:latin typeface="Roboto Condensed"/>
                <a:ea typeface="Roboto Condensed"/>
                <a:cs typeface="Roboto Condensed"/>
                <a:sym typeface="Roboto Condensed"/>
              </a:rPr>
              <a:t>,</a:t>
            </a:r>
          </a:p>
          <a:p>
            <a:pPr>
              <a:buSzPts val="4800"/>
            </a:pPr>
            <a:r>
              <a:rPr lang="en-US" sz="3600" b="0" i="1" u="none" strike="noStrike" cap="none" dirty="0" err="1">
                <a:solidFill>
                  <a:schemeClr val="dk1"/>
                </a:solidFill>
                <a:latin typeface="Roboto Condensed"/>
                <a:ea typeface="Roboto Condensed"/>
                <a:cs typeface="Roboto Condensed"/>
                <a:sym typeface="Roboto Condensed"/>
              </a:rPr>
              <a:t>tetapi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lepaskanlah</a:t>
            </a:r>
            <a:r>
              <a:rPr lang="en-US" sz="3600" b="0" i="1" u="none" strike="noStrike" cap="none" dirty="0">
                <a:solidFill>
                  <a:schemeClr val="dk1"/>
                </a:solidFill>
                <a:latin typeface="Roboto Condensed"/>
                <a:ea typeface="Roboto Condensed"/>
                <a:cs typeface="Roboto Condensed"/>
                <a:sym typeface="Roboto Condensed"/>
              </a:rPr>
              <a:t> kami </a:t>
            </a:r>
            <a:r>
              <a:rPr lang="en-US" sz="3600" b="0" i="1" u="none" strike="noStrike" cap="none" dirty="0" err="1">
                <a:solidFill>
                  <a:schemeClr val="dk1"/>
                </a:solidFill>
                <a:latin typeface="Roboto Condensed"/>
                <a:ea typeface="Roboto Condensed"/>
                <a:cs typeface="Roboto Condensed"/>
                <a:sym typeface="Roboto Condensed"/>
              </a:rPr>
              <a:t>daripada</a:t>
            </a:r>
            <a:r>
              <a:rPr lang="en-US" sz="3600" b="0" i="1" u="none" strike="noStrike" cap="none" dirty="0">
                <a:solidFill>
                  <a:schemeClr val="dk1"/>
                </a:solidFill>
                <a:latin typeface="Roboto Condensed"/>
                <a:ea typeface="Roboto Condensed"/>
                <a:cs typeface="Roboto Condensed"/>
                <a:sym typeface="Roboto Condensed"/>
              </a:rPr>
              <a:t> yang </a:t>
            </a:r>
            <a:r>
              <a:rPr lang="en-US" sz="3600" b="0" i="1" u="none" strike="noStrike" cap="none" dirty="0" err="1">
                <a:solidFill>
                  <a:schemeClr val="dk1"/>
                </a:solidFill>
                <a:latin typeface="Roboto Condensed"/>
                <a:ea typeface="Roboto Condensed"/>
                <a:cs typeface="Roboto Condensed"/>
                <a:sym typeface="Roboto Condensed"/>
              </a:rPr>
              <a:t>jahat</a:t>
            </a:r>
            <a:r>
              <a:rPr lang="en-US" sz="3600" b="0" i="1" u="none" strike="noStrike" cap="none" dirty="0">
                <a:solidFill>
                  <a:schemeClr val="dk1"/>
                </a:solidFill>
                <a:latin typeface="Roboto Condensed"/>
                <a:ea typeface="Roboto Condensed"/>
                <a:cs typeface="Roboto Condensed"/>
                <a:sym typeface="Roboto Condensed"/>
              </a:rPr>
              <a:t>.</a:t>
            </a:r>
          </a:p>
          <a:p>
            <a:pPr>
              <a:buSzPts val="4800"/>
            </a:pPr>
            <a:r>
              <a:rPr lang="en-US" sz="3600" b="0" i="1" u="none" strike="noStrike" cap="none" dirty="0">
                <a:solidFill>
                  <a:schemeClr val="dk1"/>
                </a:solidFill>
                <a:latin typeface="Roboto Condensed"/>
                <a:ea typeface="Roboto Condensed"/>
                <a:cs typeface="Roboto Condensed"/>
                <a:sym typeface="Roboto Condensed"/>
              </a:rPr>
              <a:t>Karena </a:t>
            </a:r>
            <a:r>
              <a:rPr lang="en-US" sz="3600" b="0" i="1" u="none" strike="noStrike" cap="none" dirty="0" err="1">
                <a:solidFill>
                  <a:schemeClr val="dk1"/>
                </a:solidFill>
                <a:latin typeface="Roboto Condensed"/>
                <a:ea typeface="Roboto Condensed"/>
                <a:cs typeface="Roboto Condensed"/>
                <a:sym typeface="Roboto Condensed"/>
              </a:rPr>
              <a:t>Engkaulah</a:t>
            </a:r>
            <a:r>
              <a:rPr lang="en-US" sz="3600" b="0" i="1" u="none" strike="noStrike" cap="none" dirty="0">
                <a:solidFill>
                  <a:schemeClr val="dk1"/>
                </a:solidFill>
                <a:latin typeface="Roboto Condensed"/>
                <a:ea typeface="Roboto Condensed"/>
                <a:cs typeface="Roboto Condensed"/>
                <a:sym typeface="Roboto Condensed"/>
              </a:rPr>
              <a:t> yang </a:t>
            </a:r>
            <a:r>
              <a:rPr lang="en-US" sz="3600" b="0" i="1" u="none" strike="noStrike" cap="none" dirty="0" err="1">
                <a:solidFill>
                  <a:schemeClr val="dk1"/>
                </a:solidFill>
                <a:latin typeface="Roboto Condensed"/>
                <a:ea typeface="Roboto Condensed"/>
                <a:cs typeface="Roboto Condensed"/>
                <a:sym typeface="Roboto Condensed"/>
              </a:rPr>
              <a:t>empunya</a:t>
            </a:r>
            <a:r>
              <a:rPr lang="en-US" sz="3600" b="0" i="1" u="none" strike="noStrike" cap="none" dirty="0">
                <a:solidFill>
                  <a:schemeClr val="dk1"/>
                </a:solidFill>
                <a:latin typeface="Roboto Condensed"/>
                <a:ea typeface="Roboto Condensed"/>
                <a:cs typeface="Roboto Condensed"/>
                <a:sym typeface="Roboto Condensed"/>
              </a:rPr>
              <a:t> Kerajaan dan </a:t>
            </a:r>
            <a:r>
              <a:rPr lang="en-US" sz="3600" b="0" i="1" u="none" strike="noStrike" cap="none" dirty="0" err="1">
                <a:solidFill>
                  <a:schemeClr val="dk1"/>
                </a:solidFill>
                <a:latin typeface="Roboto Condensed"/>
                <a:ea typeface="Roboto Condensed"/>
                <a:cs typeface="Roboto Condensed"/>
                <a:sym typeface="Roboto Condensed"/>
              </a:rPr>
              <a:t>kuasa</a:t>
            </a:r>
            <a:endParaRPr lang="en-US" sz="3600" b="0" i="1" u="none" strike="noStrike" cap="none" dirty="0">
              <a:solidFill>
                <a:schemeClr val="dk1"/>
              </a:solidFill>
              <a:latin typeface="Roboto Condensed"/>
              <a:ea typeface="Roboto Condensed"/>
              <a:cs typeface="Roboto Condensed"/>
              <a:sym typeface="Roboto Condensed"/>
            </a:endParaRPr>
          </a:p>
          <a:p>
            <a:pPr>
              <a:buSzPts val="4800"/>
            </a:pP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kemuliaan</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sampai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selama-lamanya</a:t>
            </a:r>
            <a:r>
              <a:rPr lang="en-US" sz="3600" b="0" i="1" u="none" strike="noStrike" cap="none" dirty="0">
                <a:solidFill>
                  <a:schemeClr val="dk1"/>
                </a:solidFill>
                <a:latin typeface="Roboto Condensed"/>
                <a:ea typeface="Roboto Condensed"/>
                <a:cs typeface="Roboto Condensed"/>
                <a:sym typeface="Roboto Condensed"/>
              </a:rPr>
              <a:t>. Amin.</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585049"/>
            <a:ext cx="10409920" cy="3016210"/>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Und führe uns nicht in Versuchung,</a:t>
            </a:r>
          </a:p>
          <a:p>
            <a:r>
              <a:rPr lang="de-DE" sz="3800" b="1" i="0" u="none" strike="noStrike" cap="none" dirty="0">
                <a:solidFill>
                  <a:schemeClr val="dk1"/>
                </a:solidFill>
                <a:latin typeface="Roboto Condensed"/>
                <a:ea typeface="Roboto Condensed"/>
                <a:cs typeface="Roboto Condensed"/>
                <a:sym typeface="Roboto Condensed"/>
              </a:rPr>
              <a:t>sondern erlöse uns von dem Bösen.</a:t>
            </a:r>
          </a:p>
          <a:p>
            <a:r>
              <a:rPr lang="de-DE" sz="3800" b="1" i="0" u="none" strike="noStrike" cap="none" dirty="0">
                <a:solidFill>
                  <a:schemeClr val="dk1"/>
                </a:solidFill>
                <a:latin typeface="Roboto Condensed"/>
                <a:ea typeface="Roboto Condensed"/>
                <a:cs typeface="Roboto Condensed"/>
                <a:sym typeface="Roboto Condensed"/>
              </a:rPr>
              <a:t>Denn dein ist das Reich</a:t>
            </a:r>
          </a:p>
          <a:p>
            <a:r>
              <a:rPr lang="de-DE" sz="3800" b="1" i="0" u="none" strike="noStrike" cap="none" dirty="0">
                <a:solidFill>
                  <a:schemeClr val="dk1"/>
                </a:solidFill>
                <a:latin typeface="Roboto Condensed"/>
                <a:ea typeface="Roboto Condensed"/>
                <a:cs typeface="Roboto Condensed"/>
                <a:sym typeface="Roboto Condensed"/>
              </a:rPr>
              <a:t>und die Kraft und die Herrlichkeit in Ewigkeit.</a:t>
            </a:r>
          </a:p>
          <a:p>
            <a:r>
              <a:rPr lang="de-DE" sz="3800" b="1" i="0" u="none" strike="noStrike" cap="none" dirty="0">
                <a:solidFill>
                  <a:schemeClr val="dk1"/>
                </a:solidFill>
                <a:latin typeface="Roboto Condensed"/>
                <a:ea typeface="Roboto Condensed"/>
                <a:cs typeface="Roboto Condensed"/>
                <a:sym typeface="Roboto Condensed"/>
              </a:rPr>
              <a:t>Amen.</a:t>
            </a:r>
          </a:p>
        </p:txBody>
      </p:sp>
    </p:spTree>
    <p:extLst>
      <p:ext uri="{BB962C8B-B14F-4D97-AF65-F5344CB8AC3E}">
        <p14:creationId xmlns:p14="http://schemas.microsoft.com/office/powerpoint/2010/main" val="38554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0_APOSTLE_CREED_1">
    <p:spTree>
      <p:nvGrpSpPr>
        <p:cNvPr id="1" name=""/>
        <p:cNvGrpSpPr/>
        <p:nvPr/>
      </p:nvGrpSpPr>
      <p:grpSpPr>
        <a:xfrm>
          <a:off x="0" y="0"/>
          <a:ext cx="0" cy="0"/>
          <a:chOff x="0" y="0"/>
          <a:chExt cx="0" cy="0"/>
        </a:xfrm>
      </p:grpSpPr>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617423"/>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en-US" sz="3600" b="0" i="1" u="none" strike="noStrike" cap="none" dirty="0">
                <a:solidFill>
                  <a:schemeClr val="dk1"/>
                </a:solidFill>
                <a:latin typeface="Roboto Condensed"/>
                <a:ea typeface="Roboto Condensed"/>
                <a:cs typeface="Roboto Condensed"/>
                <a:sym typeface="Roboto Condensed"/>
              </a:rPr>
              <a:t>Aku </a:t>
            </a:r>
            <a:r>
              <a:rPr lang="en-US" sz="3600" b="0" i="1" u="none" strike="noStrike" cap="none" dirty="0" err="1">
                <a:solidFill>
                  <a:schemeClr val="dk1"/>
                </a:solidFill>
                <a:latin typeface="Roboto Condensed"/>
                <a:ea typeface="Roboto Condensed"/>
                <a:cs typeface="Roboto Condensed"/>
                <a:sym typeface="Roboto Condensed"/>
              </a:rPr>
              <a:t>percaya</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kepada</a:t>
            </a:r>
            <a:r>
              <a:rPr lang="en-US" sz="3600" b="0" i="1" u="none" strike="noStrike" cap="none" dirty="0">
                <a:solidFill>
                  <a:schemeClr val="dk1"/>
                </a:solidFill>
                <a:latin typeface="Roboto Condensed"/>
                <a:ea typeface="Roboto Condensed"/>
                <a:cs typeface="Roboto Condensed"/>
                <a:sym typeface="Roboto Condensed"/>
              </a:rPr>
              <a:t> Allah, Bapa yang Maha Kuasa,</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khalik</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langit</a:t>
            </a:r>
            <a:r>
              <a:rPr lang="en-US" sz="3600" b="0" i="1" u="none" strike="noStrike" cap="none" dirty="0">
                <a:solidFill>
                  <a:schemeClr val="dk1"/>
                </a:solidFill>
                <a:latin typeface="Roboto Condensed"/>
                <a:ea typeface="Roboto Condensed"/>
                <a:cs typeface="Roboto Condensed"/>
                <a:sym typeface="Roboto Condensed"/>
              </a:rPr>
              <a:t> dan </a:t>
            </a:r>
            <a:r>
              <a:rPr lang="en-US" sz="3600" b="0" i="1" u="none" strike="noStrike" cap="none" dirty="0" err="1">
                <a:solidFill>
                  <a:schemeClr val="dk1"/>
                </a:solidFill>
                <a:latin typeface="Roboto Condensed"/>
                <a:ea typeface="Roboto Condensed"/>
                <a:cs typeface="Roboto Condensed"/>
                <a:sym typeface="Roboto Condensed"/>
              </a:rPr>
              <a:t>bumi</a:t>
            </a:r>
            <a:r>
              <a:rPr lang="en-US" sz="3600" b="0" i="1" u="none" strike="noStrike" cap="none" dirty="0">
                <a:solidFill>
                  <a:schemeClr val="dk1"/>
                </a:solidFill>
                <a:latin typeface="Roboto Condensed"/>
                <a:ea typeface="Roboto Condensed"/>
                <a:cs typeface="Roboto Condensed"/>
                <a:sym typeface="Roboto Condensed"/>
              </a:rPr>
              <a:t>.</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Dan </a:t>
            </a:r>
            <a:r>
              <a:rPr lang="en-US" sz="3600" b="0" i="1" u="none" strike="noStrike" cap="none" dirty="0" err="1">
                <a:solidFill>
                  <a:schemeClr val="dk1"/>
                </a:solidFill>
                <a:latin typeface="Roboto Condensed"/>
                <a:ea typeface="Roboto Condensed"/>
                <a:cs typeface="Roboto Condensed"/>
                <a:sym typeface="Roboto Condensed"/>
              </a:rPr>
              <a:t>kepada</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Yesus</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Kristus</a:t>
            </a:r>
            <a:r>
              <a:rPr lang="en-US" sz="3600" b="0" i="1" u="none" strike="noStrike" cap="none" dirty="0">
                <a:solidFill>
                  <a:schemeClr val="dk1"/>
                </a:solidFill>
                <a:latin typeface="Roboto Condensed"/>
                <a:ea typeface="Roboto Condensed"/>
                <a:cs typeface="Roboto Condensed"/>
                <a:sym typeface="Roboto Condensed"/>
              </a:rPr>
              <a:t>, Anak-Nya yang </a:t>
            </a:r>
            <a:r>
              <a:rPr lang="en-US" sz="3600" b="0" i="1" u="none" strike="noStrike" cap="none" dirty="0" err="1">
                <a:solidFill>
                  <a:schemeClr val="dk1"/>
                </a:solidFill>
                <a:latin typeface="Roboto Condensed"/>
                <a:ea typeface="Roboto Condensed"/>
                <a:cs typeface="Roboto Condensed"/>
                <a:sym typeface="Roboto Condensed"/>
              </a:rPr>
              <a:t>tunggal</a:t>
            </a:r>
            <a:r>
              <a:rPr lang="en-US" sz="3600" b="0" i="1" u="none" strike="noStrike" cap="none" dirty="0">
                <a:solidFill>
                  <a:schemeClr val="dk1"/>
                </a:solidFill>
                <a:latin typeface="Roboto Condensed"/>
                <a:ea typeface="Roboto Condensed"/>
                <a:cs typeface="Roboto Condensed"/>
                <a:sym typeface="Roboto Condensed"/>
              </a:rPr>
              <a:t>,</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Tuhan</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kita</a:t>
            </a:r>
            <a:r>
              <a:rPr lang="en-US" sz="3600" b="0" i="1" u="none" strike="noStrike" cap="none" dirty="0">
                <a:solidFill>
                  <a:schemeClr val="dk1"/>
                </a:solidFill>
                <a:latin typeface="Roboto Condensed"/>
                <a:ea typeface="Roboto Condensed"/>
                <a:cs typeface="Roboto Condensed"/>
                <a:sym typeface="Roboto Condensed"/>
              </a:rPr>
              <a:t>,</a:t>
            </a: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809142"/>
            <a:ext cx="10409920" cy="2431435"/>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Ich glaube an Gott, den Vater, den Allmächtigen,</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den Schöpfer des Himmels und der Erde.</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Und an Jesus Christus,</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seinen eingeborenen Sohn, unsern Herrn,</a:t>
            </a:r>
          </a:p>
        </p:txBody>
      </p:sp>
    </p:spTree>
    <p:extLst>
      <p:ext uri="{BB962C8B-B14F-4D97-AF65-F5344CB8AC3E}">
        <p14:creationId xmlns:p14="http://schemas.microsoft.com/office/powerpoint/2010/main" val="5595870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APOSTLE_CREED_1">
    <p:spTree>
      <p:nvGrpSpPr>
        <p:cNvPr id="1" name=""/>
        <p:cNvGrpSpPr/>
        <p:nvPr/>
      </p:nvGrpSpPr>
      <p:grpSpPr>
        <a:xfrm>
          <a:off x="0" y="0"/>
          <a:ext cx="0" cy="0"/>
          <a:chOff x="0" y="0"/>
          <a:chExt cx="0" cy="0"/>
        </a:xfrm>
      </p:grpSpPr>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617423"/>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sv-SE" sz="3600" b="0" i="1" u="none" strike="noStrike" cap="none" dirty="0">
                <a:solidFill>
                  <a:schemeClr val="dk1"/>
                </a:solidFill>
                <a:latin typeface="Roboto Condensed"/>
                <a:ea typeface="Roboto Condensed"/>
                <a:cs typeface="Roboto Condensed"/>
                <a:sym typeface="Roboto Condensed"/>
              </a:rPr>
              <a:t>yang dikandung dari Roh Kudus,</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lahir dari anak dara Maria.</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Yang menderita sengsara di bawah</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pemerintahan Pontius Pilatus,</a:t>
            </a:r>
            <a:endParaRPr lang="en-US" sz="3600" b="0" i="1" u="none" strike="noStrike" cap="none" dirty="0">
              <a:solidFill>
                <a:schemeClr val="dk1"/>
              </a:solidFill>
              <a:latin typeface="Roboto Condensed"/>
              <a:ea typeface="Roboto Condensed"/>
              <a:cs typeface="Roboto Condensed"/>
              <a:sym typeface="Roboto Condensed"/>
            </a:endParaRP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880613"/>
            <a:ext cx="10409920" cy="1846659"/>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empfangen durch den Heiligen Geist,</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geboren von der Jungfrau Maria,</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gelitten unter Pontius Pilatus,</a:t>
            </a:r>
          </a:p>
        </p:txBody>
      </p:sp>
    </p:spTree>
    <p:extLst>
      <p:ext uri="{BB962C8B-B14F-4D97-AF65-F5344CB8AC3E}">
        <p14:creationId xmlns:p14="http://schemas.microsoft.com/office/powerpoint/2010/main" val="60694912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APOSTLE_CREED_1">
    <p:spTree>
      <p:nvGrpSpPr>
        <p:cNvPr id="1" name=""/>
        <p:cNvGrpSpPr/>
        <p:nvPr/>
      </p:nvGrpSpPr>
      <p:grpSpPr>
        <a:xfrm>
          <a:off x="0" y="0"/>
          <a:ext cx="0" cy="0"/>
          <a:chOff x="0" y="0"/>
          <a:chExt cx="0" cy="0"/>
        </a:xfrm>
      </p:grpSpPr>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617423"/>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sv-SE" sz="3600" b="0" i="1" u="none" strike="noStrike" cap="none" dirty="0">
                <a:solidFill>
                  <a:schemeClr val="dk1"/>
                </a:solidFill>
                <a:latin typeface="Roboto Condensed"/>
                <a:ea typeface="Roboto Condensed"/>
                <a:cs typeface="Roboto Condensed"/>
                <a:sym typeface="Roboto Condensed"/>
              </a:rPr>
              <a:t>disalibkan, mati, dan dikuburkan;</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turun ke dalam kerajaan maut.</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Pada hari yang ketiga,</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bangkit pula dari antara orang mati.</a:t>
            </a:r>
            <a:endParaRPr lang="en-US" sz="3600" b="0" i="1" u="none" strike="noStrike" cap="none" dirty="0">
              <a:solidFill>
                <a:schemeClr val="dk1"/>
              </a:solidFill>
              <a:latin typeface="Roboto Condensed"/>
              <a:ea typeface="Roboto Condensed"/>
              <a:cs typeface="Roboto Condensed"/>
              <a:sym typeface="Roboto Condensed"/>
            </a:endParaRP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880613"/>
            <a:ext cx="10409920" cy="1846659"/>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gekreuzigt, gestorben und begraben,</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hinabgestiegen in das Reich des Todes,</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am dritten Tage auferstanden von den Toten,</a:t>
            </a:r>
          </a:p>
        </p:txBody>
      </p:sp>
    </p:spTree>
    <p:extLst>
      <p:ext uri="{BB962C8B-B14F-4D97-AF65-F5344CB8AC3E}">
        <p14:creationId xmlns:p14="http://schemas.microsoft.com/office/powerpoint/2010/main" val="26507074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_APOSTLE_CREED_1">
    <p:spTree>
      <p:nvGrpSpPr>
        <p:cNvPr id="1" name=""/>
        <p:cNvGrpSpPr/>
        <p:nvPr/>
      </p:nvGrpSpPr>
      <p:grpSpPr>
        <a:xfrm>
          <a:off x="0" y="0"/>
          <a:ext cx="0" cy="0"/>
          <a:chOff x="0" y="0"/>
          <a:chExt cx="0" cy="0"/>
        </a:xfrm>
      </p:grpSpPr>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617423"/>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sv-SE" sz="3600" b="0" i="1" u="none" strike="noStrike" cap="none" dirty="0">
                <a:solidFill>
                  <a:schemeClr val="dk1"/>
                </a:solidFill>
                <a:latin typeface="Roboto Condensed"/>
                <a:ea typeface="Roboto Condensed"/>
                <a:cs typeface="Roboto Condensed"/>
                <a:sym typeface="Roboto Condensed"/>
              </a:rPr>
              <a:t>Naik ke surga, duduk di sebelah kanan</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Allah Bapa yang Maha Kuasa.</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Dan dari sana Ia akan datang untuk menghakimi</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orang yang hidup dan yang mati.</a:t>
            </a:r>
            <a:endParaRPr lang="en-US" sz="3600" b="0" i="1" u="none" strike="noStrike" cap="none" dirty="0">
              <a:solidFill>
                <a:schemeClr val="dk1"/>
              </a:solidFill>
              <a:latin typeface="Roboto Condensed"/>
              <a:ea typeface="Roboto Condensed"/>
              <a:cs typeface="Roboto Condensed"/>
              <a:sym typeface="Roboto Condensed"/>
            </a:endParaRP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640377"/>
            <a:ext cx="10409920" cy="3016210"/>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aufgefahren in den Himmel;</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er sitzt zur Rechten Gottes,</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des allmächtigen Vaters;</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von dort wird er kommen,</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zu richten die Lebenden und die Toten.</a:t>
            </a:r>
          </a:p>
        </p:txBody>
      </p:sp>
    </p:spTree>
    <p:extLst>
      <p:ext uri="{BB962C8B-B14F-4D97-AF65-F5344CB8AC3E}">
        <p14:creationId xmlns:p14="http://schemas.microsoft.com/office/powerpoint/2010/main" val="14288230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_APOSTLE_CREED_1">
    <p:spTree>
      <p:nvGrpSpPr>
        <p:cNvPr id="1" name=""/>
        <p:cNvGrpSpPr/>
        <p:nvPr/>
      </p:nvGrpSpPr>
      <p:grpSpPr>
        <a:xfrm>
          <a:off x="0" y="0"/>
          <a:ext cx="0" cy="0"/>
          <a:chOff x="0" y="0"/>
          <a:chExt cx="0" cy="0"/>
        </a:xfrm>
      </p:grpSpPr>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429000"/>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sv-SE" sz="3600" b="0" i="1" u="none" strike="noStrike" cap="none" dirty="0">
                <a:solidFill>
                  <a:schemeClr val="dk1"/>
                </a:solidFill>
                <a:latin typeface="Roboto Condensed"/>
                <a:ea typeface="Roboto Condensed"/>
                <a:cs typeface="Roboto Condensed"/>
                <a:sym typeface="Roboto Condensed"/>
              </a:rPr>
              <a:t>Aku percaya kepada Roh Kudus,</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Gereja yang kudus dan am,</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persekutuan orang kudus,</a:t>
            </a:r>
            <a:endParaRPr lang="en-US" sz="3600" b="0" i="1" u="none" strike="noStrike" cap="none" dirty="0">
              <a:solidFill>
                <a:schemeClr val="dk1"/>
              </a:solidFill>
              <a:latin typeface="Roboto Condensed"/>
              <a:ea typeface="Roboto Condensed"/>
              <a:cs typeface="Roboto Condensed"/>
              <a:sym typeface="Roboto Condensed"/>
            </a:endParaRP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1393918"/>
            <a:ext cx="10409920" cy="1846659"/>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Ich glaube an den Heiligen Geist,</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die heilige christliche Kirche,</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Gemeinschaft der Heiligen,</a:t>
            </a:r>
          </a:p>
        </p:txBody>
      </p:sp>
    </p:spTree>
    <p:extLst>
      <p:ext uri="{BB962C8B-B14F-4D97-AF65-F5344CB8AC3E}">
        <p14:creationId xmlns:p14="http://schemas.microsoft.com/office/powerpoint/2010/main" val="30685483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APOSTLE_CREED_1">
    <p:spTree>
      <p:nvGrpSpPr>
        <p:cNvPr id="1" name=""/>
        <p:cNvGrpSpPr/>
        <p:nvPr/>
      </p:nvGrpSpPr>
      <p:grpSpPr>
        <a:xfrm>
          <a:off x="0" y="0"/>
          <a:ext cx="0" cy="0"/>
          <a:chOff x="0" y="0"/>
          <a:chExt cx="0" cy="0"/>
        </a:xfrm>
      </p:grpSpPr>
      <p:sp>
        <p:nvSpPr>
          <p:cNvPr id="4" name="Google Shape;343;p34">
            <a:extLst>
              <a:ext uri="{FF2B5EF4-FFF2-40B4-BE49-F238E27FC236}">
                <a16:creationId xmlns:a16="http://schemas.microsoft.com/office/drawing/2014/main" id="{27E03651-9F19-0E9F-6845-5A9DACA99D1B}"/>
              </a:ext>
            </a:extLst>
          </p:cNvPr>
          <p:cNvSpPr txBox="1">
            <a:spLocks/>
          </p:cNvSpPr>
          <p:nvPr userDrawn="1"/>
        </p:nvSpPr>
        <p:spPr>
          <a:xfrm>
            <a:off x="886691" y="3429000"/>
            <a:ext cx="10409920" cy="26002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buSzPts val="4800"/>
            </a:pPr>
            <a:r>
              <a:rPr lang="sv-SE" sz="3600" b="0" i="1" u="none" strike="noStrike" cap="none" dirty="0">
                <a:solidFill>
                  <a:schemeClr val="dk1"/>
                </a:solidFill>
                <a:latin typeface="Roboto Condensed"/>
                <a:ea typeface="Roboto Condensed"/>
                <a:cs typeface="Roboto Condensed"/>
                <a:sym typeface="Roboto Condensed"/>
              </a:rPr>
              <a:t>pengampunan dosa,</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kebangkitan tubuh,</a:t>
            </a:r>
            <a:br>
              <a:rPr lang="sv-SE" sz="3600" b="0" i="1" u="none" strike="noStrike" cap="none" dirty="0">
                <a:solidFill>
                  <a:schemeClr val="dk1"/>
                </a:solidFill>
                <a:latin typeface="Roboto Condensed"/>
                <a:ea typeface="Roboto Condensed"/>
                <a:cs typeface="Roboto Condensed"/>
                <a:sym typeface="Roboto Condensed"/>
              </a:rPr>
            </a:br>
            <a:r>
              <a:rPr lang="sv-SE" sz="3600" b="0" i="1" u="none" strike="noStrike" cap="none" dirty="0">
                <a:solidFill>
                  <a:schemeClr val="dk1"/>
                </a:solidFill>
                <a:latin typeface="Roboto Condensed"/>
                <a:ea typeface="Roboto Condensed"/>
                <a:cs typeface="Roboto Condensed"/>
                <a:sym typeface="Roboto Condensed"/>
              </a:rPr>
              <a:t>dan hidup yang kekal. Amin.</a:t>
            </a:r>
            <a:endParaRPr lang="en-US" sz="3600" b="0" i="1" u="none" strike="noStrike" cap="none" dirty="0">
              <a:solidFill>
                <a:schemeClr val="dk1"/>
              </a:solidFill>
              <a:latin typeface="Roboto Condensed"/>
              <a:ea typeface="Roboto Condensed"/>
              <a:cs typeface="Roboto Condensed"/>
              <a:sym typeface="Roboto Condensed"/>
            </a:endParaRPr>
          </a:p>
        </p:txBody>
      </p:sp>
      <p:sp>
        <p:nvSpPr>
          <p:cNvPr id="6" name="TextBox 5">
            <a:extLst>
              <a:ext uri="{FF2B5EF4-FFF2-40B4-BE49-F238E27FC236}">
                <a16:creationId xmlns:a16="http://schemas.microsoft.com/office/drawing/2014/main" id="{98B42EA6-742F-F61E-F603-071714F390A5}"/>
              </a:ext>
            </a:extLst>
          </p:cNvPr>
          <p:cNvSpPr txBox="1"/>
          <p:nvPr userDrawn="1"/>
        </p:nvSpPr>
        <p:spPr>
          <a:xfrm>
            <a:off x="886691" y="1393918"/>
            <a:ext cx="10409920" cy="1846659"/>
          </a:xfrm>
          <a:prstGeom prst="rect">
            <a:avLst/>
          </a:prstGeom>
          <a:noFill/>
        </p:spPr>
        <p:txBody>
          <a:bodyPr wrap="square">
            <a:spAutoFit/>
          </a:bodyPr>
          <a:lstStyle/>
          <a:p>
            <a:r>
              <a:rPr lang="de-DE" sz="3800" b="1" i="0" u="none" strike="noStrike" cap="none" dirty="0">
                <a:solidFill>
                  <a:schemeClr val="dk1"/>
                </a:solidFill>
                <a:latin typeface="Roboto Condensed"/>
                <a:ea typeface="Roboto Condensed"/>
                <a:cs typeface="Roboto Condensed"/>
                <a:sym typeface="Roboto Condensed"/>
              </a:rPr>
              <a:t>Vergebung der Sünden,</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Auferstehung der Toten </a:t>
            </a:r>
            <a:br>
              <a:rPr lang="de-DE" sz="3800" b="1" i="0" u="none" strike="noStrike" cap="none" dirty="0">
                <a:solidFill>
                  <a:schemeClr val="dk1"/>
                </a:solidFill>
                <a:latin typeface="Roboto Condensed"/>
                <a:ea typeface="Roboto Condensed"/>
                <a:cs typeface="Roboto Condensed"/>
                <a:sym typeface="Roboto Condensed"/>
              </a:rPr>
            </a:br>
            <a:r>
              <a:rPr lang="de-DE" sz="3800" b="1" i="0" u="none" strike="noStrike" cap="none" dirty="0">
                <a:solidFill>
                  <a:schemeClr val="dk1"/>
                </a:solidFill>
                <a:latin typeface="Roboto Condensed"/>
                <a:ea typeface="Roboto Condensed"/>
                <a:cs typeface="Roboto Condensed"/>
                <a:sym typeface="Roboto Condensed"/>
              </a:rPr>
              <a:t>und das ewige Leben. Amen.</a:t>
            </a:r>
          </a:p>
        </p:txBody>
      </p:sp>
    </p:spTree>
    <p:extLst>
      <p:ext uri="{BB962C8B-B14F-4D97-AF65-F5344CB8AC3E}">
        <p14:creationId xmlns:p14="http://schemas.microsoft.com/office/powerpoint/2010/main" val="41671945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_PENGINJILAN">
    <p:spTree>
      <p:nvGrpSpPr>
        <p:cNvPr id="1" name=""/>
        <p:cNvGrpSpPr/>
        <p:nvPr/>
      </p:nvGrpSpPr>
      <p:grpSpPr>
        <a:xfrm>
          <a:off x="0" y="0"/>
          <a:ext cx="0" cy="0"/>
          <a:chOff x="0" y="0"/>
          <a:chExt cx="0" cy="0"/>
        </a:xfrm>
      </p:grpSpPr>
      <p:sp>
        <p:nvSpPr>
          <p:cNvPr id="7" name="Google Shape;408;p40">
            <a:extLst>
              <a:ext uri="{FF2B5EF4-FFF2-40B4-BE49-F238E27FC236}">
                <a16:creationId xmlns:a16="http://schemas.microsoft.com/office/drawing/2014/main" id="{87FB86D5-32DD-72CF-836B-B2F76685381C}"/>
              </a:ext>
            </a:extLst>
          </p:cNvPr>
          <p:cNvSpPr txBox="1"/>
          <p:nvPr userDrawn="1"/>
        </p:nvSpPr>
        <p:spPr>
          <a:xfrm>
            <a:off x="415650" y="4132073"/>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Penginjilan (biru)</a:t>
            </a:r>
            <a:endParaRPr sz="2667" b="0" i="0" u="none" strike="noStrike" cap="none">
              <a:solidFill>
                <a:srgbClr val="FFFFFF"/>
              </a:solidFill>
              <a:latin typeface="Roboto Condensed"/>
              <a:ea typeface="Roboto Condensed"/>
              <a:cs typeface="Roboto Condensed"/>
              <a:sym typeface="Roboto Condensed"/>
            </a:endParaRPr>
          </a:p>
        </p:txBody>
      </p:sp>
      <p:sp>
        <p:nvSpPr>
          <p:cNvPr id="4" name="TextBox 3">
            <a:extLst>
              <a:ext uri="{FF2B5EF4-FFF2-40B4-BE49-F238E27FC236}">
                <a16:creationId xmlns:a16="http://schemas.microsoft.com/office/drawing/2014/main" id="{0896AE93-89A8-E3C3-5505-619E958DAD4F}"/>
              </a:ext>
            </a:extLst>
          </p:cNvPr>
          <p:cNvSpPr txBox="1"/>
          <p:nvPr userDrawn="1"/>
        </p:nvSpPr>
        <p:spPr>
          <a:xfrm>
            <a:off x="540327" y="3068995"/>
            <a:ext cx="11111346" cy="707886"/>
          </a:xfrm>
          <a:prstGeom prst="rect">
            <a:avLst/>
          </a:prstGeom>
          <a:noFill/>
        </p:spPr>
        <p:txBody>
          <a:bodyPr wrap="square">
            <a:spAutoFit/>
          </a:bodyPr>
          <a:lstStyle/>
          <a:p>
            <a:pPr algn="ctr"/>
            <a:r>
              <a:rPr kumimoji="0" lang="en-US" sz="4000" b="1" i="0" u="sng"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MRII Hamburg (rot) &amp; </a:t>
            </a:r>
            <a:r>
              <a:rPr kumimoji="0" lang="en-US" sz="4000" b="1" i="0" u="sng" strike="noStrike" kern="0" cap="none" spc="0" normalizeH="0" baseline="0" noProof="0" dirty="0" err="1">
                <a:ln>
                  <a:noFill/>
                </a:ln>
                <a:solidFill>
                  <a:srgbClr val="FFFFFF"/>
                </a:solidFill>
                <a:effectLst/>
                <a:uLnTx/>
                <a:uFillTx/>
                <a:latin typeface="Roboto Condensed"/>
                <a:ea typeface="Roboto Condensed"/>
                <a:cs typeface="Roboto Condensed"/>
                <a:sym typeface="Roboto Condensed"/>
              </a:rPr>
              <a:t>Evangelisation</a:t>
            </a:r>
            <a:r>
              <a:rPr kumimoji="0" lang="en-US" sz="4000" b="1" i="0" u="sng"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 (</a:t>
            </a:r>
            <a:r>
              <a:rPr kumimoji="0" lang="en-US" sz="4000" b="1" i="0" u="sng" strike="noStrike" kern="0" cap="none" spc="0" normalizeH="0" baseline="0" noProof="0" dirty="0" err="1">
                <a:ln>
                  <a:noFill/>
                </a:ln>
                <a:solidFill>
                  <a:srgbClr val="FFFFFF"/>
                </a:solidFill>
                <a:effectLst/>
                <a:uLnTx/>
                <a:uFillTx/>
                <a:latin typeface="Roboto Condensed"/>
                <a:ea typeface="Roboto Condensed"/>
                <a:cs typeface="Roboto Condensed"/>
                <a:sym typeface="Roboto Condensed"/>
              </a:rPr>
              <a:t>blau</a:t>
            </a:r>
            <a:r>
              <a:rPr kumimoji="0" lang="en-US" sz="4000" b="1" i="0" u="sng"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a:t>
            </a:r>
            <a:endParaRPr lang="de-DE" dirty="0"/>
          </a:p>
        </p:txBody>
      </p:sp>
      <p:sp>
        <p:nvSpPr>
          <p:cNvPr id="8" name="TextBox 7">
            <a:extLst>
              <a:ext uri="{FF2B5EF4-FFF2-40B4-BE49-F238E27FC236}">
                <a16:creationId xmlns:a16="http://schemas.microsoft.com/office/drawing/2014/main" id="{0A0060FE-7A8C-F775-ABCC-FF5F1346B7C9}"/>
              </a:ext>
            </a:extLst>
          </p:cNvPr>
          <p:cNvSpPr txBox="1"/>
          <p:nvPr userDrawn="1"/>
        </p:nvSpPr>
        <p:spPr>
          <a:xfrm>
            <a:off x="3048000" y="2395640"/>
            <a:ext cx="6096000" cy="379656"/>
          </a:xfrm>
          <a:prstGeom prst="rect">
            <a:avLst/>
          </a:prstGeom>
          <a:noFill/>
        </p:spPr>
        <p:txBody>
          <a:bodyPr wrap="square">
            <a:spAutoFit/>
          </a:bodyPr>
          <a:lstStyle/>
          <a:p>
            <a:pPr algn="ctr"/>
            <a:r>
              <a:rPr kumimoji="0" lang="en-US" sz="1867" b="0" i="1" u="none" strike="noStrike" kern="0" cap="none" spc="0" normalizeH="0" baseline="0" noProof="0" dirty="0" err="1">
                <a:ln>
                  <a:noFill/>
                </a:ln>
                <a:solidFill>
                  <a:srgbClr val="ADADAD"/>
                </a:solidFill>
                <a:effectLst/>
                <a:uLnTx/>
                <a:uFillTx/>
                <a:latin typeface="Roboto Condensed"/>
                <a:ea typeface="Roboto Condensed"/>
                <a:cs typeface="Roboto Condensed"/>
                <a:sym typeface="Roboto Condensed"/>
              </a:rPr>
              <a:t>Kollekte</a:t>
            </a:r>
            <a:endParaRPr lang="de-DE" dirty="0"/>
          </a:p>
        </p:txBody>
      </p:sp>
    </p:spTree>
    <p:extLst>
      <p:ext uri="{BB962C8B-B14F-4D97-AF65-F5344CB8AC3E}">
        <p14:creationId xmlns:p14="http://schemas.microsoft.com/office/powerpoint/2010/main" val="15298356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_SEKOLAH">
    <p:spTree>
      <p:nvGrpSpPr>
        <p:cNvPr id="1" name=""/>
        <p:cNvGrpSpPr/>
        <p:nvPr/>
      </p:nvGrpSpPr>
      <p:grpSpPr>
        <a:xfrm>
          <a:off x="0" y="0"/>
          <a:ext cx="0" cy="0"/>
          <a:chOff x="0" y="0"/>
          <a:chExt cx="0" cy="0"/>
        </a:xfrm>
      </p:grpSpPr>
      <p:sp>
        <p:nvSpPr>
          <p:cNvPr id="4" name="Google Shape;413;p42">
            <a:extLst>
              <a:ext uri="{FF2B5EF4-FFF2-40B4-BE49-F238E27FC236}">
                <a16:creationId xmlns:a16="http://schemas.microsoft.com/office/drawing/2014/main" id="{F13407FD-FA82-CF2C-B8B5-76E175CB455E}"/>
              </a:ext>
            </a:extLst>
          </p:cNvPr>
          <p:cNvSpPr txBox="1">
            <a:spLocks/>
          </p:cNvSpPr>
          <p:nvPr userDrawn="1"/>
        </p:nvSpPr>
        <p:spPr>
          <a:xfrm>
            <a:off x="212691" y="2789238"/>
            <a:ext cx="11360150" cy="1195387"/>
          </a:xfrm>
          <a:prstGeom prst="rect">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lgn="ctr">
              <a:buSzPts val="5200"/>
            </a:pPr>
            <a:r>
              <a:rPr lang="de-DE" sz="4000" b="1" u="sng">
                <a:latin typeface="Roboto Condensed"/>
                <a:ea typeface="Roboto Condensed"/>
                <a:cs typeface="Roboto Condensed"/>
                <a:sym typeface="Roboto Condensed"/>
              </a:rPr>
              <a:t>MRII Hamburg (rot) &amp; Theologische Schule (blau)</a:t>
            </a:r>
            <a:endParaRPr lang="de-DE" sz="4800" b="1" u="sng">
              <a:latin typeface="Roboto Condensed"/>
              <a:ea typeface="Roboto Condensed"/>
              <a:cs typeface="Roboto Condensed"/>
              <a:sym typeface="Roboto Condensed"/>
            </a:endParaRPr>
          </a:p>
        </p:txBody>
      </p:sp>
      <p:sp>
        <p:nvSpPr>
          <p:cNvPr id="6" name="Google Shape;415;p42">
            <a:extLst>
              <a:ext uri="{FF2B5EF4-FFF2-40B4-BE49-F238E27FC236}">
                <a16:creationId xmlns:a16="http://schemas.microsoft.com/office/drawing/2014/main" id="{5A2CB274-C3AE-FB9E-CF5C-C6228A810AA2}"/>
              </a:ext>
            </a:extLst>
          </p:cNvPr>
          <p:cNvSpPr txBox="1"/>
          <p:nvPr userDrawn="1"/>
        </p:nvSpPr>
        <p:spPr>
          <a:xfrm>
            <a:off x="212416"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Sekolah Teologi (biru)</a:t>
            </a:r>
            <a:endParaRPr sz="2667" b="0" i="0" u="none" strike="noStrike" cap="none">
              <a:solidFill>
                <a:srgbClr val="FFFFFF"/>
              </a:solidFill>
              <a:latin typeface="Roboto Condensed"/>
              <a:ea typeface="Roboto Condensed"/>
              <a:cs typeface="Roboto Condensed"/>
              <a:sym typeface="Roboto Condensed"/>
            </a:endParaRPr>
          </a:p>
        </p:txBody>
      </p:sp>
      <p:sp>
        <p:nvSpPr>
          <p:cNvPr id="2" name="TextBox 1">
            <a:extLst>
              <a:ext uri="{FF2B5EF4-FFF2-40B4-BE49-F238E27FC236}">
                <a16:creationId xmlns:a16="http://schemas.microsoft.com/office/drawing/2014/main" id="{0E45BDC8-1B46-315D-7696-90B46EA617F8}"/>
              </a:ext>
            </a:extLst>
          </p:cNvPr>
          <p:cNvSpPr txBox="1"/>
          <p:nvPr userDrawn="1"/>
        </p:nvSpPr>
        <p:spPr>
          <a:xfrm>
            <a:off x="3048000" y="2395640"/>
            <a:ext cx="6096000" cy="379656"/>
          </a:xfrm>
          <a:prstGeom prst="rect">
            <a:avLst/>
          </a:prstGeom>
          <a:noFill/>
        </p:spPr>
        <p:txBody>
          <a:bodyPr wrap="square">
            <a:spAutoFit/>
          </a:bodyPr>
          <a:lstStyle/>
          <a:p>
            <a:pPr algn="ctr"/>
            <a:r>
              <a:rPr kumimoji="0" lang="en-US" sz="1867" b="0" i="1" u="none" strike="noStrike" kern="0" cap="none" spc="0" normalizeH="0" baseline="0" noProof="0" dirty="0" err="1">
                <a:ln>
                  <a:noFill/>
                </a:ln>
                <a:solidFill>
                  <a:srgbClr val="ADADAD"/>
                </a:solidFill>
                <a:effectLst/>
                <a:uLnTx/>
                <a:uFillTx/>
                <a:latin typeface="Roboto Condensed"/>
                <a:ea typeface="Roboto Condensed"/>
                <a:cs typeface="Roboto Condensed"/>
                <a:sym typeface="Roboto Condensed"/>
              </a:rPr>
              <a:t>Kollekte</a:t>
            </a:r>
            <a:endParaRPr lang="de-DE" dirty="0"/>
          </a:p>
        </p:txBody>
      </p:sp>
    </p:spTree>
    <p:extLst>
      <p:ext uri="{BB962C8B-B14F-4D97-AF65-F5344CB8AC3E}">
        <p14:creationId xmlns:p14="http://schemas.microsoft.com/office/powerpoint/2010/main" val="7789895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_MANDAT">
    <p:spTree>
      <p:nvGrpSpPr>
        <p:cNvPr id="1" name=""/>
        <p:cNvGrpSpPr/>
        <p:nvPr/>
      </p:nvGrpSpPr>
      <p:grpSpPr>
        <a:xfrm>
          <a:off x="0" y="0"/>
          <a:ext cx="0" cy="0"/>
          <a:chOff x="0" y="0"/>
          <a:chExt cx="0" cy="0"/>
        </a:xfrm>
      </p:grpSpPr>
      <p:sp>
        <p:nvSpPr>
          <p:cNvPr id="4" name="Google Shape;420;p44">
            <a:extLst>
              <a:ext uri="{FF2B5EF4-FFF2-40B4-BE49-F238E27FC236}">
                <a16:creationId xmlns:a16="http://schemas.microsoft.com/office/drawing/2014/main" id="{1DA032EB-F898-9535-7567-66BB02205987}"/>
              </a:ext>
            </a:extLst>
          </p:cNvPr>
          <p:cNvSpPr txBox="1">
            <a:spLocks/>
          </p:cNvSpPr>
          <p:nvPr userDrawn="1"/>
        </p:nvSpPr>
        <p:spPr>
          <a:xfrm>
            <a:off x="334030" y="2789238"/>
            <a:ext cx="11360150" cy="1195387"/>
          </a:xfrm>
          <a:prstGeom prst="rect">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algn="ctr">
              <a:buSzPts val="5200"/>
            </a:pPr>
            <a:r>
              <a:rPr lang="nn-NO" sz="4000" b="1" u="sng">
                <a:latin typeface="Roboto Condensed"/>
                <a:ea typeface="Roboto Condensed"/>
                <a:cs typeface="Roboto Condensed"/>
                <a:sym typeface="Roboto Condensed"/>
              </a:rPr>
              <a:t>MRII Hamburg (rot) &amp; Kulturelle Mandate (blau)</a:t>
            </a:r>
            <a:endParaRPr lang="nn-NO" sz="4800" b="1" u="sng">
              <a:latin typeface="Roboto Condensed"/>
              <a:ea typeface="Roboto Condensed"/>
              <a:cs typeface="Roboto Condensed"/>
              <a:sym typeface="Roboto Condensed"/>
            </a:endParaRPr>
          </a:p>
        </p:txBody>
      </p:sp>
      <p:sp>
        <p:nvSpPr>
          <p:cNvPr id="6" name="Google Shape;422;p44">
            <a:extLst>
              <a:ext uri="{FF2B5EF4-FFF2-40B4-BE49-F238E27FC236}">
                <a16:creationId xmlns:a16="http://schemas.microsoft.com/office/drawing/2014/main" id="{0ECC02AD-1FDC-1D75-598B-42DA374B67B7}"/>
              </a:ext>
            </a:extLst>
          </p:cNvPr>
          <p:cNvSpPr txBox="1"/>
          <p:nvPr userDrawn="1"/>
        </p:nvSpPr>
        <p:spPr>
          <a:xfrm>
            <a:off x="333755"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Mandat Budaya (biru)</a:t>
            </a:r>
            <a:endParaRPr sz="2667" b="0" i="0" u="none" strike="noStrike" cap="none">
              <a:solidFill>
                <a:srgbClr val="FFFFFF"/>
              </a:solidFill>
              <a:latin typeface="Roboto Condensed"/>
              <a:ea typeface="Roboto Condensed"/>
              <a:cs typeface="Roboto Condensed"/>
              <a:sym typeface="Roboto Condensed"/>
            </a:endParaRPr>
          </a:p>
        </p:txBody>
      </p:sp>
      <p:sp>
        <p:nvSpPr>
          <p:cNvPr id="2" name="TextBox 1">
            <a:extLst>
              <a:ext uri="{FF2B5EF4-FFF2-40B4-BE49-F238E27FC236}">
                <a16:creationId xmlns:a16="http://schemas.microsoft.com/office/drawing/2014/main" id="{1565898D-20AD-64F3-C280-265D148523E0}"/>
              </a:ext>
            </a:extLst>
          </p:cNvPr>
          <p:cNvSpPr txBox="1"/>
          <p:nvPr userDrawn="1"/>
        </p:nvSpPr>
        <p:spPr>
          <a:xfrm>
            <a:off x="3048000" y="2395640"/>
            <a:ext cx="6096000" cy="379656"/>
          </a:xfrm>
          <a:prstGeom prst="rect">
            <a:avLst/>
          </a:prstGeom>
          <a:noFill/>
        </p:spPr>
        <p:txBody>
          <a:bodyPr wrap="square">
            <a:spAutoFit/>
          </a:bodyPr>
          <a:lstStyle/>
          <a:p>
            <a:pPr algn="ctr"/>
            <a:r>
              <a:rPr kumimoji="0" lang="en-US" sz="1867" b="0" i="1" u="none" strike="noStrike" kern="0" cap="none" spc="0" normalizeH="0" baseline="0" noProof="0" dirty="0" err="1">
                <a:ln>
                  <a:noFill/>
                </a:ln>
                <a:solidFill>
                  <a:srgbClr val="ADADAD"/>
                </a:solidFill>
                <a:effectLst/>
                <a:uLnTx/>
                <a:uFillTx/>
                <a:latin typeface="Roboto Condensed"/>
                <a:ea typeface="Roboto Condensed"/>
                <a:cs typeface="Roboto Condensed"/>
                <a:sym typeface="Roboto Condensed"/>
              </a:rPr>
              <a:t>Kollekte</a:t>
            </a:r>
            <a:endParaRPr lang="de-DE" dirty="0"/>
          </a:p>
        </p:txBody>
      </p:sp>
    </p:spTree>
    <p:extLst>
      <p:ext uri="{BB962C8B-B14F-4D97-AF65-F5344CB8AC3E}">
        <p14:creationId xmlns:p14="http://schemas.microsoft.com/office/powerpoint/2010/main" val="37340217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_PEMBANGUNAN">
    <p:spTree>
      <p:nvGrpSpPr>
        <p:cNvPr id="1" name=""/>
        <p:cNvGrpSpPr/>
        <p:nvPr/>
      </p:nvGrpSpPr>
      <p:grpSpPr>
        <a:xfrm>
          <a:off x="0" y="0"/>
          <a:ext cx="0" cy="0"/>
          <a:chOff x="0" y="0"/>
          <a:chExt cx="0" cy="0"/>
        </a:xfrm>
      </p:grpSpPr>
      <p:sp>
        <p:nvSpPr>
          <p:cNvPr id="7" name="Google Shape;429;p45">
            <a:extLst>
              <a:ext uri="{FF2B5EF4-FFF2-40B4-BE49-F238E27FC236}">
                <a16:creationId xmlns:a16="http://schemas.microsoft.com/office/drawing/2014/main" id="{97A8C1C8-5736-E2AF-22DD-478AA7FAF5E9}"/>
              </a:ext>
            </a:extLst>
          </p:cNvPr>
          <p:cNvSpPr txBox="1"/>
          <p:nvPr userDrawn="1"/>
        </p:nvSpPr>
        <p:spPr>
          <a:xfrm>
            <a:off x="415658" y="37832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dirty="0">
                <a:solidFill>
                  <a:srgbClr val="FFFFFF"/>
                </a:solidFill>
                <a:latin typeface="Roboto Condensed"/>
                <a:ea typeface="Roboto Condensed"/>
                <a:cs typeface="Roboto Condensed"/>
                <a:sym typeface="Roboto Condensed"/>
              </a:rPr>
              <a:t>MRII Hamburg (</a:t>
            </a:r>
            <a:r>
              <a:rPr lang="en-US" sz="2667" b="0" i="0" u="none" strike="noStrike" cap="none" dirty="0" err="1">
                <a:solidFill>
                  <a:srgbClr val="FFFFFF"/>
                </a:solidFill>
                <a:latin typeface="Roboto Condensed"/>
                <a:ea typeface="Roboto Condensed"/>
                <a:cs typeface="Roboto Condensed"/>
                <a:sym typeface="Roboto Condensed"/>
              </a:rPr>
              <a:t>merah</a:t>
            </a:r>
            <a:r>
              <a:rPr lang="en-US" sz="2667" b="0" i="0" u="none" strike="noStrike" cap="none" dirty="0">
                <a:solidFill>
                  <a:srgbClr val="FFFFFF"/>
                </a:solidFill>
                <a:latin typeface="Roboto Condensed"/>
                <a:ea typeface="Roboto Condensed"/>
                <a:cs typeface="Roboto Condensed"/>
                <a:sym typeface="Roboto Condensed"/>
              </a:rPr>
              <a:t>) &amp; Pembangunan Gedung </a:t>
            </a:r>
            <a:r>
              <a:rPr lang="en-US" sz="2667" b="0" i="0" u="none" strike="noStrike" cap="none" dirty="0" err="1">
                <a:solidFill>
                  <a:srgbClr val="FFFFFF"/>
                </a:solidFill>
                <a:latin typeface="Roboto Condensed"/>
                <a:ea typeface="Roboto Condensed"/>
                <a:cs typeface="Roboto Condensed"/>
                <a:sym typeface="Roboto Condensed"/>
              </a:rPr>
              <a:t>Gereja</a:t>
            </a:r>
            <a:r>
              <a:rPr lang="en-US" sz="2667" b="0" i="0" u="none" strike="noStrike" cap="none" dirty="0">
                <a:solidFill>
                  <a:srgbClr val="FFFFFF"/>
                </a:solidFill>
                <a:latin typeface="Roboto Condensed"/>
                <a:ea typeface="Roboto Condensed"/>
                <a:cs typeface="Roboto Condensed"/>
                <a:sym typeface="Roboto Condensed"/>
              </a:rPr>
              <a:t> (</a:t>
            </a:r>
            <a:r>
              <a:rPr lang="en-US" sz="2667" b="0" i="0" u="none" strike="noStrike" cap="none" dirty="0" err="1">
                <a:solidFill>
                  <a:srgbClr val="FFFFFF"/>
                </a:solidFill>
                <a:latin typeface="Roboto Condensed"/>
                <a:ea typeface="Roboto Condensed"/>
                <a:cs typeface="Roboto Condensed"/>
                <a:sym typeface="Roboto Condensed"/>
              </a:rPr>
              <a:t>biru</a:t>
            </a:r>
            <a:r>
              <a:rPr lang="en-US" sz="2667" b="0" i="0" u="none" strike="noStrike" cap="none" dirty="0">
                <a:solidFill>
                  <a:srgbClr val="FFFFFF"/>
                </a:solidFill>
                <a:latin typeface="Roboto Condensed"/>
                <a:ea typeface="Roboto Condensed"/>
                <a:cs typeface="Roboto Condensed"/>
                <a:sym typeface="Roboto Condensed"/>
              </a:rPr>
              <a:t>)</a:t>
            </a:r>
            <a:endParaRPr sz="2667" b="0" i="0" u="none" strike="noStrike" cap="none" dirty="0">
              <a:solidFill>
                <a:srgbClr val="FFFFFF"/>
              </a:solidFill>
              <a:latin typeface="Roboto Condensed"/>
              <a:ea typeface="Roboto Condensed"/>
              <a:cs typeface="Roboto Condensed"/>
              <a:sym typeface="Roboto Condensed"/>
            </a:endParaRPr>
          </a:p>
        </p:txBody>
      </p:sp>
      <p:sp>
        <p:nvSpPr>
          <p:cNvPr id="4" name="TextBox 3">
            <a:extLst>
              <a:ext uri="{FF2B5EF4-FFF2-40B4-BE49-F238E27FC236}">
                <a16:creationId xmlns:a16="http://schemas.microsoft.com/office/drawing/2014/main" id="{B9ECCAB4-A5FA-944B-B8D3-D0CEB252C1F0}"/>
              </a:ext>
            </a:extLst>
          </p:cNvPr>
          <p:cNvSpPr txBox="1"/>
          <p:nvPr userDrawn="1"/>
        </p:nvSpPr>
        <p:spPr>
          <a:xfrm>
            <a:off x="3048000" y="2395640"/>
            <a:ext cx="6096000" cy="379656"/>
          </a:xfrm>
          <a:prstGeom prst="rect">
            <a:avLst/>
          </a:prstGeom>
          <a:noFill/>
        </p:spPr>
        <p:txBody>
          <a:bodyPr wrap="square">
            <a:spAutoFit/>
          </a:bodyPr>
          <a:lstStyle/>
          <a:p>
            <a:pPr algn="ctr"/>
            <a:r>
              <a:rPr kumimoji="0" lang="en-US" sz="1867" b="0" i="1" u="none" strike="noStrike" kern="0" cap="none" spc="0" normalizeH="0" baseline="0" noProof="0" dirty="0" err="1">
                <a:ln>
                  <a:noFill/>
                </a:ln>
                <a:solidFill>
                  <a:srgbClr val="ADADAD"/>
                </a:solidFill>
                <a:effectLst/>
                <a:uLnTx/>
                <a:uFillTx/>
                <a:latin typeface="Roboto Condensed"/>
                <a:ea typeface="Roboto Condensed"/>
                <a:cs typeface="Roboto Condensed"/>
                <a:sym typeface="Roboto Condensed"/>
              </a:rPr>
              <a:t>Kollekte</a:t>
            </a:r>
            <a:endParaRPr lang="de-DE" dirty="0"/>
          </a:p>
        </p:txBody>
      </p:sp>
      <p:sp>
        <p:nvSpPr>
          <p:cNvPr id="9" name="TextBox 8">
            <a:extLst>
              <a:ext uri="{FF2B5EF4-FFF2-40B4-BE49-F238E27FC236}">
                <a16:creationId xmlns:a16="http://schemas.microsoft.com/office/drawing/2014/main" id="{677D02A6-D1AA-A9E5-D493-45BD963A76D2}"/>
              </a:ext>
            </a:extLst>
          </p:cNvPr>
          <p:cNvSpPr txBox="1"/>
          <p:nvPr userDrawn="1"/>
        </p:nvSpPr>
        <p:spPr>
          <a:xfrm>
            <a:off x="877454" y="3075057"/>
            <a:ext cx="10437092" cy="707886"/>
          </a:xfrm>
          <a:prstGeom prst="rect">
            <a:avLst/>
          </a:prstGeom>
          <a:noFill/>
        </p:spPr>
        <p:txBody>
          <a:bodyPr wrap="square">
            <a:spAutoFit/>
          </a:bodyPr>
          <a:lstStyle/>
          <a:p>
            <a:pPr algn="ctr"/>
            <a:r>
              <a:rPr kumimoji="0" lang="en-US" sz="4000" b="1" i="0" u="sng"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MRII Hamburg (rot) &amp; </a:t>
            </a:r>
            <a:r>
              <a:rPr kumimoji="0" lang="en-US" sz="4000" b="1" i="0" u="sng" strike="noStrike" kern="0" cap="none" spc="0" normalizeH="0" baseline="0" noProof="0" dirty="0" err="1">
                <a:ln>
                  <a:noFill/>
                </a:ln>
                <a:solidFill>
                  <a:srgbClr val="FFFFFF"/>
                </a:solidFill>
                <a:effectLst/>
                <a:uLnTx/>
                <a:uFillTx/>
                <a:latin typeface="Roboto Condensed"/>
                <a:ea typeface="Roboto Condensed"/>
                <a:cs typeface="Roboto Condensed"/>
                <a:sym typeface="Roboto Condensed"/>
              </a:rPr>
              <a:t>Kirchengebäude</a:t>
            </a:r>
            <a:r>
              <a:rPr kumimoji="0" lang="en-US" sz="4000" b="1" i="0" u="sng"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a:t>
            </a:r>
            <a:r>
              <a:rPr kumimoji="0" lang="en-US" sz="4000" b="1" i="0" u="sng" strike="noStrike" kern="0" cap="none" spc="0" normalizeH="0" baseline="0" noProof="0" dirty="0" err="1">
                <a:ln>
                  <a:noFill/>
                </a:ln>
                <a:solidFill>
                  <a:srgbClr val="FFFFFF"/>
                </a:solidFill>
                <a:effectLst/>
                <a:uLnTx/>
                <a:uFillTx/>
                <a:latin typeface="Roboto Condensed"/>
                <a:ea typeface="Roboto Condensed"/>
                <a:cs typeface="Roboto Condensed"/>
                <a:sym typeface="Roboto Condensed"/>
              </a:rPr>
              <a:t>blau</a:t>
            </a:r>
            <a:r>
              <a:rPr kumimoji="0" lang="en-US" sz="4000" b="1" i="0" u="sng"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a:t>
            </a:r>
            <a:endParaRPr lang="de-DE" dirty="0"/>
          </a:p>
        </p:txBody>
      </p:sp>
    </p:spTree>
    <p:extLst>
      <p:ext uri="{BB962C8B-B14F-4D97-AF65-F5344CB8AC3E}">
        <p14:creationId xmlns:p14="http://schemas.microsoft.com/office/powerpoint/2010/main" val="17788539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P_DIAKONIA">
    <p:spTree>
      <p:nvGrpSpPr>
        <p:cNvPr id="1" name=""/>
        <p:cNvGrpSpPr/>
        <p:nvPr/>
      </p:nvGrpSpPr>
      <p:grpSpPr>
        <a:xfrm>
          <a:off x="0" y="0"/>
          <a:ext cx="0" cy="0"/>
          <a:chOff x="0" y="0"/>
          <a:chExt cx="0" cy="0"/>
        </a:xfrm>
      </p:grpSpPr>
      <p:sp>
        <p:nvSpPr>
          <p:cNvPr id="6" name="Google Shape;436;p46">
            <a:extLst>
              <a:ext uri="{FF2B5EF4-FFF2-40B4-BE49-F238E27FC236}">
                <a16:creationId xmlns:a16="http://schemas.microsoft.com/office/drawing/2014/main" id="{94E7028D-0D5E-467D-866B-43030379D653}"/>
              </a:ext>
            </a:extLst>
          </p:cNvPr>
          <p:cNvSpPr txBox="1"/>
          <p:nvPr userDrawn="1"/>
        </p:nvSpPr>
        <p:spPr>
          <a:xfrm>
            <a:off x="212416"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Diakonia (biru)</a:t>
            </a:r>
            <a:endParaRPr sz="2667" b="0" i="0" u="none" strike="noStrike" cap="none">
              <a:solidFill>
                <a:srgbClr val="FFFFFF"/>
              </a:solidFill>
              <a:latin typeface="Roboto Condensed"/>
              <a:ea typeface="Roboto Condensed"/>
              <a:cs typeface="Roboto Condensed"/>
              <a:sym typeface="Roboto Condensed"/>
            </a:endParaRPr>
          </a:p>
        </p:txBody>
      </p:sp>
      <p:sp>
        <p:nvSpPr>
          <p:cNvPr id="2" name="TextBox 1">
            <a:extLst>
              <a:ext uri="{FF2B5EF4-FFF2-40B4-BE49-F238E27FC236}">
                <a16:creationId xmlns:a16="http://schemas.microsoft.com/office/drawing/2014/main" id="{C1E54573-A059-9466-99A7-04D6BDA2F233}"/>
              </a:ext>
            </a:extLst>
          </p:cNvPr>
          <p:cNvSpPr txBox="1"/>
          <p:nvPr userDrawn="1"/>
        </p:nvSpPr>
        <p:spPr>
          <a:xfrm>
            <a:off x="3048000" y="2395640"/>
            <a:ext cx="6096000" cy="379656"/>
          </a:xfrm>
          <a:prstGeom prst="rect">
            <a:avLst/>
          </a:prstGeom>
          <a:noFill/>
        </p:spPr>
        <p:txBody>
          <a:bodyPr wrap="square">
            <a:spAutoFit/>
          </a:bodyPr>
          <a:lstStyle/>
          <a:p>
            <a:pPr algn="ctr"/>
            <a:r>
              <a:rPr kumimoji="0" lang="en-US" sz="1867" b="0" i="1" u="none" strike="noStrike" kern="0" cap="none" spc="0" normalizeH="0" baseline="0" noProof="0" dirty="0" err="1">
                <a:ln>
                  <a:noFill/>
                </a:ln>
                <a:solidFill>
                  <a:srgbClr val="ADADAD"/>
                </a:solidFill>
                <a:effectLst/>
                <a:uLnTx/>
                <a:uFillTx/>
                <a:latin typeface="Roboto Condensed"/>
                <a:ea typeface="Roboto Condensed"/>
                <a:cs typeface="Roboto Condensed"/>
                <a:sym typeface="Roboto Condensed"/>
              </a:rPr>
              <a:t>Kollekte</a:t>
            </a:r>
            <a:endParaRPr lang="de-DE" dirty="0"/>
          </a:p>
        </p:txBody>
      </p:sp>
      <p:sp>
        <p:nvSpPr>
          <p:cNvPr id="7" name="TextBox 6">
            <a:extLst>
              <a:ext uri="{FF2B5EF4-FFF2-40B4-BE49-F238E27FC236}">
                <a16:creationId xmlns:a16="http://schemas.microsoft.com/office/drawing/2014/main" id="{A9492213-D06A-A1DD-8EAB-0CF46ED58A54}"/>
              </a:ext>
            </a:extLst>
          </p:cNvPr>
          <p:cNvSpPr txBox="1"/>
          <p:nvPr userDrawn="1"/>
        </p:nvSpPr>
        <p:spPr>
          <a:xfrm>
            <a:off x="1311564" y="3084293"/>
            <a:ext cx="9568873" cy="707886"/>
          </a:xfrm>
          <a:prstGeom prst="rect">
            <a:avLst/>
          </a:prstGeom>
          <a:noFill/>
        </p:spPr>
        <p:txBody>
          <a:bodyPr wrap="square">
            <a:spAutoFit/>
          </a:bodyPr>
          <a:lstStyle/>
          <a:p>
            <a:pPr algn="ctr"/>
            <a:r>
              <a:rPr kumimoji="0" lang="en-US" sz="4000" b="1" i="0" u="sng"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MRII Hamburg (rot) &amp; </a:t>
            </a:r>
            <a:r>
              <a:rPr kumimoji="0" lang="en-US" sz="4000" b="1" i="0" u="sng" strike="noStrike" kern="0" cap="none" spc="0" normalizeH="0" baseline="0" noProof="0" dirty="0" err="1">
                <a:ln>
                  <a:noFill/>
                </a:ln>
                <a:solidFill>
                  <a:srgbClr val="FFFFFF"/>
                </a:solidFill>
                <a:effectLst/>
                <a:uLnTx/>
                <a:uFillTx/>
                <a:latin typeface="Roboto Condensed"/>
                <a:ea typeface="Roboto Condensed"/>
                <a:cs typeface="Roboto Condensed"/>
                <a:sym typeface="Roboto Condensed"/>
              </a:rPr>
              <a:t>Diakonie</a:t>
            </a:r>
            <a:r>
              <a:rPr kumimoji="0" lang="en-US" sz="4000" b="1" i="0" u="sng"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 (</a:t>
            </a:r>
            <a:r>
              <a:rPr kumimoji="0" lang="en-US" sz="4000" b="1" i="0" u="sng" strike="noStrike" kern="0" cap="none" spc="0" normalizeH="0" baseline="0" noProof="0" dirty="0" err="1">
                <a:ln>
                  <a:noFill/>
                </a:ln>
                <a:solidFill>
                  <a:srgbClr val="FFFFFF"/>
                </a:solidFill>
                <a:effectLst/>
                <a:uLnTx/>
                <a:uFillTx/>
                <a:latin typeface="Roboto Condensed"/>
                <a:ea typeface="Roboto Condensed"/>
                <a:cs typeface="Roboto Condensed"/>
                <a:sym typeface="Roboto Condensed"/>
              </a:rPr>
              <a:t>blau</a:t>
            </a:r>
            <a:r>
              <a:rPr kumimoji="0" lang="en-US" sz="4000" b="1" i="0" u="sng"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a:t>
            </a:r>
            <a:endParaRPr lang="de-DE" dirty="0"/>
          </a:p>
        </p:txBody>
      </p:sp>
    </p:spTree>
    <p:extLst>
      <p:ext uri="{BB962C8B-B14F-4D97-AF65-F5344CB8AC3E}">
        <p14:creationId xmlns:p14="http://schemas.microsoft.com/office/powerpoint/2010/main" val="395592201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0_DOXOLOG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543C5-98D6-87AA-F92C-0BF2349EC4FF}"/>
              </a:ext>
            </a:extLst>
          </p:cNvPr>
          <p:cNvSpPr>
            <a:spLocks noGrp="1"/>
          </p:cNvSpPr>
          <p:nvPr>
            <p:ph type="title"/>
          </p:nvPr>
        </p:nvSpPr>
        <p:spPr/>
        <p:txBody>
          <a:bodyPr/>
          <a:lstStyle/>
          <a:p>
            <a:r>
              <a:rPr lang="en-US"/>
              <a:t>Click to edit Master title style</a:t>
            </a:r>
            <a:endParaRPr lang="de-DE"/>
          </a:p>
        </p:txBody>
      </p:sp>
      <p:sp>
        <p:nvSpPr>
          <p:cNvPr id="3" name="Slide Number Placeholder 2">
            <a:extLst>
              <a:ext uri="{FF2B5EF4-FFF2-40B4-BE49-F238E27FC236}">
                <a16:creationId xmlns:a16="http://schemas.microsoft.com/office/drawing/2014/main" id="{CEBB34E5-D037-83E2-5D8A-C6E5ADB73A6A}"/>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pic>
        <p:nvPicPr>
          <p:cNvPr id="9" name="Picture 8">
            <a:extLst>
              <a:ext uri="{FF2B5EF4-FFF2-40B4-BE49-F238E27FC236}">
                <a16:creationId xmlns:a16="http://schemas.microsoft.com/office/drawing/2014/main" id="{EF8DDB14-A30F-7D72-41CA-53A3DC86DDE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50737992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DOXOLOG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363615-D61C-767F-3EB6-44297A305310}"/>
              </a:ext>
            </a:extLst>
          </p:cNvPr>
          <p:cNvSpPr>
            <a:spLocks noGrp="1"/>
          </p:cNvSpPr>
          <p:nvPr>
            <p:ph type="title"/>
          </p:nvPr>
        </p:nvSpPr>
        <p:spPr/>
        <p:txBody>
          <a:bodyPr/>
          <a:lstStyle/>
          <a:p>
            <a:r>
              <a:rPr lang="en-US"/>
              <a:t>Click to edit Master title style</a:t>
            </a:r>
            <a:endParaRPr lang="de-DE"/>
          </a:p>
        </p:txBody>
      </p:sp>
      <p:sp>
        <p:nvSpPr>
          <p:cNvPr id="3" name="Slide Number Placeholder 2">
            <a:extLst>
              <a:ext uri="{FF2B5EF4-FFF2-40B4-BE49-F238E27FC236}">
                <a16:creationId xmlns:a16="http://schemas.microsoft.com/office/drawing/2014/main" id="{B350D969-5511-A3D7-4E20-1C5E83064573}"/>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pic>
        <p:nvPicPr>
          <p:cNvPr id="7" name="Picture 6" descr="A black background with white text&#10;&#10;Description automatically generated">
            <a:extLst>
              <a:ext uri="{FF2B5EF4-FFF2-40B4-BE49-F238E27FC236}">
                <a16:creationId xmlns:a16="http://schemas.microsoft.com/office/drawing/2014/main" id="{CC682C76-F978-7C12-0093-3100BF755652}"/>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42755739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DOXOLOG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B6C2EA-8572-53B9-B6AD-14C362E96537}"/>
              </a:ext>
            </a:extLst>
          </p:cNvPr>
          <p:cNvSpPr>
            <a:spLocks noGrp="1"/>
          </p:cNvSpPr>
          <p:nvPr>
            <p:ph type="title"/>
          </p:nvPr>
        </p:nvSpPr>
        <p:spPr/>
        <p:txBody>
          <a:bodyPr/>
          <a:lstStyle/>
          <a:p>
            <a:r>
              <a:rPr lang="en-US"/>
              <a:t>Click to edit Master title style</a:t>
            </a:r>
            <a:endParaRPr lang="de-DE"/>
          </a:p>
        </p:txBody>
      </p:sp>
      <p:sp>
        <p:nvSpPr>
          <p:cNvPr id="3" name="Slide Number Placeholder 2">
            <a:extLst>
              <a:ext uri="{FF2B5EF4-FFF2-40B4-BE49-F238E27FC236}">
                <a16:creationId xmlns:a16="http://schemas.microsoft.com/office/drawing/2014/main" id="{389FD34C-68F1-B43D-3518-C97518BF6343}"/>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pic>
        <p:nvPicPr>
          <p:cNvPr id="8" name="Picture 7">
            <a:extLst>
              <a:ext uri="{FF2B5EF4-FFF2-40B4-BE49-F238E27FC236}">
                <a16:creationId xmlns:a16="http://schemas.microsoft.com/office/drawing/2014/main" id="{254B9721-7942-76BD-02EA-D32A7C0FFF9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5202085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DOXOLOG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705D3-000D-A747-4BE8-6A4098074C36}"/>
              </a:ext>
            </a:extLst>
          </p:cNvPr>
          <p:cNvSpPr>
            <a:spLocks noGrp="1"/>
          </p:cNvSpPr>
          <p:nvPr>
            <p:ph type="title"/>
          </p:nvPr>
        </p:nvSpPr>
        <p:spPr/>
        <p:txBody>
          <a:bodyPr/>
          <a:lstStyle/>
          <a:p>
            <a:r>
              <a:rPr lang="en-US"/>
              <a:t>Click to edit Master title style</a:t>
            </a:r>
            <a:endParaRPr lang="de-DE"/>
          </a:p>
        </p:txBody>
      </p:sp>
      <p:sp>
        <p:nvSpPr>
          <p:cNvPr id="3" name="Slide Number Placeholder 2">
            <a:extLst>
              <a:ext uri="{FF2B5EF4-FFF2-40B4-BE49-F238E27FC236}">
                <a16:creationId xmlns:a16="http://schemas.microsoft.com/office/drawing/2014/main" id="{3A90F3DB-7856-0647-2AD8-367DAB06A41C}"/>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pic>
        <p:nvPicPr>
          <p:cNvPr id="4" name="Google Shape;539;p83" descr="Diagram&#10;&#10;Description automatically generated">
            <a:extLst>
              <a:ext uri="{FF2B5EF4-FFF2-40B4-BE49-F238E27FC236}">
                <a16:creationId xmlns:a16="http://schemas.microsoft.com/office/drawing/2014/main" id="{B864D24E-3491-C15E-143F-C2E0987CFC04}"/>
              </a:ext>
            </a:extLst>
          </p:cNvPr>
          <p:cNvPicPr preferRelativeResize="0"/>
          <p:nvPr userDrawn="1"/>
        </p:nvPicPr>
        <p:blipFill rotWithShape="1">
          <a:blip r:embed="rId2">
            <a:alphaModFix/>
          </a:blip>
          <a:srcRect/>
          <a:stretch/>
        </p:blipFill>
        <p:spPr>
          <a:xfrm>
            <a:off x="0" y="0"/>
            <a:ext cx="12192000" cy="6858000"/>
          </a:xfrm>
          <a:prstGeom prst="rect">
            <a:avLst/>
          </a:prstGeom>
          <a:noFill/>
          <a:ln>
            <a:noFill/>
          </a:ln>
        </p:spPr>
      </p:pic>
    </p:spTree>
    <p:extLst>
      <p:ext uri="{BB962C8B-B14F-4D97-AF65-F5344CB8AC3E}">
        <p14:creationId xmlns:p14="http://schemas.microsoft.com/office/powerpoint/2010/main" val="7894607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0_WARTA">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5893542-C173-D283-60F0-78B3311E64FE}"/>
              </a:ext>
            </a:extLst>
          </p:cNvPr>
          <p:cNvSpPr txBox="1"/>
          <p:nvPr userDrawn="1"/>
        </p:nvSpPr>
        <p:spPr>
          <a:xfrm>
            <a:off x="3047987" y="2598003"/>
            <a:ext cx="6096000" cy="830997"/>
          </a:xfrm>
          <a:prstGeom prst="rect">
            <a:avLst/>
          </a:prstGeom>
          <a:noFill/>
        </p:spPr>
        <p:txBody>
          <a:bodyPr wrap="square">
            <a:spAutoFit/>
          </a:bodyPr>
          <a:lstStyle/>
          <a:p>
            <a:pPr algn="ctr"/>
            <a:r>
              <a:rPr kumimoji="0" lang="en-US" sz="4800" b="1" i="0" u="sng" strike="noStrike" kern="0" cap="none" spc="0" normalizeH="0" baseline="0" noProof="0" dirty="0" err="1">
                <a:ln>
                  <a:noFill/>
                </a:ln>
                <a:solidFill>
                  <a:srgbClr val="FFFFFF"/>
                </a:solidFill>
                <a:effectLst/>
                <a:uLnTx/>
                <a:uFillTx/>
                <a:latin typeface="Roboto Condensed"/>
                <a:ea typeface="Roboto Condensed"/>
                <a:cs typeface="Roboto Condensed"/>
                <a:sym typeface="Roboto Condensed"/>
              </a:rPr>
              <a:t>Bekanntmachung</a:t>
            </a:r>
            <a:endParaRPr lang="de-DE" dirty="0"/>
          </a:p>
        </p:txBody>
      </p:sp>
      <p:sp>
        <p:nvSpPr>
          <p:cNvPr id="10" name="TextBox 9">
            <a:extLst>
              <a:ext uri="{FF2B5EF4-FFF2-40B4-BE49-F238E27FC236}">
                <a16:creationId xmlns:a16="http://schemas.microsoft.com/office/drawing/2014/main" id="{DFEB4856-D749-EC0C-7B37-F75D44C6B67C}"/>
              </a:ext>
            </a:extLst>
          </p:cNvPr>
          <p:cNvSpPr txBox="1"/>
          <p:nvPr userDrawn="1"/>
        </p:nvSpPr>
        <p:spPr>
          <a:xfrm>
            <a:off x="3047987" y="3772640"/>
            <a:ext cx="6096000" cy="502766"/>
          </a:xfrm>
          <a:prstGeom prst="rect">
            <a:avLst/>
          </a:prstGeom>
          <a:noFill/>
        </p:spPr>
        <p:txBody>
          <a:bodyPr wrap="square">
            <a:spAutoFit/>
          </a:bodyPr>
          <a:lstStyle/>
          <a:p>
            <a:pPr algn="ctr"/>
            <a:r>
              <a:rPr kumimoji="0" lang="en-US" sz="2667" b="0" i="1" u="none" strike="noStrike" kern="0" cap="none" spc="0" normalizeH="0" baseline="0" noProof="0" dirty="0">
                <a:ln>
                  <a:noFill/>
                </a:ln>
                <a:solidFill>
                  <a:srgbClr val="FFFFFF"/>
                </a:solidFill>
                <a:effectLst/>
                <a:uLnTx/>
                <a:uFillTx/>
                <a:latin typeface="Roboto Condensed"/>
                <a:ea typeface="Roboto Condensed"/>
                <a:cs typeface="Roboto Condensed"/>
                <a:sym typeface="Roboto Condensed"/>
              </a:rPr>
              <a:t>Warta </a:t>
            </a:r>
            <a:r>
              <a:rPr kumimoji="0" lang="en-US" sz="2667" b="0" i="1" u="none" strike="noStrike" kern="0" cap="none" spc="0" normalizeH="0" baseline="0" noProof="0" dirty="0" err="1">
                <a:ln>
                  <a:noFill/>
                </a:ln>
                <a:solidFill>
                  <a:srgbClr val="FFFFFF"/>
                </a:solidFill>
                <a:effectLst/>
                <a:uLnTx/>
                <a:uFillTx/>
                <a:latin typeface="Roboto Condensed"/>
                <a:ea typeface="Roboto Condensed"/>
                <a:cs typeface="Roboto Condensed"/>
                <a:sym typeface="Roboto Condensed"/>
              </a:rPr>
              <a:t>Jemaat</a:t>
            </a:r>
            <a:endParaRPr lang="de-DE" dirty="0"/>
          </a:p>
        </p:txBody>
      </p:sp>
    </p:spTree>
    <p:extLst>
      <p:ext uri="{BB962C8B-B14F-4D97-AF65-F5344CB8AC3E}">
        <p14:creationId xmlns:p14="http://schemas.microsoft.com/office/powerpoint/2010/main" val="312644384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WARTA">
    <p:spTree>
      <p:nvGrpSpPr>
        <p:cNvPr id="1" name=""/>
        <p:cNvGrpSpPr/>
        <p:nvPr/>
      </p:nvGrpSpPr>
      <p:grpSpPr>
        <a:xfrm>
          <a:off x="0" y="0"/>
          <a:ext cx="0" cy="0"/>
          <a:chOff x="0" y="0"/>
          <a:chExt cx="0" cy="0"/>
        </a:xfrm>
      </p:grpSpPr>
      <p:grpSp>
        <p:nvGrpSpPr>
          <p:cNvPr id="3" name="Google Shape;592;p55">
            <a:extLst>
              <a:ext uri="{FF2B5EF4-FFF2-40B4-BE49-F238E27FC236}">
                <a16:creationId xmlns:a16="http://schemas.microsoft.com/office/drawing/2014/main" id="{BC7649FF-8896-646D-A144-B7FCE7E2B577}"/>
              </a:ext>
            </a:extLst>
          </p:cNvPr>
          <p:cNvGrpSpPr/>
          <p:nvPr userDrawn="1"/>
        </p:nvGrpSpPr>
        <p:grpSpPr>
          <a:xfrm>
            <a:off x="2683251" y="0"/>
            <a:ext cx="6825499" cy="6858000"/>
            <a:chOff x="2683251" y="0"/>
            <a:chExt cx="6825499" cy="6858000"/>
          </a:xfrm>
        </p:grpSpPr>
        <p:pic>
          <p:nvPicPr>
            <p:cNvPr id="4" name="Google Shape;593;p55">
              <a:extLst>
                <a:ext uri="{FF2B5EF4-FFF2-40B4-BE49-F238E27FC236}">
                  <a16:creationId xmlns:a16="http://schemas.microsoft.com/office/drawing/2014/main" id="{60C13581-1C9D-0EAD-1CFB-348A59515045}"/>
                </a:ext>
              </a:extLst>
            </p:cNvPr>
            <p:cNvPicPr preferRelativeResize="0"/>
            <p:nvPr/>
          </p:nvPicPr>
          <p:blipFill rotWithShape="1">
            <a:blip r:embed="rId2">
              <a:alphaModFix/>
            </a:blip>
            <a:srcRect/>
            <a:stretch/>
          </p:blipFill>
          <p:spPr>
            <a:xfrm>
              <a:off x="2683251" y="0"/>
              <a:ext cx="6825499" cy="6858000"/>
            </a:xfrm>
            <a:prstGeom prst="rect">
              <a:avLst/>
            </a:prstGeom>
            <a:noFill/>
            <a:ln>
              <a:noFill/>
            </a:ln>
          </p:spPr>
        </p:pic>
        <p:sp>
          <p:nvSpPr>
            <p:cNvPr id="5" name="Google Shape;594;p55">
              <a:extLst>
                <a:ext uri="{FF2B5EF4-FFF2-40B4-BE49-F238E27FC236}">
                  <a16:creationId xmlns:a16="http://schemas.microsoft.com/office/drawing/2014/main" id="{E1A918C8-1F88-ABC3-4CAA-6FD8810624E5}"/>
                </a:ext>
              </a:extLst>
            </p:cNvPr>
            <p:cNvSpPr/>
            <p:nvPr/>
          </p:nvSpPr>
          <p:spPr>
            <a:xfrm>
              <a:off x="4539916" y="5245768"/>
              <a:ext cx="3192300" cy="8181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sp>
          <p:nvSpPr>
            <p:cNvPr id="8" name="Google Shape;595;p55">
              <a:extLst>
                <a:ext uri="{FF2B5EF4-FFF2-40B4-BE49-F238E27FC236}">
                  <a16:creationId xmlns:a16="http://schemas.microsoft.com/office/drawing/2014/main" id="{D5A8B398-6185-58F7-D6CA-DFA4FA420EE9}"/>
                </a:ext>
              </a:extLst>
            </p:cNvPr>
            <p:cNvSpPr/>
            <p:nvPr/>
          </p:nvSpPr>
          <p:spPr>
            <a:xfrm>
              <a:off x="4692315" y="537410"/>
              <a:ext cx="3192300" cy="4092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grpSp>
    </p:spTree>
    <p:extLst>
      <p:ext uri="{BB962C8B-B14F-4D97-AF65-F5344CB8AC3E}">
        <p14:creationId xmlns:p14="http://schemas.microsoft.com/office/powerpoint/2010/main" val="394266657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_WARTA">
    <p:spTree>
      <p:nvGrpSpPr>
        <p:cNvPr id="1" name=""/>
        <p:cNvGrpSpPr/>
        <p:nvPr/>
      </p:nvGrpSpPr>
      <p:grpSpPr>
        <a:xfrm>
          <a:off x="0" y="0"/>
          <a:ext cx="0" cy="0"/>
          <a:chOff x="0" y="0"/>
          <a:chExt cx="0" cy="0"/>
        </a:xfrm>
      </p:grpSpPr>
      <p:pic>
        <p:nvPicPr>
          <p:cNvPr id="3" name="Google Shape;506;p39" descr="patrick-fore-b_SHPU5M3nk-unsplash.jpg">
            <a:extLst>
              <a:ext uri="{FF2B5EF4-FFF2-40B4-BE49-F238E27FC236}">
                <a16:creationId xmlns:a16="http://schemas.microsoft.com/office/drawing/2014/main" id="{C35562CE-C0AF-3917-6DC5-389A50C6D5DB}"/>
              </a:ext>
            </a:extLst>
          </p:cNvPr>
          <p:cNvPicPr preferRelativeResize="0">
            <a:picLocks noGrp="1" noRot="1" noMove="1" noResize="1" noEditPoints="1" noAdjustHandles="1" noChangeArrowheads="1" noChangeShapeType="1" noCrop="1"/>
          </p:cNvPicPr>
          <p:nvPr userDrawn="1"/>
        </p:nvPicPr>
        <p:blipFill rotWithShape="1">
          <a:blip r:embed="rId2">
            <a:alphaModFix/>
          </a:blip>
          <a:srcRect l="3148" r="8133"/>
          <a:stretch/>
        </p:blipFill>
        <p:spPr>
          <a:xfrm>
            <a:off x="1524000" y="0"/>
            <a:ext cx="9144000" cy="6871214"/>
          </a:xfrm>
          <a:prstGeom prst="rect">
            <a:avLst/>
          </a:prstGeom>
          <a:noFill/>
          <a:ln>
            <a:noFill/>
          </a:ln>
        </p:spPr>
      </p:pic>
      <p:sp>
        <p:nvSpPr>
          <p:cNvPr id="4" name="Google Shape;507;p39">
            <a:extLst>
              <a:ext uri="{FF2B5EF4-FFF2-40B4-BE49-F238E27FC236}">
                <a16:creationId xmlns:a16="http://schemas.microsoft.com/office/drawing/2014/main" id="{BC0A9372-B386-F18F-DF1E-D15ED441572D}"/>
              </a:ext>
            </a:extLst>
          </p:cNvPr>
          <p:cNvSpPr>
            <a:spLocks noGrp="1" noRot="1" noMove="1" noResize="1" noEditPoints="1" noAdjustHandles="1" noChangeArrowheads="1" noChangeShapeType="1"/>
          </p:cNvSpPr>
          <p:nvPr userDrawn="1"/>
        </p:nvSpPr>
        <p:spPr>
          <a:xfrm>
            <a:off x="5494122" y="1461957"/>
            <a:ext cx="5232400" cy="1456809"/>
          </a:xfrm>
          <a:prstGeom prst="rect">
            <a:avLst/>
          </a:prstGeom>
          <a:solidFill>
            <a:srgbClr val="FFFFFF">
              <a:alpha val="52549"/>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endParaRPr dirty="0"/>
          </a:p>
        </p:txBody>
      </p:sp>
      <p:sp>
        <p:nvSpPr>
          <p:cNvPr id="5" name="Google Shape;508;p39">
            <a:extLst>
              <a:ext uri="{FF2B5EF4-FFF2-40B4-BE49-F238E27FC236}">
                <a16:creationId xmlns:a16="http://schemas.microsoft.com/office/drawing/2014/main" id="{B72347F6-285C-7475-1ED4-5A0A54DB66F2}"/>
              </a:ext>
            </a:extLst>
          </p:cNvPr>
          <p:cNvSpPr>
            <a:spLocks noGrp="1" noRot="1" noMove="1" noResize="1" noEditPoints="1" noAdjustHandles="1" noChangeArrowheads="1" noChangeShapeType="1"/>
          </p:cNvSpPr>
          <p:nvPr userDrawn="1"/>
        </p:nvSpPr>
        <p:spPr>
          <a:xfrm>
            <a:off x="5494122" y="3135919"/>
            <a:ext cx="5232400" cy="1456809"/>
          </a:xfrm>
          <a:prstGeom prst="rect">
            <a:avLst/>
          </a:prstGeom>
          <a:solidFill>
            <a:srgbClr val="FFFFFF">
              <a:alpha val="52941"/>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endParaRPr dirty="0"/>
          </a:p>
        </p:txBody>
      </p:sp>
      <p:sp>
        <p:nvSpPr>
          <p:cNvPr id="27" name="Text Placeholder 26">
            <a:extLst>
              <a:ext uri="{FF2B5EF4-FFF2-40B4-BE49-F238E27FC236}">
                <a16:creationId xmlns:a16="http://schemas.microsoft.com/office/drawing/2014/main" id="{9277C356-5377-C06A-43AE-CD2F4FAD58E3}"/>
              </a:ext>
            </a:extLst>
          </p:cNvPr>
          <p:cNvSpPr>
            <a:spLocks noGrp="1"/>
          </p:cNvSpPr>
          <p:nvPr>
            <p:ph type="body" sz="quarter" idx="10" hasCustomPrompt="1"/>
          </p:nvPr>
        </p:nvSpPr>
        <p:spPr>
          <a:xfrm>
            <a:off x="5494338" y="1462088"/>
            <a:ext cx="5232400" cy="708025"/>
          </a:xfrm>
        </p:spPr>
        <p:txBody>
          <a:bodyPr/>
          <a:lstStyle>
            <a:lvl1pPr marL="114300" indent="0" algn="ctr">
              <a:buNone/>
              <a:defRPr sz="4000">
                <a:solidFill>
                  <a:schemeClr val="bg1"/>
                </a:solidFill>
                <a:latin typeface="Corsiva" panose="020B0604020202020204" charset="0"/>
              </a:defRPr>
            </a:lvl1pPr>
          </a:lstStyle>
          <a:p>
            <a:pPr lvl="0"/>
            <a:r>
              <a:rPr lang="de-DE" dirty="0" err="1"/>
              <a:t>Persekutuan</a:t>
            </a:r>
            <a:r>
              <a:rPr lang="de-DE" dirty="0"/>
              <a:t> </a:t>
            </a:r>
            <a:r>
              <a:rPr lang="de-DE" dirty="0" err="1"/>
              <a:t>Doa</a:t>
            </a:r>
            <a:endParaRPr lang="de-DE" dirty="0"/>
          </a:p>
        </p:txBody>
      </p:sp>
      <p:sp>
        <p:nvSpPr>
          <p:cNvPr id="28" name="Text Placeholder 26">
            <a:extLst>
              <a:ext uri="{FF2B5EF4-FFF2-40B4-BE49-F238E27FC236}">
                <a16:creationId xmlns:a16="http://schemas.microsoft.com/office/drawing/2014/main" id="{B314846C-62E5-C959-3239-835344BF2E05}"/>
              </a:ext>
            </a:extLst>
          </p:cNvPr>
          <p:cNvSpPr>
            <a:spLocks noGrp="1"/>
          </p:cNvSpPr>
          <p:nvPr>
            <p:ph type="body" sz="quarter" idx="11" hasCustomPrompt="1"/>
          </p:nvPr>
        </p:nvSpPr>
        <p:spPr>
          <a:xfrm>
            <a:off x="5494122" y="3133896"/>
            <a:ext cx="5232400" cy="708025"/>
          </a:xfrm>
        </p:spPr>
        <p:txBody>
          <a:bodyPr/>
          <a:lstStyle>
            <a:lvl1pPr marL="114300" indent="0" algn="ctr">
              <a:buNone/>
              <a:defRPr sz="4000">
                <a:solidFill>
                  <a:schemeClr val="bg1"/>
                </a:solidFill>
                <a:latin typeface="Corsiva" panose="020B0604020202020204" charset="0"/>
              </a:defRPr>
            </a:lvl1pPr>
          </a:lstStyle>
          <a:p>
            <a:pPr lvl="0"/>
            <a:r>
              <a:rPr lang="de-DE" dirty="0"/>
              <a:t>Gebetkreis</a:t>
            </a:r>
          </a:p>
        </p:txBody>
      </p:sp>
      <p:sp>
        <p:nvSpPr>
          <p:cNvPr id="30" name="Text Placeholder 29">
            <a:extLst>
              <a:ext uri="{FF2B5EF4-FFF2-40B4-BE49-F238E27FC236}">
                <a16:creationId xmlns:a16="http://schemas.microsoft.com/office/drawing/2014/main" id="{E90F47EB-A461-0C0C-5F26-198E3F5947E7}"/>
              </a:ext>
            </a:extLst>
          </p:cNvPr>
          <p:cNvSpPr>
            <a:spLocks noGrp="1"/>
          </p:cNvSpPr>
          <p:nvPr>
            <p:ph type="body" sz="quarter" idx="12" hasCustomPrompt="1"/>
          </p:nvPr>
        </p:nvSpPr>
        <p:spPr>
          <a:xfrm>
            <a:off x="5494338" y="2170113"/>
            <a:ext cx="5232400" cy="768350"/>
          </a:xfrm>
        </p:spPr>
        <p:txBody>
          <a:bodyPr/>
          <a:lstStyle>
            <a:lvl1pPr marL="114300" indent="0" algn="ctr">
              <a:buNone/>
              <a:defRPr>
                <a:solidFill>
                  <a:schemeClr val="bg1"/>
                </a:solidFill>
              </a:defRPr>
            </a:lvl1pPr>
          </a:lstStyle>
          <a:p>
            <a:pPr lvl="0"/>
            <a:r>
              <a:rPr lang="de-DE" dirty="0" err="1"/>
              <a:t>Waktu</a:t>
            </a:r>
            <a:endParaRPr lang="de-DE" dirty="0"/>
          </a:p>
          <a:p>
            <a:pPr lvl="0"/>
            <a:r>
              <a:rPr lang="de-DE" dirty="0"/>
              <a:t>Tempat</a:t>
            </a:r>
          </a:p>
        </p:txBody>
      </p:sp>
      <p:sp>
        <p:nvSpPr>
          <p:cNvPr id="32" name="Text Placeholder 29">
            <a:extLst>
              <a:ext uri="{FF2B5EF4-FFF2-40B4-BE49-F238E27FC236}">
                <a16:creationId xmlns:a16="http://schemas.microsoft.com/office/drawing/2014/main" id="{679D7D8D-A24B-1294-6BB0-DD01418495BB}"/>
              </a:ext>
            </a:extLst>
          </p:cNvPr>
          <p:cNvSpPr>
            <a:spLocks noGrp="1"/>
          </p:cNvSpPr>
          <p:nvPr>
            <p:ph type="body" sz="quarter" idx="13" hasCustomPrompt="1"/>
          </p:nvPr>
        </p:nvSpPr>
        <p:spPr>
          <a:xfrm>
            <a:off x="5494122" y="3834403"/>
            <a:ext cx="5232400" cy="768350"/>
          </a:xfrm>
        </p:spPr>
        <p:txBody>
          <a:bodyPr/>
          <a:lstStyle>
            <a:lvl1pPr marL="114300" indent="0" algn="ctr">
              <a:buNone/>
              <a:defRPr>
                <a:solidFill>
                  <a:schemeClr val="bg1"/>
                </a:solidFill>
              </a:defRPr>
            </a:lvl1pPr>
          </a:lstStyle>
          <a:p>
            <a:pPr lvl="0"/>
            <a:r>
              <a:rPr lang="de-DE" dirty="0"/>
              <a:t>Zeit</a:t>
            </a:r>
          </a:p>
          <a:p>
            <a:pPr lvl="0"/>
            <a:r>
              <a:rPr lang="de-DE" dirty="0"/>
              <a:t>Ort</a:t>
            </a:r>
          </a:p>
        </p:txBody>
      </p:sp>
    </p:spTree>
    <p:extLst>
      <p:ext uri="{BB962C8B-B14F-4D97-AF65-F5344CB8AC3E}">
        <p14:creationId xmlns:p14="http://schemas.microsoft.com/office/powerpoint/2010/main" val="116866386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_WARTA">
    <p:spTree>
      <p:nvGrpSpPr>
        <p:cNvPr id="1" name=""/>
        <p:cNvGrpSpPr/>
        <p:nvPr/>
      </p:nvGrpSpPr>
      <p:grpSpPr>
        <a:xfrm>
          <a:off x="0" y="0"/>
          <a:ext cx="0" cy="0"/>
          <a:chOff x="0" y="0"/>
          <a:chExt cx="0" cy="0"/>
        </a:xfrm>
      </p:grpSpPr>
      <p:pic>
        <p:nvPicPr>
          <p:cNvPr id="3" name="Google Shape;558;p51" descr="aaron-burden-UIib0bAvWfs-unsplash.jpg">
            <a:extLst>
              <a:ext uri="{FF2B5EF4-FFF2-40B4-BE49-F238E27FC236}">
                <a16:creationId xmlns:a16="http://schemas.microsoft.com/office/drawing/2014/main" id="{5F514B6A-C30B-C5F5-4F94-892F4564F5F0}"/>
              </a:ext>
            </a:extLst>
          </p:cNvPr>
          <p:cNvPicPr preferRelativeResize="0">
            <a:picLocks noGrp="1" noRot="1" noMove="1" noResize="1" noEditPoints="1" noAdjustHandles="1" noChangeArrowheads="1" noChangeShapeType="1" noCrop="1"/>
          </p:cNvPicPr>
          <p:nvPr userDrawn="1"/>
        </p:nvPicPr>
        <p:blipFill rotWithShape="1">
          <a:blip r:embed="rId2">
            <a:alphaModFix/>
          </a:blip>
          <a:srcRect/>
          <a:stretch/>
        </p:blipFill>
        <p:spPr>
          <a:xfrm>
            <a:off x="1524000" y="0"/>
            <a:ext cx="9144000" cy="6858000"/>
          </a:xfrm>
          <a:prstGeom prst="rect">
            <a:avLst/>
          </a:prstGeom>
          <a:noFill/>
          <a:ln>
            <a:noFill/>
          </a:ln>
        </p:spPr>
      </p:pic>
      <p:sp>
        <p:nvSpPr>
          <p:cNvPr id="4" name="Google Shape;559;p51">
            <a:extLst>
              <a:ext uri="{FF2B5EF4-FFF2-40B4-BE49-F238E27FC236}">
                <a16:creationId xmlns:a16="http://schemas.microsoft.com/office/drawing/2014/main" id="{74352B10-F48A-65A4-861F-4D0C08647147}"/>
              </a:ext>
            </a:extLst>
          </p:cNvPr>
          <p:cNvSpPr/>
          <p:nvPr userDrawn="1"/>
        </p:nvSpPr>
        <p:spPr>
          <a:xfrm>
            <a:off x="5547300" y="1577076"/>
            <a:ext cx="5120700" cy="16077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endParaRPr sz="1400" b="0" i="0" u="none" strike="noStrike" cap="none" dirty="0">
              <a:solidFill>
                <a:srgbClr val="000000"/>
              </a:solidFill>
              <a:latin typeface="Arial"/>
              <a:ea typeface="Arial"/>
              <a:cs typeface="Arial"/>
              <a:sym typeface="Arial"/>
            </a:endParaRPr>
          </a:p>
        </p:txBody>
      </p:sp>
      <p:sp>
        <p:nvSpPr>
          <p:cNvPr id="5" name="Google Shape;560;p51">
            <a:extLst>
              <a:ext uri="{FF2B5EF4-FFF2-40B4-BE49-F238E27FC236}">
                <a16:creationId xmlns:a16="http://schemas.microsoft.com/office/drawing/2014/main" id="{4237855C-70D7-EB70-5B80-E4F2E75BA6DA}"/>
              </a:ext>
            </a:extLst>
          </p:cNvPr>
          <p:cNvSpPr/>
          <p:nvPr userDrawn="1"/>
        </p:nvSpPr>
        <p:spPr>
          <a:xfrm>
            <a:off x="5557750" y="3428999"/>
            <a:ext cx="5120700" cy="1470923"/>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endParaRPr sz="1400" b="0" i="0" u="none" strike="noStrike" cap="none" dirty="0">
              <a:solidFill>
                <a:srgbClr val="000000"/>
              </a:solidFill>
              <a:latin typeface="Arial"/>
              <a:ea typeface="Arial"/>
              <a:cs typeface="Arial"/>
              <a:sym typeface="Arial"/>
            </a:endParaRPr>
          </a:p>
        </p:txBody>
      </p:sp>
      <p:sp>
        <p:nvSpPr>
          <p:cNvPr id="8" name="Text Placeholder 26">
            <a:extLst>
              <a:ext uri="{FF2B5EF4-FFF2-40B4-BE49-F238E27FC236}">
                <a16:creationId xmlns:a16="http://schemas.microsoft.com/office/drawing/2014/main" id="{C64B9234-BA2F-52FC-74ED-BA2B052A70DD}"/>
              </a:ext>
            </a:extLst>
          </p:cNvPr>
          <p:cNvSpPr>
            <a:spLocks noGrp="1"/>
          </p:cNvSpPr>
          <p:nvPr>
            <p:ph type="body" sz="quarter" idx="10" hasCustomPrompt="1"/>
          </p:nvPr>
        </p:nvSpPr>
        <p:spPr>
          <a:xfrm>
            <a:off x="5557750" y="1577076"/>
            <a:ext cx="5120700" cy="708025"/>
          </a:xfrm>
        </p:spPr>
        <p:txBody>
          <a:bodyPr/>
          <a:lstStyle>
            <a:lvl1pPr marL="114300" indent="0" algn="ctr">
              <a:buNone/>
              <a:defRPr sz="3600">
                <a:solidFill>
                  <a:schemeClr val="bg1"/>
                </a:solidFill>
                <a:latin typeface="Corsiva" panose="020B0604020202020204" charset="0"/>
              </a:defRPr>
            </a:lvl1pPr>
          </a:lstStyle>
          <a:p>
            <a:pPr lvl="0"/>
            <a:r>
              <a:rPr lang="de-DE" dirty="0"/>
              <a:t>Seminar </a:t>
            </a:r>
            <a:r>
              <a:rPr lang="de-DE" dirty="0" err="1"/>
              <a:t>Pdt</a:t>
            </a:r>
            <a:r>
              <a:rPr lang="de-DE" dirty="0"/>
              <a:t>. Billy </a:t>
            </a:r>
            <a:r>
              <a:rPr lang="de-DE" dirty="0" err="1"/>
              <a:t>Kristanto</a:t>
            </a:r>
            <a:endParaRPr lang="de-DE" dirty="0"/>
          </a:p>
        </p:txBody>
      </p:sp>
      <p:sp>
        <p:nvSpPr>
          <p:cNvPr id="9" name="Text Placeholder 26">
            <a:extLst>
              <a:ext uri="{FF2B5EF4-FFF2-40B4-BE49-F238E27FC236}">
                <a16:creationId xmlns:a16="http://schemas.microsoft.com/office/drawing/2014/main" id="{40343696-4535-59FE-778B-1666B893C627}"/>
              </a:ext>
            </a:extLst>
          </p:cNvPr>
          <p:cNvSpPr>
            <a:spLocks noGrp="1"/>
          </p:cNvSpPr>
          <p:nvPr>
            <p:ph type="body" sz="quarter" idx="11" hasCustomPrompt="1"/>
          </p:nvPr>
        </p:nvSpPr>
        <p:spPr>
          <a:xfrm>
            <a:off x="5536850" y="3425610"/>
            <a:ext cx="5120700" cy="708025"/>
          </a:xfrm>
        </p:spPr>
        <p:txBody>
          <a:bodyPr/>
          <a:lstStyle>
            <a:lvl1pPr marL="114300" indent="0" algn="ctr">
              <a:buNone/>
              <a:defRPr sz="3600">
                <a:solidFill>
                  <a:schemeClr val="bg1"/>
                </a:solidFill>
                <a:latin typeface="Corsiva" panose="020B0604020202020204" charset="0"/>
              </a:defRPr>
            </a:lvl1pPr>
          </a:lstStyle>
          <a:p>
            <a:pPr lvl="0"/>
            <a:r>
              <a:rPr lang="de-DE" dirty="0" err="1"/>
              <a:t>Seminary</a:t>
            </a:r>
            <a:r>
              <a:rPr lang="de-DE" dirty="0"/>
              <a:t> </a:t>
            </a:r>
            <a:r>
              <a:rPr lang="de-DE" dirty="0" err="1"/>
              <a:t>Pfr</a:t>
            </a:r>
            <a:r>
              <a:rPr lang="de-DE" dirty="0"/>
              <a:t>. Billy </a:t>
            </a:r>
            <a:r>
              <a:rPr lang="de-DE" dirty="0" err="1"/>
              <a:t>Kristanto</a:t>
            </a:r>
            <a:endParaRPr lang="de-DE" dirty="0"/>
          </a:p>
        </p:txBody>
      </p:sp>
      <p:sp>
        <p:nvSpPr>
          <p:cNvPr id="10" name="Text Placeholder 29">
            <a:extLst>
              <a:ext uri="{FF2B5EF4-FFF2-40B4-BE49-F238E27FC236}">
                <a16:creationId xmlns:a16="http://schemas.microsoft.com/office/drawing/2014/main" id="{9BCAE751-925B-8146-DC9A-BACD6F445B72}"/>
              </a:ext>
            </a:extLst>
          </p:cNvPr>
          <p:cNvSpPr>
            <a:spLocks noGrp="1"/>
          </p:cNvSpPr>
          <p:nvPr>
            <p:ph type="body" sz="quarter" idx="12" hasCustomPrompt="1"/>
          </p:nvPr>
        </p:nvSpPr>
        <p:spPr>
          <a:xfrm>
            <a:off x="5547516" y="2285101"/>
            <a:ext cx="5120484" cy="768350"/>
          </a:xfrm>
        </p:spPr>
        <p:txBody>
          <a:bodyPr/>
          <a:lstStyle>
            <a:lvl1pPr marL="114300" indent="0" algn="ctr">
              <a:buNone/>
              <a:defRPr>
                <a:solidFill>
                  <a:schemeClr val="bg1"/>
                </a:solidFill>
              </a:defRPr>
            </a:lvl1pPr>
          </a:lstStyle>
          <a:p>
            <a:pPr lvl="0"/>
            <a:r>
              <a:rPr lang="de-DE" dirty="0" err="1"/>
              <a:t>Waktu</a:t>
            </a:r>
            <a:endParaRPr lang="de-DE" dirty="0"/>
          </a:p>
          <a:p>
            <a:pPr lvl="0"/>
            <a:r>
              <a:rPr lang="de-DE" dirty="0"/>
              <a:t>Tempat</a:t>
            </a:r>
          </a:p>
        </p:txBody>
      </p:sp>
      <p:sp>
        <p:nvSpPr>
          <p:cNvPr id="11" name="Text Placeholder 29">
            <a:extLst>
              <a:ext uri="{FF2B5EF4-FFF2-40B4-BE49-F238E27FC236}">
                <a16:creationId xmlns:a16="http://schemas.microsoft.com/office/drawing/2014/main" id="{5E88F323-8E44-5FE2-1A19-157C3D3D28AA}"/>
              </a:ext>
            </a:extLst>
          </p:cNvPr>
          <p:cNvSpPr>
            <a:spLocks noGrp="1"/>
          </p:cNvSpPr>
          <p:nvPr>
            <p:ph type="body" sz="quarter" idx="13" hasCustomPrompt="1"/>
          </p:nvPr>
        </p:nvSpPr>
        <p:spPr>
          <a:xfrm>
            <a:off x="5526400" y="4121619"/>
            <a:ext cx="5120700" cy="768350"/>
          </a:xfrm>
        </p:spPr>
        <p:txBody>
          <a:bodyPr/>
          <a:lstStyle>
            <a:lvl1pPr marL="114300" indent="0" algn="ctr">
              <a:buNone/>
              <a:defRPr>
                <a:solidFill>
                  <a:schemeClr val="bg1"/>
                </a:solidFill>
              </a:defRPr>
            </a:lvl1pPr>
          </a:lstStyle>
          <a:p>
            <a:pPr lvl="0"/>
            <a:r>
              <a:rPr lang="de-DE" dirty="0"/>
              <a:t>Zeit</a:t>
            </a:r>
          </a:p>
          <a:p>
            <a:pPr lvl="0"/>
            <a:r>
              <a:rPr lang="de-DE" dirty="0"/>
              <a:t>Ort</a:t>
            </a:r>
          </a:p>
        </p:txBody>
      </p:sp>
    </p:spTree>
    <p:extLst>
      <p:ext uri="{BB962C8B-B14F-4D97-AF65-F5344CB8AC3E}">
        <p14:creationId xmlns:p14="http://schemas.microsoft.com/office/powerpoint/2010/main" val="72275335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_WARTA">
    <p:spTree>
      <p:nvGrpSpPr>
        <p:cNvPr id="1" name=""/>
        <p:cNvGrpSpPr/>
        <p:nvPr/>
      </p:nvGrpSpPr>
      <p:grpSpPr>
        <a:xfrm>
          <a:off x="0" y="0"/>
          <a:ext cx="0" cy="0"/>
          <a:chOff x="0" y="0"/>
          <a:chExt cx="0" cy="0"/>
        </a:xfrm>
      </p:grpSpPr>
      <p:pic>
        <p:nvPicPr>
          <p:cNvPr id="2" name="Google Shape;577;g238c28804b7_0_0" descr="akira-hojo-_86u_Y0oAaM-unsplash.jpg">
            <a:extLst>
              <a:ext uri="{FF2B5EF4-FFF2-40B4-BE49-F238E27FC236}">
                <a16:creationId xmlns:a16="http://schemas.microsoft.com/office/drawing/2014/main" id="{7BB6F836-6276-9678-0F0C-7F301C1BAC43}"/>
              </a:ext>
            </a:extLst>
          </p:cNvPr>
          <p:cNvPicPr preferRelativeResize="0">
            <a:picLocks noGrp="1" noRot="1" noMove="1" noResize="1" noEditPoints="1" noAdjustHandles="1" noChangeArrowheads="1" noChangeShapeType="1" noCrop="1"/>
          </p:cNvPicPr>
          <p:nvPr userDrawn="1"/>
        </p:nvPicPr>
        <p:blipFill rotWithShape="1">
          <a:blip r:embed="rId2">
            <a:alphaModFix/>
          </a:blip>
          <a:srcRect l="6852" r="4266"/>
          <a:stretch/>
        </p:blipFill>
        <p:spPr>
          <a:xfrm>
            <a:off x="1524001" y="0"/>
            <a:ext cx="9144000" cy="6858002"/>
          </a:xfrm>
          <a:prstGeom prst="rect">
            <a:avLst/>
          </a:prstGeom>
          <a:noFill/>
          <a:ln>
            <a:noFill/>
          </a:ln>
        </p:spPr>
      </p:pic>
      <p:sp>
        <p:nvSpPr>
          <p:cNvPr id="6" name="Google Shape;578;g238c28804b7_0_0">
            <a:extLst>
              <a:ext uri="{FF2B5EF4-FFF2-40B4-BE49-F238E27FC236}">
                <a16:creationId xmlns:a16="http://schemas.microsoft.com/office/drawing/2014/main" id="{0B1971B2-10F1-8B78-CD6A-872D2D3FF5EC}"/>
              </a:ext>
            </a:extLst>
          </p:cNvPr>
          <p:cNvSpPr>
            <a:spLocks/>
          </p:cNvSpPr>
          <p:nvPr userDrawn="1"/>
        </p:nvSpPr>
        <p:spPr>
          <a:xfrm>
            <a:off x="2905474" y="771861"/>
            <a:ext cx="7762500" cy="2349026"/>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endParaRPr lang="en-US" sz="1400" b="0" i="0" u="none" strike="noStrike" cap="none" dirty="0">
              <a:solidFill>
                <a:srgbClr val="000000"/>
              </a:solidFill>
              <a:latin typeface="Arial"/>
              <a:ea typeface="Arial"/>
              <a:cs typeface="Arial"/>
              <a:sym typeface="Arial"/>
            </a:endParaRPr>
          </a:p>
        </p:txBody>
      </p:sp>
      <p:sp>
        <p:nvSpPr>
          <p:cNvPr id="7" name="Google Shape;579;g238c28804b7_0_0">
            <a:extLst>
              <a:ext uri="{FF2B5EF4-FFF2-40B4-BE49-F238E27FC236}">
                <a16:creationId xmlns:a16="http://schemas.microsoft.com/office/drawing/2014/main" id="{3340BD38-0D34-0DD3-083E-5E4C982134AC}"/>
              </a:ext>
            </a:extLst>
          </p:cNvPr>
          <p:cNvSpPr>
            <a:spLocks noGrp="1" noRot="1" noMove="1" noResize="1" noEditPoints="1" noAdjustHandles="1" noChangeArrowheads="1" noChangeShapeType="1"/>
          </p:cNvSpPr>
          <p:nvPr userDrawn="1"/>
        </p:nvSpPr>
        <p:spPr>
          <a:xfrm>
            <a:off x="2905539" y="3737114"/>
            <a:ext cx="7762500" cy="19878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endParaRPr sz="1400" b="0" i="0" u="none" strike="noStrike" cap="none" dirty="0">
              <a:solidFill>
                <a:srgbClr val="000000"/>
              </a:solidFill>
              <a:latin typeface="Arial"/>
              <a:ea typeface="Arial"/>
              <a:cs typeface="Arial"/>
              <a:sym typeface="Arial"/>
            </a:endParaRPr>
          </a:p>
        </p:txBody>
      </p:sp>
      <p:sp>
        <p:nvSpPr>
          <p:cNvPr id="5" name="Text Placeholder 26">
            <a:extLst>
              <a:ext uri="{FF2B5EF4-FFF2-40B4-BE49-F238E27FC236}">
                <a16:creationId xmlns:a16="http://schemas.microsoft.com/office/drawing/2014/main" id="{B5989618-EE8D-A309-7653-631BA609EA61}"/>
              </a:ext>
            </a:extLst>
          </p:cNvPr>
          <p:cNvSpPr>
            <a:spLocks noGrp="1"/>
          </p:cNvSpPr>
          <p:nvPr>
            <p:ph type="body" sz="quarter" idx="10" hasCustomPrompt="1"/>
          </p:nvPr>
        </p:nvSpPr>
        <p:spPr>
          <a:xfrm>
            <a:off x="2905496" y="1015110"/>
            <a:ext cx="7762460" cy="980941"/>
          </a:xfrm>
        </p:spPr>
        <p:txBody>
          <a:bodyPr/>
          <a:lstStyle>
            <a:lvl1pPr marL="114300" indent="0" algn="ctr">
              <a:buNone/>
              <a:defRPr sz="4000">
                <a:solidFill>
                  <a:schemeClr val="bg1"/>
                </a:solidFill>
                <a:latin typeface="Corsiva" panose="020B0604020202020204" charset="0"/>
              </a:defRPr>
            </a:lvl1pPr>
          </a:lstStyle>
          <a:p>
            <a:pPr lvl="0"/>
            <a:r>
              <a:rPr lang="de-DE" dirty="0" err="1"/>
              <a:t>Ibadah</a:t>
            </a:r>
            <a:r>
              <a:rPr lang="de-DE" dirty="0"/>
              <a:t> </a:t>
            </a:r>
            <a:r>
              <a:rPr lang="de-DE" dirty="0" err="1"/>
              <a:t>Minggu</a:t>
            </a:r>
            <a:endParaRPr lang="de-DE" dirty="0"/>
          </a:p>
        </p:txBody>
      </p:sp>
      <p:sp>
        <p:nvSpPr>
          <p:cNvPr id="8" name="Text Placeholder 26">
            <a:extLst>
              <a:ext uri="{FF2B5EF4-FFF2-40B4-BE49-F238E27FC236}">
                <a16:creationId xmlns:a16="http://schemas.microsoft.com/office/drawing/2014/main" id="{1533D51C-0561-5F1F-FCCD-8256995D7851}"/>
              </a:ext>
            </a:extLst>
          </p:cNvPr>
          <p:cNvSpPr>
            <a:spLocks noGrp="1"/>
          </p:cNvSpPr>
          <p:nvPr>
            <p:ph type="body" sz="quarter" idx="11" hasCustomPrompt="1"/>
          </p:nvPr>
        </p:nvSpPr>
        <p:spPr>
          <a:xfrm>
            <a:off x="2905496" y="3759160"/>
            <a:ext cx="7762459" cy="1058494"/>
          </a:xfrm>
        </p:spPr>
        <p:txBody>
          <a:bodyPr/>
          <a:lstStyle>
            <a:lvl1pPr marL="114300" indent="0" algn="ctr">
              <a:buNone/>
              <a:defRPr sz="4000">
                <a:solidFill>
                  <a:schemeClr val="bg1"/>
                </a:solidFill>
                <a:latin typeface="Corsiva" panose="020B0604020202020204" charset="0"/>
              </a:defRPr>
            </a:lvl1pPr>
          </a:lstStyle>
          <a:p>
            <a:pPr lvl="0"/>
            <a:r>
              <a:rPr lang="de-DE" dirty="0"/>
              <a:t>Sonntagsgottesdienst</a:t>
            </a:r>
          </a:p>
        </p:txBody>
      </p:sp>
      <p:sp>
        <p:nvSpPr>
          <p:cNvPr id="9" name="Text Placeholder 29">
            <a:extLst>
              <a:ext uri="{FF2B5EF4-FFF2-40B4-BE49-F238E27FC236}">
                <a16:creationId xmlns:a16="http://schemas.microsoft.com/office/drawing/2014/main" id="{8ABFA118-4DF0-EF68-D397-3ED8EB97B776}"/>
              </a:ext>
            </a:extLst>
          </p:cNvPr>
          <p:cNvSpPr>
            <a:spLocks noGrp="1"/>
          </p:cNvSpPr>
          <p:nvPr>
            <p:ph type="body" sz="quarter" idx="12" hasCustomPrompt="1"/>
          </p:nvPr>
        </p:nvSpPr>
        <p:spPr>
          <a:xfrm>
            <a:off x="2905495" y="2044788"/>
            <a:ext cx="7762459" cy="832817"/>
          </a:xfrm>
        </p:spPr>
        <p:txBody>
          <a:bodyPr/>
          <a:lstStyle>
            <a:lvl1pPr marL="114300" indent="0" algn="ctr">
              <a:buNone/>
              <a:defRPr>
                <a:solidFill>
                  <a:schemeClr val="bg1"/>
                </a:solidFill>
              </a:defRPr>
            </a:lvl1pPr>
          </a:lstStyle>
          <a:p>
            <a:pPr lvl="0"/>
            <a:r>
              <a:rPr lang="de-DE" dirty="0" err="1"/>
              <a:t>Waktu</a:t>
            </a:r>
            <a:endParaRPr lang="de-DE" dirty="0"/>
          </a:p>
          <a:p>
            <a:pPr lvl="0"/>
            <a:r>
              <a:rPr lang="de-DE" dirty="0"/>
              <a:t>Tempat</a:t>
            </a:r>
          </a:p>
        </p:txBody>
      </p:sp>
      <p:sp>
        <p:nvSpPr>
          <p:cNvPr id="10" name="Text Placeholder 29">
            <a:extLst>
              <a:ext uri="{FF2B5EF4-FFF2-40B4-BE49-F238E27FC236}">
                <a16:creationId xmlns:a16="http://schemas.microsoft.com/office/drawing/2014/main" id="{0C35CC88-21D9-0F7A-6CD6-497149F3BFD6}"/>
              </a:ext>
            </a:extLst>
          </p:cNvPr>
          <p:cNvSpPr>
            <a:spLocks noGrp="1"/>
          </p:cNvSpPr>
          <p:nvPr>
            <p:ph type="body" sz="quarter" idx="13" hasCustomPrompt="1"/>
          </p:nvPr>
        </p:nvSpPr>
        <p:spPr>
          <a:xfrm>
            <a:off x="2905537" y="4887109"/>
            <a:ext cx="7762459" cy="768350"/>
          </a:xfrm>
        </p:spPr>
        <p:txBody>
          <a:bodyPr/>
          <a:lstStyle>
            <a:lvl1pPr marL="114300" indent="0" algn="ctr">
              <a:buNone/>
              <a:defRPr>
                <a:solidFill>
                  <a:schemeClr val="bg1"/>
                </a:solidFill>
              </a:defRPr>
            </a:lvl1pPr>
          </a:lstStyle>
          <a:p>
            <a:pPr lvl="0"/>
            <a:r>
              <a:rPr lang="de-DE" dirty="0"/>
              <a:t>Zeit</a:t>
            </a:r>
          </a:p>
          <a:p>
            <a:pPr lvl="0"/>
            <a:r>
              <a:rPr lang="de-DE" dirty="0"/>
              <a:t>Ort</a:t>
            </a:r>
          </a:p>
        </p:txBody>
      </p:sp>
    </p:spTree>
    <p:extLst>
      <p:ext uri="{BB962C8B-B14F-4D97-AF65-F5344CB8AC3E}">
        <p14:creationId xmlns:p14="http://schemas.microsoft.com/office/powerpoint/2010/main" val="13229246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_WARTA">
    <p:spTree>
      <p:nvGrpSpPr>
        <p:cNvPr id="1" name=""/>
        <p:cNvGrpSpPr/>
        <p:nvPr/>
      </p:nvGrpSpPr>
      <p:grpSpPr>
        <a:xfrm>
          <a:off x="0" y="0"/>
          <a:ext cx="0" cy="0"/>
          <a:chOff x="0" y="0"/>
          <a:chExt cx="0" cy="0"/>
        </a:xfrm>
      </p:grpSpPr>
      <p:pic>
        <p:nvPicPr>
          <p:cNvPr id="2" name="Google Shape;584;g247ebc81067_0_0">
            <a:extLst>
              <a:ext uri="{FF2B5EF4-FFF2-40B4-BE49-F238E27FC236}">
                <a16:creationId xmlns:a16="http://schemas.microsoft.com/office/drawing/2014/main" id="{B0628E7E-AB9C-0D73-F146-F35F3CD1EF35}"/>
              </a:ext>
            </a:extLst>
          </p:cNvPr>
          <p:cNvPicPr preferRelativeResize="0">
            <a:picLocks noGrp="1" noRot="1" noMove="1" noResize="1" noEditPoints="1" noAdjustHandles="1" noChangeArrowheads="1" noChangeShapeType="1" noCrop="1"/>
          </p:cNvPicPr>
          <p:nvPr userDrawn="1"/>
        </p:nvPicPr>
        <p:blipFill rotWithShape="1">
          <a:blip r:embed="rId2">
            <a:alphaModFix amt="74000"/>
          </a:blip>
          <a:srcRect/>
          <a:stretch/>
        </p:blipFill>
        <p:spPr>
          <a:xfrm>
            <a:off x="1524000" y="0"/>
            <a:ext cx="9144000" cy="6857999"/>
          </a:xfrm>
          <a:prstGeom prst="rect">
            <a:avLst/>
          </a:prstGeom>
          <a:noFill/>
          <a:ln>
            <a:noFill/>
          </a:ln>
        </p:spPr>
      </p:pic>
      <p:sp>
        <p:nvSpPr>
          <p:cNvPr id="6" name="Google Shape;585;g247ebc81067_0_0">
            <a:extLst>
              <a:ext uri="{FF2B5EF4-FFF2-40B4-BE49-F238E27FC236}">
                <a16:creationId xmlns:a16="http://schemas.microsoft.com/office/drawing/2014/main" id="{5813634B-C1CF-2576-C8A6-91866D56E4BA}"/>
              </a:ext>
            </a:extLst>
          </p:cNvPr>
          <p:cNvSpPr/>
          <p:nvPr userDrawn="1"/>
        </p:nvSpPr>
        <p:spPr>
          <a:xfrm>
            <a:off x="5479398" y="1205264"/>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
        <p:nvSpPr>
          <p:cNvPr id="7" name="Google Shape;586;g247ebc81067_0_0">
            <a:extLst>
              <a:ext uri="{FF2B5EF4-FFF2-40B4-BE49-F238E27FC236}">
                <a16:creationId xmlns:a16="http://schemas.microsoft.com/office/drawing/2014/main" id="{85D452FD-1D1D-A063-A01C-62E121A92ABC}"/>
              </a:ext>
            </a:extLst>
          </p:cNvPr>
          <p:cNvSpPr/>
          <p:nvPr userDrawn="1"/>
        </p:nvSpPr>
        <p:spPr>
          <a:xfrm>
            <a:off x="5494222" y="3133896"/>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
        <p:nvSpPr>
          <p:cNvPr id="3" name="Text Placeholder 26">
            <a:extLst>
              <a:ext uri="{FF2B5EF4-FFF2-40B4-BE49-F238E27FC236}">
                <a16:creationId xmlns:a16="http://schemas.microsoft.com/office/drawing/2014/main" id="{26E36A7A-50BC-A8A4-8B3A-26639B00E718}"/>
              </a:ext>
            </a:extLst>
          </p:cNvPr>
          <p:cNvSpPr>
            <a:spLocks noGrp="1"/>
          </p:cNvSpPr>
          <p:nvPr>
            <p:ph type="body" sz="quarter" idx="10" hasCustomPrompt="1"/>
          </p:nvPr>
        </p:nvSpPr>
        <p:spPr>
          <a:xfrm>
            <a:off x="5494122" y="1239305"/>
            <a:ext cx="5232400" cy="708025"/>
          </a:xfrm>
        </p:spPr>
        <p:txBody>
          <a:bodyPr/>
          <a:lstStyle>
            <a:lvl1pPr marL="114300" indent="0" algn="ctr">
              <a:buNone/>
              <a:defRPr sz="4000">
                <a:solidFill>
                  <a:schemeClr val="bg1"/>
                </a:solidFill>
                <a:latin typeface="Corsiva" panose="020B0604020202020204" charset="0"/>
              </a:defRPr>
            </a:lvl1pPr>
          </a:lstStyle>
          <a:p>
            <a:pPr lvl="0"/>
            <a:r>
              <a:rPr lang="de-DE" dirty="0" err="1"/>
              <a:t>Sekolah</a:t>
            </a:r>
            <a:r>
              <a:rPr lang="de-DE" dirty="0"/>
              <a:t> </a:t>
            </a:r>
            <a:r>
              <a:rPr lang="de-DE" dirty="0" err="1"/>
              <a:t>Minggu</a:t>
            </a:r>
            <a:endParaRPr lang="de-DE" dirty="0"/>
          </a:p>
        </p:txBody>
      </p:sp>
      <p:sp>
        <p:nvSpPr>
          <p:cNvPr id="4" name="Text Placeholder 26">
            <a:extLst>
              <a:ext uri="{FF2B5EF4-FFF2-40B4-BE49-F238E27FC236}">
                <a16:creationId xmlns:a16="http://schemas.microsoft.com/office/drawing/2014/main" id="{9A6ED105-63CE-8830-117F-294EF966FD17}"/>
              </a:ext>
            </a:extLst>
          </p:cNvPr>
          <p:cNvSpPr>
            <a:spLocks noGrp="1"/>
          </p:cNvSpPr>
          <p:nvPr>
            <p:ph type="body" sz="quarter" idx="11" hasCustomPrompt="1"/>
          </p:nvPr>
        </p:nvSpPr>
        <p:spPr>
          <a:xfrm>
            <a:off x="5494122" y="3133896"/>
            <a:ext cx="5232400" cy="708025"/>
          </a:xfrm>
        </p:spPr>
        <p:txBody>
          <a:bodyPr/>
          <a:lstStyle>
            <a:lvl1pPr marL="114300" indent="0" algn="ctr">
              <a:buNone/>
              <a:defRPr sz="4000">
                <a:solidFill>
                  <a:schemeClr val="bg1"/>
                </a:solidFill>
                <a:latin typeface="Corsiva" panose="020B0604020202020204" charset="0"/>
              </a:defRPr>
            </a:lvl1pPr>
          </a:lstStyle>
          <a:p>
            <a:pPr lvl="0"/>
            <a:r>
              <a:rPr lang="de-DE" dirty="0"/>
              <a:t>Sonntagsschule</a:t>
            </a:r>
          </a:p>
        </p:txBody>
      </p:sp>
      <p:sp>
        <p:nvSpPr>
          <p:cNvPr id="5" name="Text Placeholder 29">
            <a:extLst>
              <a:ext uri="{FF2B5EF4-FFF2-40B4-BE49-F238E27FC236}">
                <a16:creationId xmlns:a16="http://schemas.microsoft.com/office/drawing/2014/main" id="{4E640DE2-3F21-FEA7-765A-0FDE332A79A4}"/>
              </a:ext>
            </a:extLst>
          </p:cNvPr>
          <p:cNvSpPr>
            <a:spLocks noGrp="1"/>
          </p:cNvSpPr>
          <p:nvPr>
            <p:ph type="body" sz="quarter" idx="12" hasCustomPrompt="1"/>
          </p:nvPr>
        </p:nvSpPr>
        <p:spPr>
          <a:xfrm>
            <a:off x="5494122" y="2058855"/>
            <a:ext cx="5232400" cy="768350"/>
          </a:xfrm>
        </p:spPr>
        <p:txBody>
          <a:bodyPr/>
          <a:lstStyle>
            <a:lvl1pPr marL="114300" indent="0" algn="ctr">
              <a:buNone/>
              <a:defRPr>
                <a:solidFill>
                  <a:schemeClr val="bg1"/>
                </a:solidFill>
              </a:defRPr>
            </a:lvl1pPr>
          </a:lstStyle>
          <a:p>
            <a:pPr lvl="0"/>
            <a:r>
              <a:rPr lang="de-DE" dirty="0" err="1"/>
              <a:t>Waktu</a:t>
            </a:r>
            <a:endParaRPr lang="de-DE" dirty="0"/>
          </a:p>
          <a:p>
            <a:pPr lvl="0"/>
            <a:r>
              <a:rPr lang="de-DE" dirty="0"/>
              <a:t>Tempat</a:t>
            </a:r>
          </a:p>
        </p:txBody>
      </p:sp>
      <p:sp>
        <p:nvSpPr>
          <p:cNvPr id="8" name="Text Placeholder 29">
            <a:extLst>
              <a:ext uri="{FF2B5EF4-FFF2-40B4-BE49-F238E27FC236}">
                <a16:creationId xmlns:a16="http://schemas.microsoft.com/office/drawing/2014/main" id="{9B4A3C71-1E5B-7DEF-E029-5B3B8680915E}"/>
              </a:ext>
            </a:extLst>
          </p:cNvPr>
          <p:cNvSpPr>
            <a:spLocks noGrp="1"/>
          </p:cNvSpPr>
          <p:nvPr>
            <p:ph type="body" sz="quarter" idx="13" hasCustomPrompt="1"/>
          </p:nvPr>
        </p:nvSpPr>
        <p:spPr>
          <a:xfrm>
            <a:off x="5494122" y="3916583"/>
            <a:ext cx="5232400" cy="768350"/>
          </a:xfrm>
        </p:spPr>
        <p:txBody>
          <a:bodyPr/>
          <a:lstStyle>
            <a:lvl1pPr marL="114300" indent="0" algn="ctr">
              <a:buNone/>
              <a:defRPr>
                <a:solidFill>
                  <a:schemeClr val="bg1"/>
                </a:solidFill>
              </a:defRPr>
            </a:lvl1pPr>
          </a:lstStyle>
          <a:p>
            <a:pPr lvl="0"/>
            <a:r>
              <a:rPr lang="de-DE" dirty="0"/>
              <a:t>Zeit</a:t>
            </a:r>
          </a:p>
          <a:p>
            <a:pPr lvl="0"/>
            <a:r>
              <a:rPr lang="de-DE" dirty="0"/>
              <a:t>Ort</a:t>
            </a:r>
          </a:p>
        </p:txBody>
      </p:sp>
    </p:spTree>
    <p:extLst>
      <p:ext uri="{BB962C8B-B14F-4D97-AF65-F5344CB8AC3E}">
        <p14:creationId xmlns:p14="http://schemas.microsoft.com/office/powerpoint/2010/main" val="13015416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_WARTA">
    <p:spTree>
      <p:nvGrpSpPr>
        <p:cNvPr id="1" name=""/>
        <p:cNvGrpSpPr/>
        <p:nvPr/>
      </p:nvGrpSpPr>
      <p:grpSpPr>
        <a:xfrm>
          <a:off x="0" y="0"/>
          <a:ext cx="0" cy="0"/>
          <a:chOff x="0" y="0"/>
          <a:chExt cx="0" cy="0"/>
        </a:xfrm>
      </p:grpSpPr>
      <p:pic>
        <p:nvPicPr>
          <p:cNvPr id="4" name="Google Shape;610;g23c4c92a5cf_0_24">
            <a:extLst>
              <a:ext uri="{FF2B5EF4-FFF2-40B4-BE49-F238E27FC236}">
                <a16:creationId xmlns:a16="http://schemas.microsoft.com/office/drawing/2014/main" id="{EBFC647D-0F46-888D-279E-4A8602F1E524}"/>
              </a:ext>
            </a:extLst>
          </p:cNvPr>
          <p:cNvPicPr preferRelativeResize="0">
            <a:picLocks noGrp="1" noRot="1" noMove="1" noResize="1" noEditPoints="1" noAdjustHandles="1" noChangeArrowheads="1" noChangeShapeType="1" noCrop="1"/>
          </p:cNvPicPr>
          <p:nvPr userDrawn="1"/>
        </p:nvPicPr>
        <p:blipFill rotWithShape="1">
          <a:blip r:embed="rId2">
            <a:alphaModFix amt="64000"/>
            <a:extLst>
              <a:ext uri="{BEBA8EAE-BF5A-486C-A8C5-ECC9F3942E4B}">
                <a14:imgProps xmlns:a14="http://schemas.microsoft.com/office/drawing/2010/main">
                  <a14:imgLayer r:embed="rId3">
                    <a14:imgEffect>
                      <a14:brightnessContrast bright="20000" contrast="-40000"/>
                    </a14:imgEffect>
                  </a14:imgLayer>
                </a14:imgProps>
              </a:ext>
            </a:extLst>
          </a:blip>
          <a:srcRect/>
          <a:stretch/>
        </p:blipFill>
        <p:spPr>
          <a:xfrm>
            <a:off x="1524000" y="0"/>
            <a:ext cx="9144000" cy="6858000"/>
          </a:xfrm>
          <a:prstGeom prst="rect">
            <a:avLst/>
          </a:prstGeom>
          <a:noFill/>
          <a:ln>
            <a:noFill/>
          </a:ln>
        </p:spPr>
      </p:pic>
      <p:sp>
        <p:nvSpPr>
          <p:cNvPr id="9" name="Google Shape;613;g23c4c92a5cf_0_24">
            <a:extLst>
              <a:ext uri="{FF2B5EF4-FFF2-40B4-BE49-F238E27FC236}">
                <a16:creationId xmlns:a16="http://schemas.microsoft.com/office/drawing/2014/main" id="{21C1CF7C-B74B-6F48-A274-F6CF29860A7D}"/>
              </a:ext>
            </a:extLst>
          </p:cNvPr>
          <p:cNvSpPr/>
          <p:nvPr userDrawn="1"/>
        </p:nvSpPr>
        <p:spPr>
          <a:xfrm>
            <a:off x="6314185" y="1714488"/>
            <a:ext cx="142800" cy="642900"/>
          </a:xfrm>
          <a:prstGeom prst="rightBrace">
            <a:avLst>
              <a:gd name="adj1" fmla="val 8333"/>
              <a:gd name="adj2" fmla="val 50000"/>
            </a:avLst>
          </a:prstGeom>
          <a:noFill/>
          <a:ln w="2857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10" name="Google Shape;614;g23c4c92a5cf_0_24">
            <a:extLst>
              <a:ext uri="{FF2B5EF4-FFF2-40B4-BE49-F238E27FC236}">
                <a16:creationId xmlns:a16="http://schemas.microsoft.com/office/drawing/2014/main" id="{78BB9530-CBFE-8437-79A0-FDD0A8238B27}"/>
              </a:ext>
            </a:extLst>
          </p:cNvPr>
          <p:cNvSpPr txBox="1"/>
          <p:nvPr userDrawn="1"/>
        </p:nvSpPr>
        <p:spPr>
          <a:xfrm>
            <a:off x="6475318" y="1766064"/>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11" name="Google Shape;615;g23c4c92a5cf_0_24">
            <a:extLst>
              <a:ext uri="{FF2B5EF4-FFF2-40B4-BE49-F238E27FC236}">
                <a16:creationId xmlns:a16="http://schemas.microsoft.com/office/drawing/2014/main" id="{184A50BE-44CC-D73D-F12F-F9CB0F2C01A1}"/>
              </a:ext>
            </a:extLst>
          </p:cNvPr>
          <p:cNvSpPr/>
          <p:nvPr userDrawn="1"/>
        </p:nvSpPr>
        <p:spPr>
          <a:xfrm>
            <a:off x="6419790" y="4888342"/>
            <a:ext cx="214200" cy="1063200"/>
          </a:xfrm>
          <a:prstGeom prst="rightBrace">
            <a:avLst>
              <a:gd name="adj1" fmla="val 8333"/>
              <a:gd name="adj2" fmla="val 50000"/>
            </a:avLst>
          </a:prstGeom>
          <a:noFill/>
          <a:ln w="3810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12" name="Google Shape;616;g23c4c92a5cf_0_24">
            <a:extLst>
              <a:ext uri="{FF2B5EF4-FFF2-40B4-BE49-F238E27FC236}">
                <a16:creationId xmlns:a16="http://schemas.microsoft.com/office/drawing/2014/main" id="{D58780D2-3A91-BE61-4E67-C3886CD16867}"/>
              </a:ext>
            </a:extLst>
          </p:cNvPr>
          <p:cNvSpPr txBox="1"/>
          <p:nvPr userDrawn="1"/>
        </p:nvSpPr>
        <p:spPr>
          <a:xfrm>
            <a:off x="6662805" y="5179133"/>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13" name="TextBox 12">
            <a:extLst>
              <a:ext uri="{FF2B5EF4-FFF2-40B4-BE49-F238E27FC236}">
                <a16:creationId xmlns:a16="http://schemas.microsoft.com/office/drawing/2014/main" id="{7CA87F22-84EE-F298-AC11-1B6A767E2823}"/>
              </a:ext>
            </a:extLst>
          </p:cNvPr>
          <p:cNvSpPr txBox="1"/>
          <p:nvPr userDrawn="1"/>
        </p:nvSpPr>
        <p:spPr>
          <a:xfrm>
            <a:off x="1981200" y="1692276"/>
            <a:ext cx="4216400" cy="4914166"/>
          </a:xfrm>
          <a:prstGeom prst="rect">
            <a:avLst/>
          </a:prstGeom>
          <a:noFill/>
        </p:spPr>
        <p:txBody>
          <a:bodyPr wrap="square" rtlCol="0">
            <a:spAutoFit/>
          </a:bodyPr>
          <a:lstStyle/>
          <a:p>
            <a:pPr marL="342900" lvl="0" indent="-342900" algn="l" rtl="0">
              <a:lnSpc>
                <a:spcPct val="100000"/>
              </a:lnSpc>
              <a:spcBef>
                <a:spcPts val="0"/>
              </a:spcBef>
              <a:spcAft>
                <a:spcPts val="0"/>
              </a:spcAft>
              <a:buClr>
                <a:srgbClr val="000000"/>
              </a:buClr>
              <a:buSzPts val="2000"/>
              <a:buNone/>
            </a:pPr>
            <a:r>
              <a:rPr lang="en-US" sz="1800" dirty="0">
                <a:solidFill>
                  <a:srgbClr val="000000"/>
                </a:solidFill>
              </a:rPr>
              <a:t>Happy birthday sister/brother</a:t>
            </a:r>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Today is your big day, we all love you</a:t>
            </a:r>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Be glorified, the name of the Lord</a:t>
            </a:r>
            <a:endParaRPr lang="en-US" sz="1800" dirty="0"/>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In everything of your life, </a:t>
            </a:r>
            <a:endParaRPr lang="en-US" sz="1800" dirty="0"/>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we wish you in His name</a:t>
            </a:r>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You‘re a part of body of Christ</a:t>
            </a:r>
            <a:endParaRPr lang="en-US" sz="1800" dirty="0"/>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We really care of you</a:t>
            </a:r>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We love you in His name, yes we do</a:t>
            </a:r>
            <a:endParaRPr lang="en-US" sz="1800" dirty="0"/>
          </a:p>
          <a:p>
            <a:pPr marL="342900" lvl="0" indent="-342900" algn="l" rtl="0">
              <a:lnSpc>
                <a:spcPct val="100000"/>
              </a:lnSpc>
              <a:spcBef>
                <a:spcPts val="400"/>
              </a:spcBef>
              <a:spcAft>
                <a:spcPts val="0"/>
              </a:spcAft>
              <a:buSzPts val="2000"/>
              <a:buNone/>
            </a:pPr>
            <a:endParaRPr lang="en-US" sz="1800" dirty="0">
              <a:solidFill>
                <a:srgbClr val="000000"/>
              </a:solidFill>
            </a:endParaRPr>
          </a:p>
          <a:p>
            <a:pPr marL="342900" lvl="0" indent="-342900" algn="l" rtl="0">
              <a:lnSpc>
                <a:spcPct val="100000"/>
              </a:lnSpc>
              <a:spcBef>
                <a:spcPts val="400"/>
              </a:spcBef>
              <a:spcAft>
                <a:spcPts val="0"/>
              </a:spcAft>
              <a:buSzPts val="2000"/>
              <a:buNone/>
            </a:pPr>
            <a:endParaRPr lang="en-US" sz="1800" dirty="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Happy birthday, happy birthday to you</a:t>
            </a:r>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You are my sister/brother</a:t>
            </a:r>
          </a:p>
          <a:p>
            <a:pPr marL="342900" lvl="0" indent="-342900" algn="l" rtl="0">
              <a:lnSpc>
                <a:spcPct val="100000"/>
              </a:lnSpc>
              <a:spcBef>
                <a:spcPts val="400"/>
              </a:spcBef>
              <a:spcAft>
                <a:spcPts val="0"/>
              </a:spcAft>
              <a:buClr>
                <a:srgbClr val="000000"/>
              </a:buClr>
              <a:buSzPts val="2000"/>
              <a:buNone/>
            </a:pPr>
            <a:r>
              <a:rPr lang="en-US" sz="1800" dirty="0">
                <a:solidFill>
                  <a:srgbClr val="000000"/>
                </a:solidFill>
              </a:rPr>
              <a:t>Happy birthday, happy birthday to you</a:t>
            </a:r>
          </a:p>
          <a:p>
            <a:pPr marL="342900" lvl="0" indent="-342900" algn="l" rtl="0">
              <a:lnSpc>
                <a:spcPct val="100000"/>
              </a:lnSpc>
              <a:spcBef>
                <a:spcPts val="400"/>
              </a:spcBef>
              <a:spcAft>
                <a:spcPts val="0"/>
              </a:spcAft>
              <a:buSzPts val="2000"/>
              <a:buNone/>
            </a:pPr>
            <a:endParaRPr lang="en-US" sz="1800" dirty="0">
              <a:solidFill>
                <a:srgbClr val="000000"/>
              </a:solidFill>
            </a:endParaRPr>
          </a:p>
          <a:p>
            <a:endParaRPr lang="de-DE" sz="1800" dirty="0"/>
          </a:p>
        </p:txBody>
      </p:sp>
      <p:sp>
        <p:nvSpPr>
          <p:cNvPr id="16" name="TextBox 15">
            <a:extLst>
              <a:ext uri="{FF2B5EF4-FFF2-40B4-BE49-F238E27FC236}">
                <a16:creationId xmlns:a16="http://schemas.microsoft.com/office/drawing/2014/main" id="{ADBF4BDF-7DDA-7B96-38BD-F01A0CA4FB12}"/>
              </a:ext>
            </a:extLst>
          </p:cNvPr>
          <p:cNvSpPr txBox="1"/>
          <p:nvPr userDrawn="1"/>
        </p:nvSpPr>
        <p:spPr>
          <a:xfrm>
            <a:off x="1524000" y="175491"/>
            <a:ext cx="9144000" cy="923330"/>
          </a:xfrm>
          <a:prstGeom prst="rect">
            <a:avLst/>
          </a:prstGeom>
          <a:noFill/>
        </p:spPr>
        <p:txBody>
          <a:bodyPr wrap="square" rtlCol="0">
            <a:spAutoFit/>
          </a:bodyPr>
          <a:lstStyle/>
          <a:p>
            <a:pPr algn="ctr"/>
            <a:r>
              <a:rPr lang="de-DE" sz="5400" dirty="0">
                <a:latin typeface="Corsiva" panose="020B0604020202020204" charset="0"/>
              </a:rPr>
              <a:t>Happy Birthday</a:t>
            </a:r>
          </a:p>
        </p:txBody>
      </p:sp>
    </p:spTree>
    <p:extLst>
      <p:ext uri="{BB962C8B-B14F-4D97-AF65-F5344CB8AC3E}">
        <p14:creationId xmlns:p14="http://schemas.microsoft.com/office/powerpoint/2010/main" val="199289298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_WART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0366A0A-7403-E70C-F0CE-C896606A7A74}"/>
              </a:ext>
            </a:extLst>
          </p:cNvPr>
          <p:cNvSpPr>
            <a:spLocks noGrp="1"/>
          </p:cNvSpPr>
          <p:nvPr>
            <p:ph type="sldNum" idx="10"/>
          </p:nvPr>
        </p:nvSpPr>
        <p:spPr/>
        <p:txBody>
          <a:bodyPr/>
          <a:lstStyle/>
          <a:p>
            <a:pPr marL="0" lvl="0" indent="0" algn="r" rtl="0">
              <a:spcBef>
                <a:spcPts val="0"/>
              </a:spcBef>
              <a:spcAft>
                <a:spcPts val="0"/>
              </a:spcAft>
              <a:buNone/>
            </a:pPr>
            <a:endParaRPr lang="en-US" dirty="0"/>
          </a:p>
        </p:txBody>
      </p:sp>
      <p:pic>
        <p:nvPicPr>
          <p:cNvPr id="4" name="Google Shape;621;p70" descr="Ein Bild, das Himmel, Person, draußen, Gruppe enthält.&#10;&#10;Automatisch generierte Beschreibung">
            <a:extLst>
              <a:ext uri="{FF2B5EF4-FFF2-40B4-BE49-F238E27FC236}">
                <a16:creationId xmlns:a16="http://schemas.microsoft.com/office/drawing/2014/main" id="{D3D997F3-9E66-7028-4F57-1D65ABE916D9}"/>
              </a:ext>
            </a:extLst>
          </p:cNvPr>
          <p:cNvPicPr preferRelativeResize="0"/>
          <p:nvPr userDrawn="1"/>
        </p:nvPicPr>
        <p:blipFill rotWithShape="1">
          <a:blip r:embed="rId2">
            <a:alphaModFix/>
          </a:blip>
          <a:srcRect l="3207" t="47418" r="5031" b="3926"/>
          <a:stretch/>
        </p:blipFill>
        <p:spPr>
          <a:xfrm>
            <a:off x="1524000" y="-115576"/>
            <a:ext cx="9144000" cy="6857999"/>
          </a:xfrm>
          <a:prstGeom prst="rect">
            <a:avLst/>
          </a:prstGeom>
          <a:noFill/>
          <a:ln>
            <a:noFill/>
          </a:ln>
        </p:spPr>
      </p:pic>
      <p:sp>
        <p:nvSpPr>
          <p:cNvPr id="5" name="Google Shape;622;p70">
            <a:extLst>
              <a:ext uri="{FF2B5EF4-FFF2-40B4-BE49-F238E27FC236}">
                <a16:creationId xmlns:a16="http://schemas.microsoft.com/office/drawing/2014/main" id="{6AAA839C-D067-6CDB-CBAF-16114B8619AD}"/>
              </a:ext>
            </a:extLst>
          </p:cNvPr>
          <p:cNvSpPr/>
          <p:nvPr userDrawn="1"/>
        </p:nvSpPr>
        <p:spPr>
          <a:xfrm>
            <a:off x="4998720" y="4564912"/>
            <a:ext cx="5669280" cy="2041452"/>
          </a:xfrm>
          <a:prstGeom prst="rect">
            <a:avLst/>
          </a:prstGeom>
          <a:solidFill>
            <a:schemeClr val="dk1">
              <a:alpha val="45098"/>
            </a:schemeClr>
          </a:solidFill>
          <a:ln>
            <a:noFill/>
          </a:ln>
          <a:effectLst>
            <a:outerShdw blurRad="40000" dist="23000" dir="5400000" rotWithShape="0">
              <a:srgbClr val="000000">
                <a:alpha val="27058"/>
              </a:srgbClr>
            </a:outerShdw>
          </a:effectLst>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4400"/>
              <a:buFont typeface="Arial"/>
              <a:buNone/>
            </a:pPr>
            <a:r>
              <a:rPr lang="en-US" sz="4400" b="0" i="0" u="none" strike="noStrike" cap="none" dirty="0">
                <a:solidFill>
                  <a:srgbClr val="000000"/>
                </a:solidFill>
                <a:latin typeface="Corsiva"/>
                <a:ea typeface="Corsiva"/>
                <a:cs typeface="Corsiva"/>
                <a:sym typeface="Corsiva"/>
              </a:rPr>
              <a:t>		</a:t>
            </a:r>
            <a:r>
              <a:rPr lang="en-US" sz="4400" b="0" i="0" u="none" strike="noStrike" cap="none" dirty="0" err="1">
                <a:solidFill>
                  <a:srgbClr val="000000"/>
                </a:solidFill>
                <a:latin typeface="Corsiva"/>
                <a:ea typeface="Corsiva"/>
                <a:cs typeface="Corsiva"/>
                <a:sym typeface="Corsiva"/>
              </a:rPr>
              <a:t>Kaffezeit</a:t>
            </a:r>
            <a:r>
              <a:rPr lang="en-US" sz="4400" b="0" i="0" u="none" strike="noStrike" cap="none" dirty="0">
                <a:solidFill>
                  <a:srgbClr val="000000"/>
                </a:solidFill>
                <a:latin typeface="Corsiva"/>
                <a:ea typeface="Corsiva"/>
                <a:cs typeface="Corsiva"/>
                <a:sym typeface="Corsiva"/>
              </a:rPr>
              <a:t>!	</a:t>
            </a:r>
            <a:endParaRPr sz="14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5280274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28F65-79F8-E7FC-7A0C-FB16C1D0983F}"/>
              </a:ext>
            </a:extLst>
          </p:cNvPr>
          <p:cNvSpPr>
            <a:spLocks noGrp="1"/>
          </p:cNvSpPr>
          <p:nvPr>
            <p:ph type="title"/>
          </p:nvPr>
        </p:nvSpPr>
        <p:spPr/>
        <p:txBody>
          <a:bodyPr/>
          <a:lstStyle/>
          <a:p>
            <a:r>
              <a:rPr lang="en-US"/>
              <a:t>Click to edit Master title style</a:t>
            </a:r>
            <a:endParaRPr lang="de-DE"/>
          </a:p>
        </p:txBody>
      </p:sp>
      <p:sp>
        <p:nvSpPr>
          <p:cNvPr id="3" name="Slide Number Placeholder 2">
            <a:extLst>
              <a:ext uri="{FF2B5EF4-FFF2-40B4-BE49-F238E27FC236}">
                <a16:creationId xmlns:a16="http://schemas.microsoft.com/office/drawing/2014/main" id="{786D42F8-2AD6-9BDB-05F8-07519BF547EC}"/>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453973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VER_2">
    <p:bg>
      <p:bgPr>
        <a:solidFill>
          <a:srgbClr val="360606"/>
        </a:solidFill>
        <a:effectLst/>
      </p:bgPr>
    </p:bg>
    <p:spTree>
      <p:nvGrpSpPr>
        <p:cNvPr id="1" name=""/>
        <p:cNvGrpSpPr/>
        <p:nvPr/>
      </p:nvGrpSpPr>
      <p:grpSpPr>
        <a:xfrm>
          <a:off x="0" y="0"/>
          <a:ext cx="0" cy="0"/>
          <a:chOff x="0" y="0"/>
          <a:chExt cx="0" cy="0"/>
        </a:xfrm>
      </p:grpSpPr>
      <p:sp>
        <p:nvSpPr>
          <p:cNvPr id="4" name="Google Shape;16;p87">
            <a:extLst>
              <a:ext uri="{FF2B5EF4-FFF2-40B4-BE49-F238E27FC236}">
                <a16:creationId xmlns:a16="http://schemas.microsoft.com/office/drawing/2014/main" id="{07B285F8-41C1-DA9C-D675-7BC21A142D9F}"/>
              </a:ext>
            </a:extLst>
          </p:cNvPr>
          <p:cNvSpPr txBox="1"/>
          <p:nvPr userDrawn="1"/>
        </p:nvSpPr>
        <p:spPr>
          <a:xfrm>
            <a:off x="415600" y="3870118"/>
            <a:ext cx="11360800" cy="11948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FFFFFF"/>
              </a:buClr>
              <a:buSzPts val="5200"/>
              <a:buFont typeface="Arial"/>
              <a:buNone/>
            </a:pPr>
            <a:r>
              <a:rPr lang="en-US" sz="3200" b="1" i="0" u="none" strike="noStrike" cap="none" dirty="0">
                <a:solidFill>
                  <a:srgbClr val="FFFFFF"/>
                </a:solidFill>
                <a:latin typeface="Roboto Condensed"/>
                <a:ea typeface="Roboto Condensed"/>
                <a:cs typeface="Roboto Condensed"/>
                <a:sym typeface="Roboto Condensed"/>
              </a:rPr>
              <a:t>International Reformed Evangelical Church Hamburg</a:t>
            </a:r>
            <a:endParaRPr sz="3200" b="1" i="0" u="none" strike="noStrike" cap="none" dirty="0">
              <a:solidFill>
                <a:srgbClr val="FFFFFF"/>
              </a:solidFill>
              <a:latin typeface="Roboto Condensed"/>
              <a:ea typeface="Roboto Condensed"/>
              <a:cs typeface="Roboto Condensed"/>
              <a:sym typeface="Roboto Condensed"/>
            </a:endParaRPr>
          </a:p>
        </p:txBody>
      </p:sp>
      <p:pic>
        <p:nvPicPr>
          <p:cNvPr id="5" name="Google Shape;17;p87">
            <a:extLst>
              <a:ext uri="{FF2B5EF4-FFF2-40B4-BE49-F238E27FC236}">
                <a16:creationId xmlns:a16="http://schemas.microsoft.com/office/drawing/2014/main" id="{B444B406-00F0-E1A2-062F-EC6C96D99C3E}"/>
              </a:ext>
            </a:extLst>
          </p:cNvPr>
          <p:cNvPicPr preferRelativeResize="0"/>
          <p:nvPr userDrawn="1"/>
        </p:nvPicPr>
        <p:blipFill rotWithShape="1">
          <a:blip r:embed="rId2">
            <a:alphaModFix/>
          </a:blip>
          <a:srcRect/>
          <a:stretch/>
        </p:blipFill>
        <p:spPr>
          <a:xfrm>
            <a:off x="4114034" y="658862"/>
            <a:ext cx="3963932" cy="3963932"/>
          </a:xfrm>
          <a:prstGeom prst="rect">
            <a:avLst/>
          </a:prstGeom>
          <a:noFill/>
          <a:ln>
            <a:noFill/>
          </a:ln>
        </p:spPr>
      </p:pic>
      <p:sp>
        <p:nvSpPr>
          <p:cNvPr id="9" name="Text Placeholder 8">
            <a:extLst>
              <a:ext uri="{FF2B5EF4-FFF2-40B4-BE49-F238E27FC236}">
                <a16:creationId xmlns:a16="http://schemas.microsoft.com/office/drawing/2014/main" id="{1FEF26B0-DADB-6E8A-3F4F-040F0C3AF6FB}"/>
              </a:ext>
            </a:extLst>
          </p:cNvPr>
          <p:cNvSpPr>
            <a:spLocks noGrp="1"/>
          </p:cNvSpPr>
          <p:nvPr>
            <p:ph type="body" sz="quarter" idx="10"/>
          </p:nvPr>
        </p:nvSpPr>
        <p:spPr>
          <a:xfrm>
            <a:off x="2907323" y="4947688"/>
            <a:ext cx="6377354" cy="914400"/>
          </a:xfrm>
        </p:spPr>
        <p:txBody>
          <a:bodyPr/>
          <a:lstStyle>
            <a:lvl1pPr marL="114300" indent="0" algn="ctr">
              <a:buNone/>
              <a:defRPr sz="2800">
                <a:solidFill>
                  <a:schemeClr val="tx1"/>
                </a:solidFill>
                <a:latin typeface="Roboto" panose="02000000000000000000" pitchFamily="2" charset="0"/>
                <a:ea typeface="Roboto" panose="02000000000000000000" pitchFamily="2" charset="0"/>
                <a:cs typeface="Arial" panose="020B0604020202020204" pitchFamily="34" charset="0"/>
              </a:defRPr>
            </a:lvl1pPr>
          </a:lstStyle>
          <a:p>
            <a:pPr lvl="0"/>
            <a:endParaRPr lang="de-DE" dirty="0"/>
          </a:p>
        </p:txBody>
      </p:sp>
    </p:spTree>
    <p:extLst>
      <p:ext uri="{BB962C8B-B14F-4D97-AF65-F5344CB8AC3E}">
        <p14:creationId xmlns:p14="http://schemas.microsoft.com/office/powerpoint/2010/main" val="32071699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AB227-800A-43F3-7319-2C09D1868740}"/>
              </a:ext>
            </a:extLst>
          </p:cNvPr>
          <p:cNvSpPr>
            <a:spLocks noGrp="1"/>
          </p:cNvSpPr>
          <p:nvPr>
            <p:ph type="title"/>
          </p:nvPr>
        </p:nvSpPr>
        <p:spPr/>
        <p:txBody>
          <a:bodyPr/>
          <a:lstStyle/>
          <a:p>
            <a:r>
              <a:rPr lang="en-US"/>
              <a:t>Click to edit Master title style</a:t>
            </a:r>
            <a:endParaRPr lang="de-DE"/>
          </a:p>
        </p:txBody>
      </p:sp>
      <p:sp>
        <p:nvSpPr>
          <p:cNvPr id="3" name="Slide Number Placeholder 2">
            <a:extLst>
              <a:ext uri="{FF2B5EF4-FFF2-40B4-BE49-F238E27FC236}">
                <a16:creationId xmlns:a16="http://schemas.microsoft.com/office/drawing/2014/main" id="{DE30E605-D520-989B-CFD9-E8E4E4A846E0}"/>
              </a:ext>
            </a:extLst>
          </p:cNvPr>
          <p:cNvSpPr>
            <a:spLocks noGrp="1"/>
          </p:cNvSpPr>
          <p:nvPr>
            <p:ph type="sldNum" idx="10"/>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11464956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spTree>
      <p:nvGrpSpPr>
        <p:cNvPr id="1" name="Shape 32"/>
        <p:cNvGrpSpPr/>
        <p:nvPr/>
      </p:nvGrpSpPr>
      <p:grpSpPr>
        <a:xfrm>
          <a:off x="0" y="0"/>
          <a:ext cx="0" cy="0"/>
          <a:chOff x="0" y="0"/>
          <a:chExt cx="0" cy="0"/>
        </a:xfrm>
      </p:grpSpPr>
      <p:sp>
        <p:nvSpPr>
          <p:cNvPr id="33" name="Google Shape;33;p98"/>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4" name="Google Shape;34;p98"/>
          <p:cNvSpPr txBox="1">
            <a:spLocks noGrp="1"/>
          </p:cNvSpPr>
          <p:nvPr>
            <p:ph type="body" idx="1"/>
          </p:nvPr>
        </p:nvSpPr>
        <p:spPr>
          <a:xfrm>
            <a:off x="4156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5" name="Google Shape;35;p98"/>
          <p:cNvSpPr txBox="1">
            <a:spLocks noGrp="1"/>
          </p:cNvSpPr>
          <p:nvPr>
            <p:ph type="body" idx="2"/>
          </p:nvPr>
        </p:nvSpPr>
        <p:spPr>
          <a:xfrm>
            <a:off x="64432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6" name="Google Shape;36;p9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37"/>
        <p:cNvGrpSpPr/>
        <p:nvPr/>
      </p:nvGrpSpPr>
      <p:grpSpPr>
        <a:xfrm>
          <a:off x="0" y="0"/>
          <a:ext cx="0" cy="0"/>
          <a:chOff x="0" y="0"/>
          <a:chExt cx="0" cy="0"/>
        </a:xfrm>
      </p:grpSpPr>
      <p:sp>
        <p:nvSpPr>
          <p:cNvPr id="38" name="Google Shape;38;p99"/>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9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100"/>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42" name="Google Shape;42;p100"/>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600"/>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43" name="Google Shape;43;p10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5" name="Google Shape;45;p101"/>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46" name="Google Shape;46;p101"/>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7" name="Google Shape;47;p101"/>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8" name="Google Shape;48;p101"/>
          <p:cNvSpPr txBox="1">
            <a:spLocks noGrp="1"/>
          </p:cNvSpPr>
          <p:nvPr>
            <p:ph type="body" idx="2"/>
          </p:nvPr>
        </p:nvSpPr>
        <p:spPr>
          <a:xfrm>
            <a:off x="6586000" y="965600"/>
            <a:ext cx="5116000" cy="49268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dk1"/>
              </a:buClr>
              <a:buSzPts val="1800"/>
              <a:buChar char="●"/>
              <a:defRPr>
                <a:solidFill>
                  <a:schemeClr val="dk1"/>
                </a:solidFill>
              </a:defRPr>
            </a:lvl1pPr>
            <a:lvl2pPr marL="914400" lvl="1" indent="-317500" algn="l">
              <a:lnSpc>
                <a:spcPct val="115000"/>
              </a:lnSpc>
              <a:spcBef>
                <a:spcPts val="2133"/>
              </a:spcBef>
              <a:spcAft>
                <a:spcPts val="0"/>
              </a:spcAft>
              <a:buClr>
                <a:schemeClr val="dk1"/>
              </a:buClr>
              <a:buSzPts val="1400"/>
              <a:buChar char="○"/>
              <a:defRPr>
                <a:solidFill>
                  <a:schemeClr val="dk1"/>
                </a:solidFill>
              </a:defRPr>
            </a:lvl2pPr>
            <a:lvl3pPr marL="1371600" lvl="2" indent="-317500" algn="l">
              <a:lnSpc>
                <a:spcPct val="115000"/>
              </a:lnSpc>
              <a:spcBef>
                <a:spcPts val="2133"/>
              </a:spcBef>
              <a:spcAft>
                <a:spcPts val="0"/>
              </a:spcAft>
              <a:buClr>
                <a:schemeClr val="dk1"/>
              </a:buClr>
              <a:buSzPts val="1400"/>
              <a:buChar char="■"/>
              <a:defRPr>
                <a:solidFill>
                  <a:schemeClr val="dk1"/>
                </a:solidFill>
              </a:defRPr>
            </a:lvl3pPr>
            <a:lvl4pPr marL="1828800" lvl="3" indent="-317500" algn="l">
              <a:lnSpc>
                <a:spcPct val="115000"/>
              </a:lnSpc>
              <a:spcBef>
                <a:spcPts val="2133"/>
              </a:spcBef>
              <a:spcAft>
                <a:spcPts val="0"/>
              </a:spcAft>
              <a:buClr>
                <a:schemeClr val="dk1"/>
              </a:buClr>
              <a:buSzPts val="1400"/>
              <a:buChar char="●"/>
              <a:defRPr>
                <a:solidFill>
                  <a:schemeClr val="dk1"/>
                </a:solidFill>
              </a:defRPr>
            </a:lvl4pPr>
            <a:lvl5pPr marL="2286000" lvl="4" indent="-317500" algn="l">
              <a:lnSpc>
                <a:spcPct val="115000"/>
              </a:lnSpc>
              <a:spcBef>
                <a:spcPts val="2133"/>
              </a:spcBef>
              <a:spcAft>
                <a:spcPts val="0"/>
              </a:spcAft>
              <a:buClr>
                <a:schemeClr val="dk1"/>
              </a:buClr>
              <a:buSzPts val="1400"/>
              <a:buChar char="○"/>
              <a:defRPr>
                <a:solidFill>
                  <a:schemeClr val="dk1"/>
                </a:solidFill>
              </a:defRPr>
            </a:lvl5pPr>
            <a:lvl6pPr marL="2743200" lvl="5" indent="-317500" algn="l">
              <a:lnSpc>
                <a:spcPct val="115000"/>
              </a:lnSpc>
              <a:spcBef>
                <a:spcPts val="2133"/>
              </a:spcBef>
              <a:spcAft>
                <a:spcPts val="0"/>
              </a:spcAft>
              <a:buClr>
                <a:schemeClr val="dk1"/>
              </a:buClr>
              <a:buSzPts val="1400"/>
              <a:buChar char="■"/>
              <a:defRPr>
                <a:solidFill>
                  <a:schemeClr val="dk1"/>
                </a:solidFill>
              </a:defRPr>
            </a:lvl6pPr>
            <a:lvl7pPr marL="3200400" lvl="6" indent="-317500" algn="l">
              <a:lnSpc>
                <a:spcPct val="115000"/>
              </a:lnSpc>
              <a:spcBef>
                <a:spcPts val="2133"/>
              </a:spcBef>
              <a:spcAft>
                <a:spcPts val="0"/>
              </a:spcAft>
              <a:buClr>
                <a:schemeClr val="dk1"/>
              </a:buClr>
              <a:buSzPts val="1400"/>
              <a:buChar char="●"/>
              <a:defRPr>
                <a:solidFill>
                  <a:schemeClr val="dk1"/>
                </a:solidFill>
              </a:defRPr>
            </a:lvl7pPr>
            <a:lvl8pPr marL="3657600" lvl="7" indent="-317500" algn="l">
              <a:lnSpc>
                <a:spcPct val="115000"/>
              </a:lnSpc>
              <a:spcBef>
                <a:spcPts val="2133"/>
              </a:spcBef>
              <a:spcAft>
                <a:spcPts val="0"/>
              </a:spcAft>
              <a:buClr>
                <a:schemeClr val="dk1"/>
              </a:buClr>
              <a:buSzPts val="1400"/>
              <a:buChar char="○"/>
              <a:defRPr>
                <a:solidFill>
                  <a:schemeClr val="dk1"/>
                </a:solidFill>
              </a:defRPr>
            </a:lvl8pPr>
            <a:lvl9pPr marL="4114800" lvl="8" indent="-317500" algn="l">
              <a:lnSpc>
                <a:spcPct val="115000"/>
              </a:lnSpc>
              <a:spcBef>
                <a:spcPts val="2133"/>
              </a:spcBef>
              <a:spcAft>
                <a:spcPts val="2133"/>
              </a:spcAft>
              <a:buClr>
                <a:schemeClr val="dk1"/>
              </a:buClr>
              <a:buSzPts val="1400"/>
              <a:buChar char="■"/>
              <a:defRPr>
                <a:solidFill>
                  <a:schemeClr val="dk1"/>
                </a:solidFill>
              </a:defRPr>
            </a:lvl9pPr>
          </a:lstStyle>
          <a:p>
            <a:endParaRPr/>
          </a:p>
        </p:txBody>
      </p:sp>
      <p:sp>
        <p:nvSpPr>
          <p:cNvPr id="49" name="Google Shape;49;p10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1" name="Google Shape;51;p102"/>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2" name="Google Shape;52;p10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3"/>
        <p:cNvGrpSpPr/>
        <p:nvPr/>
      </p:nvGrpSpPr>
      <p:grpSpPr>
        <a:xfrm>
          <a:off x="0" y="0"/>
          <a:ext cx="0" cy="0"/>
          <a:chOff x="0" y="0"/>
          <a:chExt cx="0" cy="0"/>
        </a:xfrm>
      </p:grpSpPr>
      <p:sp>
        <p:nvSpPr>
          <p:cNvPr id="54" name="Google Shape;54;p103"/>
          <p:cNvSpPr txBox="1">
            <a:spLocks noGrp="1"/>
          </p:cNvSpPr>
          <p:nvPr>
            <p:ph type="title"/>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endParaRPr/>
          </a:p>
        </p:txBody>
      </p:sp>
      <p:sp>
        <p:nvSpPr>
          <p:cNvPr id="55" name="Google Shape;55;p103"/>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2133"/>
              </a:spcBef>
              <a:spcAft>
                <a:spcPts val="0"/>
              </a:spcAft>
              <a:buSzPts val="1400"/>
              <a:buChar char="○"/>
              <a:defRPr/>
            </a:lvl2pPr>
            <a:lvl3pPr marL="1371600" lvl="2" indent="-317500" algn="ctr">
              <a:lnSpc>
                <a:spcPct val="115000"/>
              </a:lnSpc>
              <a:spcBef>
                <a:spcPts val="2133"/>
              </a:spcBef>
              <a:spcAft>
                <a:spcPts val="0"/>
              </a:spcAft>
              <a:buSzPts val="1400"/>
              <a:buChar char="■"/>
              <a:defRPr/>
            </a:lvl3pPr>
            <a:lvl4pPr marL="1828800" lvl="3" indent="-317500" algn="ctr">
              <a:lnSpc>
                <a:spcPct val="115000"/>
              </a:lnSpc>
              <a:spcBef>
                <a:spcPts val="2133"/>
              </a:spcBef>
              <a:spcAft>
                <a:spcPts val="0"/>
              </a:spcAft>
              <a:buSzPts val="1400"/>
              <a:buChar char="●"/>
              <a:defRPr/>
            </a:lvl4pPr>
            <a:lvl5pPr marL="2286000" lvl="4" indent="-317500" algn="ctr">
              <a:lnSpc>
                <a:spcPct val="115000"/>
              </a:lnSpc>
              <a:spcBef>
                <a:spcPts val="2133"/>
              </a:spcBef>
              <a:spcAft>
                <a:spcPts val="0"/>
              </a:spcAft>
              <a:buSzPts val="1400"/>
              <a:buChar char="○"/>
              <a:defRPr/>
            </a:lvl5pPr>
            <a:lvl6pPr marL="2743200" lvl="5" indent="-317500" algn="ctr">
              <a:lnSpc>
                <a:spcPct val="115000"/>
              </a:lnSpc>
              <a:spcBef>
                <a:spcPts val="2133"/>
              </a:spcBef>
              <a:spcAft>
                <a:spcPts val="0"/>
              </a:spcAft>
              <a:buSzPts val="1400"/>
              <a:buChar char="■"/>
              <a:defRPr/>
            </a:lvl6pPr>
            <a:lvl7pPr marL="3200400" lvl="6" indent="-317500" algn="ctr">
              <a:lnSpc>
                <a:spcPct val="115000"/>
              </a:lnSpc>
              <a:spcBef>
                <a:spcPts val="2133"/>
              </a:spcBef>
              <a:spcAft>
                <a:spcPts val="0"/>
              </a:spcAft>
              <a:buSzPts val="1400"/>
              <a:buChar char="●"/>
              <a:defRPr/>
            </a:lvl7pPr>
            <a:lvl8pPr marL="3657600" lvl="7" indent="-317500" algn="ctr">
              <a:lnSpc>
                <a:spcPct val="115000"/>
              </a:lnSpc>
              <a:spcBef>
                <a:spcPts val="2133"/>
              </a:spcBef>
              <a:spcAft>
                <a:spcPts val="0"/>
              </a:spcAft>
              <a:buSzPts val="1400"/>
              <a:buChar char="○"/>
              <a:defRPr/>
            </a:lvl8pPr>
            <a:lvl9pPr marL="4114800" lvl="8" indent="-317500" algn="ctr">
              <a:lnSpc>
                <a:spcPct val="115000"/>
              </a:lnSpc>
              <a:spcBef>
                <a:spcPts val="2133"/>
              </a:spcBef>
              <a:spcAft>
                <a:spcPts val="2133"/>
              </a:spcAft>
              <a:buSzPts val="1400"/>
              <a:buChar char="■"/>
              <a:defRPr/>
            </a:lvl9pPr>
          </a:lstStyle>
          <a:p>
            <a:endParaRPr/>
          </a:p>
        </p:txBody>
      </p:sp>
      <p:sp>
        <p:nvSpPr>
          <p:cNvPr id="56" name="Google Shape;56;p10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 Type="http://schemas.openxmlformats.org/officeDocument/2006/relationships/slideLayout" Target="../slideLayouts/slideLayout2.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 Type="http://schemas.openxmlformats.org/officeDocument/2006/relationships/slideLayout" Target="../slideLayouts/slideLayout3.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 Type="http://schemas.openxmlformats.org/officeDocument/2006/relationships/slideLayout" Target="../slideLayouts/slideLayout4.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5"/>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85"/>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Arial"/>
              <a:buChar char="●"/>
              <a:defRPr sz="1800" b="0" i="0" u="none" strike="noStrike" cap="none">
                <a:solidFill>
                  <a:schemeClr val="lt2"/>
                </a:solidFill>
                <a:latin typeface="Arial"/>
                <a:ea typeface="Arial"/>
                <a:cs typeface="Arial"/>
                <a:sym typeface="Arial"/>
              </a:defRPr>
            </a:lvl1pPr>
            <a:lvl2pPr marL="914400" marR="0" lvl="1"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2pPr>
            <a:lvl3pPr marL="1371600" marR="0" lvl="2"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3pPr>
            <a:lvl4pPr marL="1828800" marR="0" lvl="3"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4pPr>
            <a:lvl5pPr marL="2286000" marR="0" lvl="4"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5pPr>
            <a:lvl6pPr marL="2743200" marR="0" lvl="5"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6pPr>
            <a:lvl7pPr marL="3200400" marR="0" lvl="6"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7pPr>
            <a:lvl8pPr marL="3657600" marR="0" lvl="7"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8pPr>
            <a:lvl9pPr marL="4114800" marR="0" lvl="8" indent="-317500" algn="l" rtl="0">
              <a:lnSpc>
                <a:spcPct val="115000"/>
              </a:lnSpc>
              <a:spcBef>
                <a:spcPts val="1600"/>
              </a:spcBef>
              <a:spcAft>
                <a:spcPts val="1600"/>
              </a:spcAft>
              <a:buClr>
                <a:schemeClr val="lt2"/>
              </a:buClr>
              <a:buSzPts val="1400"/>
              <a:buFont typeface="Arial"/>
              <a:buChar char="■"/>
              <a:defRPr sz="1867" b="0" i="0" u="none" strike="noStrike" cap="none">
                <a:solidFill>
                  <a:schemeClr val="lt2"/>
                </a:solidFill>
                <a:latin typeface="Arial"/>
                <a:ea typeface="Arial"/>
                <a:cs typeface="Arial"/>
                <a:sym typeface="Arial"/>
              </a:defRPr>
            </a:lvl9pPr>
          </a:lstStyle>
          <a:p>
            <a:endParaRPr/>
          </a:p>
        </p:txBody>
      </p:sp>
      <p:sp>
        <p:nvSpPr>
          <p:cNvPr id="12" name="Google Shape;12;p8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76" r:id="rId1"/>
    <p:sldLayoutId id="2147483672" r:id="rId2"/>
    <p:sldLayoutId id="2147483671" r:id="rId3"/>
    <p:sldLayoutId id="2147483673" r:id="rId4"/>
    <p:sldLayoutId id="2147483674" r:id="rId5"/>
    <p:sldLayoutId id="2147483675"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 id="2147483688" r:id="rId18"/>
    <p:sldLayoutId id="2147483689" r:id="rId19"/>
    <p:sldLayoutId id="2147483690" r:id="rId20"/>
    <p:sldLayoutId id="2147483691" r:id="rId21"/>
    <p:sldLayoutId id="2147483692" r:id="rId22"/>
    <p:sldLayoutId id="2147483693" r:id="rId23"/>
    <p:sldLayoutId id="2147483694" r:id="rId24"/>
    <p:sldLayoutId id="2147483695" r:id="rId25"/>
    <p:sldLayoutId id="2147483706" r:id="rId26"/>
    <p:sldLayoutId id="2147483696" r:id="rId27"/>
    <p:sldLayoutId id="2147483697" r:id="rId28"/>
    <p:sldLayoutId id="2147483698" r:id="rId29"/>
    <p:sldLayoutId id="2147483700" r:id="rId30"/>
    <p:sldLayoutId id="2147483707" r:id="rId31"/>
    <p:sldLayoutId id="2147483702" r:id="rId32"/>
    <p:sldLayoutId id="2147483703" r:id="rId33"/>
    <p:sldLayoutId id="2147483705" r:id="rId34"/>
    <p:sldLayoutId id="2147483701" r:id="rId35"/>
    <p:sldLayoutId id="2147483654" r:id="rId36"/>
    <p:sldLayoutId id="2147483655" r:id="rId37"/>
    <p:sldLayoutId id="2147483656" r:id="rId38"/>
    <p:sldLayoutId id="2147483657" r:id="rId39"/>
    <p:sldLayoutId id="2147483658" r:id="rId40"/>
    <p:sldLayoutId id="2147483659" r:id="rId4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Keluaran 16:2-3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 Mose 16:2 : Und es murrte die ganze Gemeinde der Kinder Israel wider Mose und Aaron in der Wüste</a:t>
            </a:r>
          </a:p>
        </p:txBody>
      </p:sp>
      <p:sp>
        <p:nvSpPr>
          <p:cNvPr id="3" name="Text Placeholder 2"/>
          <p:cNvSpPr>
            <a:spLocks noGrp="1"/>
          </p:cNvSpPr>
          <p:nvPr>
            <p:ph type="body" idx="11" sz="quarter"/>
          </p:nvPr>
        </p:nvSpPr>
        <p:spPr/>
        <p:txBody>
          <a:bodyPr/>
          <a:lstStyle/>
          <a:p>
            <a:r>
              <a:t>Keluaran 16:2 : Di padang gurun itu bersungut-sungutlah segenap jemaah Israel kepada Musa dan Harun;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 Mose 16:3 : und sprachen: Wollte Gott, wir wären inÄgypten gestorben durch des HERRN Hand, da wir bei den Fleischtöpfen saßen und hatten die Fülle Brot zu essen; denn ihr habt uns ausgeführt in diese Wüste, daß ihr diese ganze Gemeinde Hungers sterben lasset.</a:t>
            </a:r>
          </a:p>
        </p:txBody>
      </p:sp>
      <p:sp>
        <p:nvSpPr>
          <p:cNvPr id="3" name="Text Placeholder 2"/>
          <p:cNvSpPr>
            <a:spLocks noGrp="1"/>
          </p:cNvSpPr>
          <p:nvPr>
            <p:ph type="body" idx="11" sz="quarter"/>
          </p:nvPr>
        </p:nvSpPr>
        <p:spPr/>
        <p:txBody>
          <a:bodyPr/>
          <a:lstStyle/>
          <a:p>
            <a:r>
              <a:t>Keluaran 16:3 : dan berkata kepada mereka: "Ah, kalau kami mati tadinya di tanah Mesir oleh tangan TUHAN ketika kami duduk menghadapi kuali berisi daging dan makan roti sampai kenyang! Sebab kamu membawa kami keluar ke padang gurun ini untuk membunuh seluruh jemaah ini dengan kelaparan."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Pfr. Billy Kristanto</a:t>
            </a:r>
          </a:p>
        </p:txBody>
      </p:sp>
      <p:sp>
        <p:nvSpPr>
          <p:cNvPr id="3" name="Text Placeholder 2"/>
          <p:cNvSpPr>
            <a:spLocks noGrp="1"/>
          </p:cNvSpPr>
          <p:nvPr>
            <p:ph type="body" idx="11" sz="quarter"/>
          </p:nvPr>
        </p:nvSpPr>
        <p:spPr/>
        <p:txBody>
          <a:bodyPr/>
          <a:lstStyle/>
          <a:p>
            <a:r>
              <a:t>Pdt. Billy Kristanto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20 August 2023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Persekutuan Doa</a:t>
            </a:r>
          </a:p>
        </p:txBody>
      </p:sp>
      <p:sp>
        <p:nvSpPr>
          <p:cNvPr id="3" name="Text Placeholder 2"/>
          <p:cNvSpPr>
            <a:spLocks noGrp="1"/>
          </p:cNvSpPr>
          <p:nvPr>
            <p:ph type="body" idx="11" sz="quarter"/>
          </p:nvPr>
        </p:nvSpPr>
        <p:spPr/>
        <p:txBody>
          <a:bodyPr/>
          <a:lstStyle/>
          <a:p>
            <a:r>
              <a:t>Gebetkreis</a:t>
            </a:r>
          </a:p>
        </p:txBody>
      </p:sp>
      <p:sp>
        <p:nvSpPr>
          <p:cNvPr id="4" name="Text Placeholder 3"/>
          <p:cNvSpPr>
            <a:spLocks noGrp="1"/>
          </p:cNvSpPr>
          <p:nvPr>
            <p:ph type="body" idx="12" sz="quarter"/>
          </p:nvPr>
        </p:nvSpPr>
        <p:spPr/>
        <p:txBody>
          <a:bodyPr/>
          <a:lstStyle/>
          <a:p>
            <a:r>
              <a:t>Setiap minggu, 15:30 CEST </a:t>
            </a:r>
          </a:p>
          <a:p>
            <a:r>
              <a:t> Berner Heerweg 60</a:t>
            </a:r>
          </a:p>
        </p:txBody>
      </p:sp>
      <p:sp>
        <p:nvSpPr>
          <p:cNvPr id="5" name="Text Placeholder 4"/>
          <p:cNvSpPr>
            <a:spLocks noGrp="1"/>
          </p:cNvSpPr>
          <p:nvPr>
            <p:ph type="body" idx="13" sz="quarter"/>
          </p:nvPr>
        </p:nvSpPr>
        <p:spPr/>
        <p:txBody>
          <a:bodyPr/>
          <a:lstStyle/>
          <a:p>
            <a:r>
              <a:t>Sonntags, 15:30 CEST </a:t>
            </a:r>
          </a:p>
          <a:p>
            <a:r>
              <a:t> Berner Heerweg 60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Seminar Pdt. Billy Kristanto</a:t>
            </a:r>
          </a:p>
        </p:txBody>
      </p:sp>
      <p:sp>
        <p:nvSpPr>
          <p:cNvPr id="3" name="Text Placeholder 2"/>
          <p:cNvSpPr>
            <a:spLocks noGrp="1"/>
          </p:cNvSpPr>
          <p:nvPr>
            <p:ph type="body" idx="11" sz="quarter"/>
          </p:nvPr>
        </p:nvSpPr>
        <p:spPr/>
        <p:txBody>
          <a:bodyPr/>
          <a:lstStyle/>
          <a:p>
            <a:r>
              <a:t>Seminary Pfr. Billy Kristanto</a:t>
            </a:r>
          </a:p>
        </p:txBody>
      </p:sp>
      <p:sp>
        <p:nvSpPr>
          <p:cNvPr id="4" name="Text Placeholder 3"/>
          <p:cNvSpPr>
            <a:spLocks noGrp="1"/>
          </p:cNvSpPr>
          <p:nvPr>
            <p:ph type="body" idx="12" sz="quarter"/>
          </p:nvPr>
        </p:nvSpPr>
        <p:spPr/>
        <p:txBody>
          <a:bodyPr/>
          <a:lstStyle/>
          <a:p>
            <a:r>
              <a:t>Minggu 13.08.2023, 15:30 CEST </a:t>
            </a:r>
          </a:p>
          <a:p>
            <a:r>
              <a:t> Berner Heerweg 60</a:t>
            </a:r>
          </a:p>
        </p:txBody>
      </p:sp>
      <p:sp>
        <p:nvSpPr>
          <p:cNvPr id="5" name="Text Placeholder 4"/>
          <p:cNvSpPr>
            <a:spLocks noGrp="1"/>
          </p:cNvSpPr>
          <p:nvPr>
            <p:ph type="body" idx="13" sz="quarter"/>
          </p:nvPr>
        </p:nvSpPr>
        <p:spPr/>
        <p:txBody>
          <a:bodyPr/>
          <a:lstStyle/>
          <a:p>
            <a:r>
              <a:t>Sonntag 13.08.2023, 15:30 CEST </a:t>
            </a:r>
          </a:p>
          <a:p>
            <a:r>
              <a:t> Berner Heerweg 60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Ibadah Minggu</a:t>
            </a:r>
          </a:p>
        </p:txBody>
      </p:sp>
      <p:sp>
        <p:nvSpPr>
          <p:cNvPr id="3" name="Text Placeholder 2"/>
          <p:cNvSpPr>
            <a:spLocks noGrp="1"/>
          </p:cNvSpPr>
          <p:nvPr>
            <p:ph type="body" idx="11" sz="quarter"/>
          </p:nvPr>
        </p:nvSpPr>
        <p:spPr/>
        <p:txBody>
          <a:bodyPr/>
          <a:lstStyle/>
          <a:p>
            <a:r>
              <a:t>Sonntagsgottesdienst</a:t>
            </a:r>
          </a:p>
        </p:txBody>
      </p:sp>
      <p:sp>
        <p:nvSpPr>
          <p:cNvPr id="4" name="Text Placeholder 3"/>
          <p:cNvSpPr>
            <a:spLocks noGrp="1"/>
          </p:cNvSpPr>
          <p:nvPr>
            <p:ph type="body" idx="12" sz="quarter"/>
          </p:nvPr>
        </p:nvSpPr>
        <p:spPr/>
        <p:txBody>
          <a:bodyPr/>
          <a:lstStyle/>
          <a:p>
            <a:r>
              <a:t>Setiap Minggu, 16:00 CEST </a:t>
            </a:r>
          </a:p>
          <a:p>
            <a:r>
              <a:t> Berner Heerweg 60</a:t>
            </a:r>
          </a:p>
        </p:txBody>
      </p:sp>
      <p:sp>
        <p:nvSpPr>
          <p:cNvPr id="5" name="Text Placeholder 4"/>
          <p:cNvSpPr>
            <a:spLocks noGrp="1"/>
          </p:cNvSpPr>
          <p:nvPr>
            <p:ph type="body" idx="13" sz="quarter"/>
          </p:nvPr>
        </p:nvSpPr>
        <p:spPr/>
        <p:txBody>
          <a:bodyPr/>
          <a:lstStyle/>
          <a:p>
            <a:r>
              <a:t>Jeden Sonntag, 16:00 CEST </a:t>
            </a:r>
          </a:p>
          <a:p>
            <a:r>
              <a:t> Berner Heerweg 60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Sekolah Minggu</a:t>
            </a:r>
          </a:p>
        </p:txBody>
      </p:sp>
      <p:sp>
        <p:nvSpPr>
          <p:cNvPr id="3" name="Text Placeholder 2"/>
          <p:cNvSpPr>
            <a:spLocks noGrp="1"/>
          </p:cNvSpPr>
          <p:nvPr>
            <p:ph type="body" idx="11" sz="quarter"/>
          </p:nvPr>
        </p:nvSpPr>
        <p:spPr/>
        <p:txBody>
          <a:bodyPr/>
          <a:lstStyle/>
          <a:p>
            <a:r>
              <a:t>Sonntagsschule</a:t>
            </a:r>
          </a:p>
        </p:txBody>
      </p:sp>
      <p:sp>
        <p:nvSpPr>
          <p:cNvPr id="4" name="Text Placeholder 3"/>
          <p:cNvSpPr>
            <a:spLocks noGrp="1"/>
          </p:cNvSpPr>
          <p:nvPr>
            <p:ph type="body" idx="12" sz="quarter"/>
          </p:nvPr>
        </p:nvSpPr>
        <p:spPr/>
        <p:txBody>
          <a:bodyPr/>
          <a:lstStyle/>
          <a:p>
            <a:r>
              <a:t>Setiap Minggu, 16:00 CEST </a:t>
            </a:r>
          </a:p>
          <a:p>
            <a:r>
              <a:t> Berner Heerweg 60</a:t>
            </a:r>
          </a:p>
        </p:txBody>
      </p:sp>
      <p:sp>
        <p:nvSpPr>
          <p:cNvPr id="5" name="Text Placeholder 4"/>
          <p:cNvSpPr>
            <a:spLocks noGrp="1"/>
          </p:cNvSpPr>
          <p:nvPr>
            <p:ph type="body" idx="13" sz="quarter"/>
          </p:nvPr>
        </p:nvSpPr>
        <p:spPr/>
        <p:txBody>
          <a:bodyPr/>
          <a:lstStyle/>
          <a:p>
            <a:r>
              <a:t>Jeden Sonntag, 16:00 CEST </a:t>
            </a:r>
          </a:p>
          <a:p>
            <a:r>
              <a:t> Berner Heerweg 60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0</vt:i4>
      </vt:variant>
    </vt:vector>
  </HeadingPairs>
  <TitlesOfParts>
    <vt:vector size="6" baseType="lpstr">
      <vt:lpstr>Corsiva</vt:lpstr>
      <vt:lpstr>Roboto</vt:lpstr>
      <vt:lpstr>Roboto Condensed</vt:lpstr>
      <vt:lpstr>Arial</vt:lpstr>
      <vt:lpstr>Calibri</vt:lpstr>
      <vt:lpstr>Simple Dark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Bobby Simarmata</dc:creator>
  <cp:lastModifiedBy>Stephen Kurniawan</cp:lastModifiedBy>
  <cp:revision>53</cp:revision>
  <dcterms:created xsi:type="dcterms:W3CDTF">2021-05-09T21:05:28Z</dcterms:created>
  <dcterms:modified xsi:type="dcterms:W3CDTF">2023-08-13T21:46:22Z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4be5fb-a727-4de8-9a0b-2318b3ae9b1b_Enabled">
    <vt:lpwstr>true</vt:lpwstr>
  </property>
  <property fmtid="{D5CDD505-2E9C-101B-9397-08002B2CF9AE}" pid="3" name="MSIP_Label_604be5fb-a727-4de8-9a0b-2318b3ae9b1b_SetDate">
    <vt:lpwstr>2022-09-01T21:09:35Z</vt:lpwstr>
  </property>
  <property fmtid="{D5CDD505-2E9C-101B-9397-08002B2CF9AE}" pid="4" name="MSIP_Label_604be5fb-a727-4de8-9a0b-2318b3ae9b1b_Method">
    <vt:lpwstr>Standard</vt:lpwstr>
  </property>
  <property fmtid="{D5CDD505-2E9C-101B-9397-08002B2CF9AE}" pid="5" name="MSIP_Label_604be5fb-a727-4de8-9a0b-2318b3ae9b1b_Name">
    <vt:lpwstr>604be5fb-a727-4de8-9a0b-2318b3ae9b1b</vt:lpwstr>
  </property>
  <property fmtid="{D5CDD505-2E9C-101B-9397-08002B2CF9AE}" pid="6" name="MSIP_Label_604be5fb-a727-4de8-9a0b-2318b3ae9b1b_SiteId">
    <vt:lpwstr>e361356b-0fd2-4625-86f0-22ae6904a721</vt:lpwstr>
  </property>
  <property fmtid="{D5CDD505-2E9C-101B-9397-08002B2CF9AE}" pid="7" name="MSIP_Label_604be5fb-a727-4de8-9a0b-2318b3ae9b1b_ActionId">
    <vt:lpwstr>1438cdf0-9406-4d23-95c8-9dc020acdc58</vt:lpwstr>
  </property>
  <property fmtid="{D5CDD505-2E9C-101B-9397-08002B2CF9AE}" pid="8" name="MSIP_Label_604be5fb-a727-4de8-9a0b-2318b3ae9b1b_ContentBits">
    <vt:lpwstr>0</vt:lpwstr>
  </property>
</Properties>
</file>