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, World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ython-pptx was her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