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</p:sldIdLst>
  <p:sldSz cx="12192000" cy="6858000"/>
  <p:notesSz cx="6858000" cy="9144000"/>
  <p:embeddedFontLs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Corsiva" panose="020B0604020202020204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  <p:bold r:id="rId13"/>
      <p:italic r:id="rId14"/>
      <p:boldItalic r:id="rId15"/>
    </p:embeddedFont>
    <p:embeddedFont>
      <p:font typeface="Roboto Condensed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2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font" Target="fonts/font9.fntdata"/><Relationship Id="rId13" Type="http://schemas.openxmlformats.org/officeDocument/2006/relationships/font" Target="fonts/font10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1.fntdata"/><Relationship Id="rId15" Type="http://schemas.openxmlformats.org/officeDocument/2006/relationships/font" Target="fonts/font12.fntdata"/><Relationship Id="rId16" Type="http://schemas.openxmlformats.org/officeDocument/2006/relationships/font" Target="fonts/font13.fntdata"/><Relationship Id="rId17" Type="http://schemas.openxmlformats.org/officeDocument/2006/relationships/font" Target="fonts/font14.fntdata"/><Relationship Id="rId18" Type="http://schemas.openxmlformats.org/officeDocument/2006/relationships/font" Target="fonts/font15.fntdata"/><Relationship Id="rId19" Type="http://schemas.openxmlformats.org/officeDocument/2006/relationships/font" Target="fonts/font16.fntdata"/><Relationship Id="rId2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" Type="http://schemas.openxmlformats.org/officeDocument/2006/relationships/notesMaster" Target="notesMasters/notesMaster1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" Type="http://schemas.openxmlformats.org/officeDocument/2006/relationships/font" Target="fonts/font1.fntdata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1" r:id="rId32"/>
    <p:sldLayoutId id="2147483654" r:id="rId33"/>
    <p:sldLayoutId id="2147483655" r:id="rId34"/>
    <p:sldLayoutId id="2147483656" r:id="rId35"/>
    <p:sldLayoutId id="2147483657" r:id="rId36"/>
    <p:sldLayoutId id="2147483658" r:id="rId37"/>
    <p:sldLayoutId id="2147483659" r:id="rId3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039A-6739-F2A3-50AE-B89517CE58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DB5D8E-56DE-AFB6-67C0-0CD772D92C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98067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Hello, World!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python-pptx was here!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Pfr.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Test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Corsiva</vt:lpstr>
      <vt:lpstr>Roboto</vt:lpstr>
      <vt:lpstr>Roboto Condensed</vt:lpstr>
      <vt:lpstr>Calibri</vt:lpstr>
      <vt:lpstr>Simple Dark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34</cp:revision>
  <dcterms:created xsi:type="dcterms:W3CDTF">2021-05-09T21:05:28Z</dcterms:created>
  <dcterms:modified xsi:type="dcterms:W3CDTF">2023-07-18T13:49:48Z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