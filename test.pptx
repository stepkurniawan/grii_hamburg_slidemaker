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  <p:sldId id="268" r:id="rId38"/>
    <p:sldId id="269" r:id="rId39"/>
    <p:sldId id="270" r:id="rId40"/>
    <p:sldId id="271" r:id="rId41"/>
    <p:sldId id="272" r:id="rId42"/>
    <p:sldId id="273" r:id="rId43"/>
    <p:sldId id="274" r:id="rId44"/>
    <p:sldId id="275" r:id="rId45"/>
    <p:sldId id="276" r:id="rId46"/>
    <p:sldId id="277" r:id="rId47"/>
  </p:sldIdLst>
  <p:sldSz cx="12192000" cy="68580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Corsiva" panose="020B0604020202020204" charset="0"/>
      <p:regular r:id="rId8"/>
      <p:bold r:id="rId9"/>
      <p:italic r:id="rId10"/>
      <p:boldItalic r:id="rId11"/>
    </p:embeddedFon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Condensed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3" roundtripDataSignature="AMtx7mhX8iAqc25r3+O3XsHp1GR43/i1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0A163C-5BAC-46C4-B51C-B27C04650638}" v="51" dt="2023-07-16T09:25:13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53"/>
    <p:restoredTop sz="94692"/>
  </p:normalViewPr>
  <p:slideViewPr>
    <p:cSldViewPr snapToGrid="0">
      <p:cViewPr varScale="1">
        <p:scale>
          <a:sx n="150" d="100"/>
          <a:sy n="150" d="100"/>
        </p:scale>
        <p:origin x="24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33" Type="http://customschemas.google.com/relationships/presentationmetadata" Target="metadata"/><Relationship Id="rId134" Type="http://schemas.openxmlformats.org/officeDocument/2006/relationships/presProps" Target="presProps.xml"/><Relationship Id="rId135" Type="http://schemas.openxmlformats.org/officeDocument/2006/relationships/viewProps" Target="viewProps.xml"/><Relationship Id="rId136" Type="http://schemas.openxmlformats.org/officeDocument/2006/relationships/theme" Target="theme/theme1.xml"/><Relationship Id="rId137" Type="http://schemas.openxmlformats.org/officeDocument/2006/relationships/tableStyles" Target="tableStyles.xml"/><Relationship Id="rId138" Type="http://schemas.microsoft.com/office/2016/11/relationships/changesInfo" Target="changesInfos/changesInfo1.xml"/><Relationship Id="rId139" Type="http://schemas.microsoft.com/office/2015/10/relationships/revisionInfo" Target="revisionInfo.xml"/><Relationship Id="rId14" Type="http://schemas.openxmlformats.org/officeDocument/2006/relationships/font" Target="fonts/font11.fntdata"/><Relationship Id="rId15" Type="http://schemas.openxmlformats.org/officeDocument/2006/relationships/font" Target="fonts/font12.fntdata"/><Relationship Id="rId16" Type="http://schemas.openxmlformats.org/officeDocument/2006/relationships/font" Target="fonts/font13.fntdata"/><Relationship Id="rId17" Type="http://schemas.openxmlformats.org/officeDocument/2006/relationships/font" Target="fonts/font14.fntdata"/><Relationship Id="rId18" Type="http://schemas.openxmlformats.org/officeDocument/2006/relationships/font" Target="fonts/font15.fntdata"/><Relationship Id="rId19" Type="http://schemas.openxmlformats.org/officeDocument/2006/relationships/font" Target="fonts/font16.fntdata"/><Relationship Id="rId2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" Type="http://schemas.openxmlformats.org/officeDocument/2006/relationships/notesMaster" Target="notesMasters/notesMaster1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slide" Target="slides/slide13.xml"/><Relationship Id="rId39" Type="http://schemas.openxmlformats.org/officeDocument/2006/relationships/slide" Target="slides/slide14.xml"/><Relationship Id="rId4" Type="http://schemas.openxmlformats.org/officeDocument/2006/relationships/font" Target="fonts/font1.fntdata"/><Relationship Id="rId40" Type="http://schemas.openxmlformats.org/officeDocument/2006/relationships/slide" Target="slides/slide15.xml"/><Relationship Id="rId41" Type="http://schemas.openxmlformats.org/officeDocument/2006/relationships/slide" Target="slides/slide16.xml"/><Relationship Id="rId42" Type="http://schemas.openxmlformats.org/officeDocument/2006/relationships/slide" Target="slides/slide17.xml"/><Relationship Id="rId43" Type="http://schemas.openxmlformats.org/officeDocument/2006/relationships/slide" Target="slides/slide18.xml"/><Relationship Id="rId44" Type="http://schemas.openxmlformats.org/officeDocument/2006/relationships/slide" Target="slides/slide19.xml"/><Relationship Id="rId45" Type="http://schemas.openxmlformats.org/officeDocument/2006/relationships/slide" Target="slides/slide20.xml"/><Relationship Id="rId46" Type="http://schemas.openxmlformats.org/officeDocument/2006/relationships/slide" Target="slides/slide21.xml"/><Relationship Id="rId47" Type="http://schemas.openxmlformats.org/officeDocument/2006/relationships/slide" Target="slides/slide22.xml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anago, Kenwyn" userId="280bbbef-73a8-4da2-b05f-60f93405c8ba" providerId="ADAL" clId="{7A0A163C-5BAC-46C4-B51C-B27C04650638}"/>
    <pc:docChg chg="undo custSel addSld delSld modSld sldOrd modMainMaster">
      <pc:chgData name="Artanago, Kenwyn" userId="280bbbef-73a8-4da2-b05f-60f93405c8ba" providerId="ADAL" clId="{7A0A163C-5BAC-46C4-B51C-B27C04650638}" dt="2023-07-16T09:26:25.532" v="454" actId="729"/>
      <pc:docMkLst>
        <pc:docMk/>
      </pc:docMkLst>
      <pc:sldChg chg="addSp modSp mod">
        <pc:chgData name="Artanago, Kenwyn" userId="280bbbef-73a8-4da2-b05f-60f93405c8ba" providerId="ADAL" clId="{7A0A163C-5BAC-46C4-B51C-B27C04650638}" dt="2023-07-16T08:04:42.149" v="4" actId="27614"/>
        <pc:sldMkLst>
          <pc:docMk/>
          <pc:sldMk cId="0" sldId="258"/>
        </pc:sldMkLst>
        <pc:picChg chg="add mod">
          <ac:chgData name="Artanago, Kenwyn" userId="280bbbef-73a8-4da2-b05f-60f93405c8ba" providerId="ADAL" clId="{7A0A163C-5BAC-46C4-B51C-B27C04650638}" dt="2023-07-16T08:04:42.149" v="4" actId="27614"/>
          <ac:picMkLst>
            <pc:docMk/>
            <pc:sldMk cId="0" sldId="258"/>
            <ac:picMk id="5" creationId="{A9540718-E3AD-4C61-A94A-262FADD42A4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45.032" v="7" actId="962"/>
        <pc:sldMkLst>
          <pc:docMk/>
          <pc:sldMk cId="0" sldId="259"/>
        </pc:sldMkLst>
        <pc:picChg chg="add mod">
          <ac:chgData name="Artanago, Kenwyn" userId="280bbbef-73a8-4da2-b05f-60f93405c8ba" providerId="ADAL" clId="{7A0A163C-5BAC-46C4-B51C-B27C04650638}" dt="2023-07-16T08:04:45.032" v="7" actId="962"/>
          <ac:picMkLst>
            <pc:docMk/>
            <pc:sldMk cId="0" sldId="259"/>
            <ac:picMk id="5" creationId="{421BEB6B-2C09-4977-A9EB-711A5F47280C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48.376" v="10" actId="962"/>
        <pc:sldMkLst>
          <pc:docMk/>
          <pc:sldMk cId="0" sldId="260"/>
        </pc:sldMkLst>
        <pc:picChg chg="add mod">
          <ac:chgData name="Artanago, Kenwyn" userId="280bbbef-73a8-4da2-b05f-60f93405c8ba" providerId="ADAL" clId="{7A0A163C-5BAC-46C4-B51C-B27C04650638}" dt="2023-07-16T08:04:48.376" v="10" actId="962"/>
          <ac:picMkLst>
            <pc:docMk/>
            <pc:sldMk cId="0" sldId="260"/>
            <ac:picMk id="5" creationId="{B83D3DC2-8B0B-4BB0-B71C-93E9C3016FD8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52.024" v="13" actId="962"/>
        <pc:sldMkLst>
          <pc:docMk/>
          <pc:sldMk cId="0" sldId="261"/>
        </pc:sldMkLst>
        <pc:picChg chg="add mod">
          <ac:chgData name="Artanago, Kenwyn" userId="280bbbef-73a8-4da2-b05f-60f93405c8ba" providerId="ADAL" clId="{7A0A163C-5BAC-46C4-B51C-B27C04650638}" dt="2023-07-16T08:04:52.024" v="13" actId="962"/>
          <ac:picMkLst>
            <pc:docMk/>
            <pc:sldMk cId="0" sldId="261"/>
            <ac:picMk id="6" creationId="{DE4233D7-8AA5-4DCB-B582-03E6C558FD3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56.273" v="15" actId="27614"/>
        <pc:sldMkLst>
          <pc:docMk/>
          <pc:sldMk cId="0" sldId="262"/>
        </pc:sldMkLst>
        <pc:picChg chg="add mod">
          <ac:chgData name="Artanago, Kenwyn" userId="280bbbef-73a8-4da2-b05f-60f93405c8ba" providerId="ADAL" clId="{7A0A163C-5BAC-46C4-B51C-B27C04650638}" dt="2023-07-16T08:04:56.273" v="15" actId="27614"/>
          <ac:picMkLst>
            <pc:docMk/>
            <pc:sldMk cId="0" sldId="262"/>
            <ac:picMk id="6" creationId="{88888088-E6FF-4595-BE2F-A597A04E1D3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0.250" v="18" actId="962"/>
        <pc:sldMkLst>
          <pc:docMk/>
          <pc:sldMk cId="0" sldId="263"/>
        </pc:sldMkLst>
        <pc:picChg chg="add mod">
          <ac:chgData name="Artanago, Kenwyn" userId="280bbbef-73a8-4da2-b05f-60f93405c8ba" providerId="ADAL" clId="{7A0A163C-5BAC-46C4-B51C-B27C04650638}" dt="2023-07-16T08:05:00.250" v="18" actId="962"/>
          <ac:picMkLst>
            <pc:docMk/>
            <pc:sldMk cId="0" sldId="263"/>
            <ac:picMk id="6" creationId="{F16C39DC-9BD2-4880-9D07-F8E942AE7C10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4.224" v="21" actId="962"/>
        <pc:sldMkLst>
          <pc:docMk/>
          <pc:sldMk cId="0" sldId="264"/>
        </pc:sldMkLst>
        <pc:picChg chg="add mod">
          <ac:chgData name="Artanago, Kenwyn" userId="280bbbef-73a8-4da2-b05f-60f93405c8ba" providerId="ADAL" clId="{7A0A163C-5BAC-46C4-B51C-B27C04650638}" dt="2023-07-16T08:05:04.224" v="21" actId="962"/>
          <ac:picMkLst>
            <pc:docMk/>
            <pc:sldMk cId="0" sldId="264"/>
            <ac:picMk id="6" creationId="{22C73110-7AF0-4838-8F44-3DFFD168113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8.019" v="24" actId="962"/>
        <pc:sldMkLst>
          <pc:docMk/>
          <pc:sldMk cId="0" sldId="265"/>
        </pc:sldMkLst>
        <pc:picChg chg="add mod">
          <ac:chgData name="Artanago, Kenwyn" userId="280bbbef-73a8-4da2-b05f-60f93405c8ba" providerId="ADAL" clId="{7A0A163C-5BAC-46C4-B51C-B27C04650638}" dt="2023-07-16T08:05:08.019" v="24" actId="962"/>
          <ac:picMkLst>
            <pc:docMk/>
            <pc:sldMk cId="0" sldId="265"/>
            <ac:picMk id="6" creationId="{D58DB986-C50F-4C0C-AFC4-E9029C1FA17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11.910" v="27" actId="962"/>
        <pc:sldMkLst>
          <pc:docMk/>
          <pc:sldMk cId="0" sldId="266"/>
        </pc:sldMkLst>
        <pc:picChg chg="add mod">
          <ac:chgData name="Artanago, Kenwyn" userId="280bbbef-73a8-4da2-b05f-60f93405c8ba" providerId="ADAL" clId="{7A0A163C-5BAC-46C4-B51C-B27C04650638}" dt="2023-07-16T08:05:11.910" v="27" actId="962"/>
          <ac:picMkLst>
            <pc:docMk/>
            <pc:sldMk cId="0" sldId="266"/>
            <ac:picMk id="6" creationId="{44422C44-C731-47E0-A8C8-22998B7197B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18.136" v="30" actId="962"/>
        <pc:sldMkLst>
          <pc:docMk/>
          <pc:sldMk cId="0" sldId="267"/>
        </pc:sldMkLst>
        <pc:picChg chg="add mod">
          <ac:chgData name="Artanago, Kenwyn" userId="280bbbef-73a8-4da2-b05f-60f93405c8ba" providerId="ADAL" clId="{7A0A163C-5BAC-46C4-B51C-B27C04650638}" dt="2023-07-16T08:05:18.136" v="30" actId="962"/>
          <ac:picMkLst>
            <pc:docMk/>
            <pc:sldMk cId="0" sldId="267"/>
            <ac:picMk id="6" creationId="{8EE7F937-AD36-496F-B201-5F668FEC83A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22.501" v="33" actId="962"/>
        <pc:sldMkLst>
          <pc:docMk/>
          <pc:sldMk cId="0" sldId="268"/>
        </pc:sldMkLst>
        <pc:picChg chg="add mod">
          <ac:chgData name="Artanago, Kenwyn" userId="280bbbef-73a8-4da2-b05f-60f93405c8ba" providerId="ADAL" clId="{7A0A163C-5BAC-46C4-B51C-B27C04650638}" dt="2023-07-16T08:05:22.501" v="33" actId="962"/>
          <ac:picMkLst>
            <pc:docMk/>
            <pc:sldMk cId="0" sldId="268"/>
            <ac:picMk id="6" creationId="{CA0E0886-6750-4025-999D-F0AB43AED55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27.207" v="36" actId="962"/>
        <pc:sldMkLst>
          <pc:docMk/>
          <pc:sldMk cId="0" sldId="269"/>
        </pc:sldMkLst>
        <pc:picChg chg="add mod">
          <ac:chgData name="Artanago, Kenwyn" userId="280bbbef-73a8-4da2-b05f-60f93405c8ba" providerId="ADAL" clId="{7A0A163C-5BAC-46C4-B51C-B27C04650638}" dt="2023-07-16T08:05:27.207" v="36" actId="962"/>
          <ac:picMkLst>
            <pc:docMk/>
            <pc:sldMk cId="0" sldId="269"/>
            <ac:picMk id="6" creationId="{C1ACC2CA-C52B-4FA7-8499-FD37CEC17D1E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47.431" v="39" actId="962"/>
        <pc:sldMkLst>
          <pc:docMk/>
          <pc:sldMk cId="0" sldId="271"/>
        </pc:sldMkLst>
        <pc:picChg chg="add mod">
          <ac:chgData name="Artanago, Kenwyn" userId="280bbbef-73a8-4da2-b05f-60f93405c8ba" providerId="ADAL" clId="{7A0A163C-5BAC-46C4-B51C-B27C04650638}" dt="2023-07-16T08:05:47.431" v="39" actId="962"/>
          <ac:picMkLst>
            <pc:docMk/>
            <pc:sldMk cId="0" sldId="271"/>
            <ac:picMk id="5" creationId="{4E2D619B-3021-4431-81F5-A26B08F775B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55.762" v="45" actId="962"/>
        <pc:sldMkLst>
          <pc:docMk/>
          <pc:sldMk cId="0" sldId="272"/>
        </pc:sldMkLst>
        <pc:picChg chg="add mod">
          <ac:chgData name="Artanago, Kenwyn" userId="280bbbef-73a8-4da2-b05f-60f93405c8ba" providerId="ADAL" clId="{7A0A163C-5BAC-46C4-B51C-B27C04650638}" dt="2023-07-16T08:05:52.539" v="42" actId="962"/>
          <ac:picMkLst>
            <pc:docMk/>
            <pc:sldMk cId="0" sldId="272"/>
            <ac:picMk id="6" creationId="{E5B8E278-73FA-4F16-B04B-D3B1692E9CEA}"/>
          </ac:picMkLst>
        </pc:picChg>
        <pc:picChg chg="add mod">
          <ac:chgData name="Artanago, Kenwyn" userId="280bbbef-73a8-4da2-b05f-60f93405c8ba" providerId="ADAL" clId="{7A0A163C-5BAC-46C4-B51C-B27C04650638}" dt="2023-07-16T08:05:55.762" v="45" actId="962"/>
          <ac:picMkLst>
            <pc:docMk/>
            <pc:sldMk cId="0" sldId="272"/>
            <ac:picMk id="8" creationId="{DB8F484A-028C-4FF1-8B8B-E4ECA9547DE2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0.622" v="48" actId="962"/>
        <pc:sldMkLst>
          <pc:docMk/>
          <pc:sldMk cId="0" sldId="273"/>
        </pc:sldMkLst>
        <pc:picChg chg="add mod">
          <ac:chgData name="Artanago, Kenwyn" userId="280bbbef-73a8-4da2-b05f-60f93405c8ba" providerId="ADAL" clId="{7A0A163C-5BAC-46C4-B51C-B27C04650638}" dt="2023-07-16T08:06:00.622" v="48" actId="962"/>
          <ac:picMkLst>
            <pc:docMk/>
            <pc:sldMk cId="0" sldId="273"/>
            <ac:picMk id="6" creationId="{E9BDB2D3-EB97-4C09-8DF9-9EFF4855250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4.980" v="51" actId="962"/>
        <pc:sldMkLst>
          <pc:docMk/>
          <pc:sldMk cId="0" sldId="274"/>
        </pc:sldMkLst>
        <pc:picChg chg="add mod">
          <ac:chgData name="Artanago, Kenwyn" userId="280bbbef-73a8-4da2-b05f-60f93405c8ba" providerId="ADAL" clId="{7A0A163C-5BAC-46C4-B51C-B27C04650638}" dt="2023-07-16T08:06:04.980" v="51" actId="962"/>
          <ac:picMkLst>
            <pc:docMk/>
            <pc:sldMk cId="0" sldId="274"/>
            <ac:picMk id="6" creationId="{882D19AE-1DE2-431A-90D3-5854848F319E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9.325" v="54" actId="962"/>
        <pc:sldMkLst>
          <pc:docMk/>
          <pc:sldMk cId="0" sldId="275"/>
        </pc:sldMkLst>
        <pc:picChg chg="add mod">
          <ac:chgData name="Artanago, Kenwyn" userId="280bbbef-73a8-4da2-b05f-60f93405c8ba" providerId="ADAL" clId="{7A0A163C-5BAC-46C4-B51C-B27C04650638}" dt="2023-07-16T08:06:09.325" v="54" actId="962"/>
          <ac:picMkLst>
            <pc:docMk/>
            <pc:sldMk cId="0" sldId="275"/>
            <ac:picMk id="6" creationId="{7C075448-7C96-456D-BC1B-84CB1BC1846D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14.011" v="57" actId="962"/>
        <pc:sldMkLst>
          <pc:docMk/>
          <pc:sldMk cId="0" sldId="276"/>
        </pc:sldMkLst>
        <pc:picChg chg="add mod">
          <ac:chgData name="Artanago, Kenwyn" userId="280bbbef-73a8-4da2-b05f-60f93405c8ba" providerId="ADAL" clId="{7A0A163C-5BAC-46C4-B51C-B27C04650638}" dt="2023-07-16T08:06:14.011" v="57" actId="962"/>
          <ac:picMkLst>
            <pc:docMk/>
            <pc:sldMk cId="0" sldId="276"/>
            <ac:picMk id="6" creationId="{B512A7EE-E12B-4D78-AE06-1523029184CA}"/>
          </ac:picMkLst>
        </pc:picChg>
      </pc:sldChg>
      <pc:sldChg chg="modSp mod">
        <pc:chgData name="Artanago, Kenwyn" userId="280bbbef-73a8-4da2-b05f-60f93405c8ba" providerId="ADAL" clId="{7A0A163C-5BAC-46C4-B51C-B27C04650638}" dt="2023-07-16T08:07:52.208" v="85" actId="20577"/>
        <pc:sldMkLst>
          <pc:docMk/>
          <pc:sldMk cId="0" sldId="283"/>
        </pc:sldMkLst>
        <pc:spChg chg="mod">
          <ac:chgData name="Artanago, Kenwyn" userId="280bbbef-73a8-4da2-b05f-60f93405c8ba" providerId="ADAL" clId="{7A0A163C-5BAC-46C4-B51C-B27C04650638}" dt="2023-07-16T08:07:52.208" v="85" actId="20577"/>
          <ac:spMkLst>
            <pc:docMk/>
            <pc:sldMk cId="0" sldId="283"/>
            <ac:spMk id="268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58.889" v="166"/>
        <pc:sldMkLst>
          <pc:docMk/>
          <pc:sldMk cId="0" sldId="284"/>
        </pc:sldMkLst>
        <pc:spChg chg="mod">
          <ac:chgData name="Artanago, Kenwyn" userId="280bbbef-73a8-4da2-b05f-60f93405c8ba" providerId="ADAL" clId="{7A0A163C-5BAC-46C4-B51C-B27C04650638}" dt="2023-07-16T08:15:58.889" v="166"/>
          <ac:spMkLst>
            <pc:docMk/>
            <pc:sldMk cId="0" sldId="284"/>
            <ac:spMk id="274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47.861" v="163"/>
        <pc:sldMkLst>
          <pc:docMk/>
          <pc:sldMk cId="0" sldId="285"/>
        </pc:sldMkLst>
        <pc:spChg chg="mod">
          <ac:chgData name="Artanago, Kenwyn" userId="280bbbef-73a8-4da2-b05f-60f93405c8ba" providerId="ADAL" clId="{7A0A163C-5BAC-46C4-B51C-B27C04650638}" dt="2023-07-16T08:15:47.861" v="163"/>
          <ac:spMkLst>
            <pc:docMk/>
            <pc:sldMk cId="0" sldId="285"/>
            <ac:spMk id="279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32.079" v="160"/>
        <pc:sldMkLst>
          <pc:docMk/>
          <pc:sldMk cId="0" sldId="286"/>
        </pc:sldMkLst>
        <pc:spChg chg="mod">
          <ac:chgData name="Artanago, Kenwyn" userId="280bbbef-73a8-4da2-b05f-60f93405c8ba" providerId="ADAL" clId="{7A0A163C-5BAC-46C4-B51C-B27C04650638}" dt="2023-07-16T08:15:32.079" v="160"/>
          <ac:spMkLst>
            <pc:docMk/>
            <pc:sldMk cId="0" sldId="286"/>
            <ac:spMk id="284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11.407" v="157"/>
        <pc:sldMkLst>
          <pc:docMk/>
          <pc:sldMk cId="0" sldId="287"/>
        </pc:sldMkLst>
        <pc:spChg chg="mod">
          <ac:chgData name="Artanago, Kenwyn" userId="280bbbef-73a8-4da2-b05f-60f93405c8ba" providerId="ADAL" clId="{7A0A163C-5BAC-46C4-B51C-B27C04650638}" dt="2023-07-16T08:15:11.407" v="157"/>
          <ac:spMkLst>
            <pc:docMk/>
            <pc:sldMk cId="0" sldId="287"/>
            <ac:spMk id="289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18:52.124" v="169" actId="962"/>
        <pc:sldMkLst>
          <pc:docMk/>
          <pc:sldMk cId="0" sldId="289"/>
        </pc:sldMkLst>
        <pc:picChg chg="add mod">
          <ac:chgData name="Artanago, Kenwyn" userId="280bbbef-73a8-4da2-b05f-60f93405c8ba" providerId="ADAL" clId="{7A0A163C-5BAC-46C4-B51C-B27C04650638}" dt="2023-07-16T08:18:52.124" v="169" actId="962"/>
          <ac:picMkLst>
            <pc:docMk/>
            <pc:sldMk cId="0" sldId="289"/>
            <ac:picMk id="6" creationId="{4E25DDDA-2232-4DB7-A0AC-5FFC558309C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8:58.014" v="172" actId="962"/>
        <pc:sldMkLst>
          <pc:docMk/>
          <pc:sldMk cId="0" sldId="290"/>
        </pc:sldMkLst>
        <pc:picChg chg="add mod">
          <ac:chgData name="Artanago, Kenwyn" userId="280bbbef-73a8-4da2-b05f-60f93405c8ba" providerId="ADAL" clId="{7A0A163C-5BAC-46C4-B51C-B27C04650638}" dt="2023-07-16T08:18:58.014" v="172" actId="962"/>
          <ac:picMkLst>
            <pc:docMk/>
            <pc:sldMk cId="0" sldId="290"/>
            <ac:picMk id="6" creationId="{9D10FCAE-B7FD-4C9E-8B65-D3A6CA265DC6}"/>
          </ac:picMkLst>
        </pc:picChg>
      </pc:sldChg>
      <pc:sldChg chg="modSp mod">
        <pc:chgData name="Artanago, Kenwyn" userId="280bbbef-73a8-4da2-b05f-60f93405c8ba" providerId="ADAL" clId="{7A0A163C-5BAC-46C4-B51C-B27C04650638}" dt="2023-07-16T08:40:48.394" v="449" actId="207"/>
        <pc:sldMkLst>
          <pc:docMk/>
          <pc:sldMk cId="0" sldId="292"/>
        </pc:sldMkLst>
        <pc:spChg chg="mod">
          <ac:chgData name="Artanago, Kenwyn" userId="280bbbef-73a8-4da2-b05f-60f93405c8ba" providerId="ADAL" clId="{7A0A163C-5BAC-46C4-B51C-B27C04650638}" dt="2023-07-16T08:40:41.111" v="448" actId="207"/>
          <ac:spMkLst>
            <pc:docMk/>
            <pc:sldMk cId="0" sldId="292"/>
            <ac:spMk id="507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40:48.394" v="449" actId="207"/>
          <ac:spMkLst>
            <pc:docMk/>
            <pc:sldMk cId="0" sldId="292"/>
            <ac:spMk id="508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19:03.281" v="175" actId="962"/>
        <pc:sldMkLst>
          <pc:docMk/>
          <pc:sldMk cId="0" sldId="293"/>
        </pc:sldMkLst>
        <pc:picChg chg="add mod">
          <ac:chgData name="Artanago, Kenwyn" userId="280bbbef-73a8-4da2-b05f-60f93405c8ba" providerId="ADAL" clId="{7A0A163C-5BAC-46C4-B51C-B27C04650638}" dt="2023-07-16T08:19:03.281" v="175" actId="962"/>
          <ac:picMkLst>
            <pc:docMk/>
            <pc:sldMk cId="0" sldId="293"/>
            <ac:picMk id="6" creationId="{E241312C-DDFE-481D-9885-6EC66E06F4F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07.422" v="178" actId="962"/>
        <pc:sldMkLst>
          <pc:docMk/>
          <pc:sldMk cId="0" sldId="294"/>
        </pc:sldMkLst>
        <pc:picChg chg="add mod">
          <ac:chgData name="Artanago, Kenwyn" userId="280bbbef-73a8-4da2-b05f-60f93405c8ba" providerId="ADAL" clId="{7A0A163C-5BAC-46C4-B51C-B27C04650638}" dt="2023-07-16T08:19:07.422" v="178" actId="962"/>
          <ac:picMkLst>
            <pc:docMk/>
            <pc:sldMk cId="0" sldId="294"/>
            <ac:picMk id="6" creationId="{F32D0C2D-49F6-482B-8E6F-8DA7F3ECD5C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0.780" v="181" actId="962"/>
        <pc:sldMkLst>
          <pc:docMk/>
          <pc:sldMk cId="0" sldId="295"/>
        </pc:sldMkLst>
        <pc:picChg chg="add mod">
          <ac:chgData name="Artanago, Kenwyn" userId="280bbbef-73a8-4da2-b05f-60f93405c8ba" providerId="ADAL" clId="{7A0A163C-5BAC-46C4-B51C-B27C04650638}" dt="2023-07-16T08:19:10.780" v="181" actId="962"/>
          <ac:picMkLst>
            <pc:docMk/>
            <pc:sldMk cId="0" sldId="295"/>
            <ac:picMk id="6" creationId="{03F0AE7D-A7C6-42CF-BA0B-D42A9B93A72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4.244" v="183" actId="27614"/>
        <pc:sldMkLst>
          <pc:docMk/>
          <pc:sldMk cId="0" sldId="296"/>
        </pc:sldMkLst>
        <pc:picChg chg="add mod">
          <ac:chgData name="Artanago, Kenwyn" userId="280bbbef-73a8-4da2-b05f-60f93405c8ba" providerId="ADAL" clId="{7A0A163C-5BAC-46C4-B51C-B27C04650638}" dt="2023-07-16T08:19:14.244" v="183" actId="27614"/>
          <ac:picMkLst>
            <pc:docMk/>
            <pc:sldMk cId="0" sldId="296"/>
            <ac:picMk id="6" creationId="{89C8C424-80BA-4516-83F6-C1EFFF08FF2C}"/>
          </ac:picMkLst>
        </pc:picChg>
      </pc:sldChg>
      <pc:sldChg chg="modSp mod">
        <pc:chgData name="Artanago, Kenwyn" userId="280bbbef-73a8-4da2-b05f-60f93405c8ba" providerId="ADAL" clId="{7A0A163C-5BAC-46C4-B51C-B27C04650638}" dt="2023-07-16T08:21:46.750" v="231"/>
        <pc:sldMkLst>
          <pc:docMk/>
          <pc:sldMk cId="0" sldId="302"/>
        </pc:sldMkLst>
        <pc:spChg chg="mod">
          <ac:chgData name="Artanago, Kenwyn" userId="280bbbef-73a8-4da2-b05f-60f93405c8ba" providerId="ADAL" clId="{7A0A163C-5BAC-46C4-B51C-B27C04650638}" dt="2023-07-16T08:21:46.750" v="231"/>
          <ac:spMkLst>
            <pc:docMk/>
            <pc:sldMk cId="0" sldId="302"/>
            <ac:spMk id="362" creationId="{00000000-0000-0000-0000-000000000000}"/>
          </ac:spMkLst>
        </pc:spChg>
      </pc:sldChg>
      <pc:sldChg chg="mod modShow">
        <pc:chgData name="Artanago, Kenwyn" userId="280bbbef-73a8-4da2-b05f-60f93405c8ba" providerId="ADAL" clId="{7A0A163C-5BAC-46C4-B51C-B27C04650638}" dt="2023-07-16T08:22:10.207" v="233" actId="729"/>
        <pc:sldMkLst>
          <pc:docMk/>
          <pc:sldMk cId="0" sldId="312"/>
        </pc:sldMkLst>
      </pc:sldChg>
      <pc:sldChg chg="mod modShow">
        <pc:chgData name="Artanago, Kenwyn" userId="280bbbef-73a8-4da2-b05f-60f93405c8ba" providerId="ADAL" clId="{7A0A163C-5BAC-46C4-B51C-B27C04650638}" dt="2023-07-16T08:22:04.872" v="232" actId="729"/>
        <pc:sldMkLst>
          <pc:docMk/>
          <pc:sldMk cId="0" sldId="313"/>
        </pc:sldMkLst>
      </pc:sldChg>
      <pc:sldChg chg="addSp modSp mod">
        <pc:chgData name="Artanago, Kenwyn" userId="280bbbef-73a8-4da2-b05f-60f93405c8ba" providerId="ADAL" clId="{7A0A163C-5BAC-46C4-B51C-B27C04650638}" dt="2023-07-16T08:23:30.364" v="239" actId="14100"/>
        <pc:sldMkLst>
          <pc:docMk/>
          <pc:sldMk cId="0" sldId="316"/>
        </pc:sldMkLst>
        <pc:picChg chg="add mod">
          <ac:chgData name="Artanago, Kenwyn" userId="280bbbef-73a8-4da2-b05f-60f93405c8ba" providerId="ADAL" clId="{7A0A163C-5BAC-46C4-B51C-B27C04650638}" dt="2023-07-16T08:23:30.364" v="239" actId="14100"/>
          <ac:picMkLst>
            <pc:docMk/>
            <pc:sldMk cId="0" sldId="316"/>
            <ac:picMk id="7" creationId="{D8138759-2139-4F5A-83F1-E6B63E6DDC4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3:50.117" v="244" actId="14100"/>
        <pc:sldMkLst>
          <pc:docMk/>
          <pc:sldMk cId="0" sldId="317"/>
        </pc:sldMkLst>
        <pc:picChg chg="add mod">
          <ac:chgData name="Artanago, Kenwyn" userId="280bbbef-73a8-4da2-b05f-60f93405c8ba" providerId="ADAL" clId="{7A0A163C-5BAC-46C4-B51C-B27C04650638}" dt="2023-07-16T08:23:50.117" v="244" actId="14100"/>
          <ac:picMkLst>
            <pc:docMk/>
            <pc:sldMk cId="0" sldId="317"/>
            <ac:picMk id="6" creationId="{B0DCE309-C93F-4058-B8A5-52508967DDF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06.729" v="249" actId="14100"/>
        <pc:sldMkLst>
          <pc:docMk/>
          <pc:sldMk cId="0" sldId="318"/>
        </pc:sldMkLst>
        <pc:picChg chg="add mod">
          <ac:chgData name="Artanago, Kenwyn" userId="280bbbef-73a8-4da2-b05f-60f93405c8ba" providerId="ADAL" clId="{7A0A163C-5BAC-46C4-B51C-B27C04650638}" dt="2023-07-16T08:24:06.729" v="249" actId="14100"/>
          <ac:picMkLst>
            <pc:docMk/>
            <pc:sldMk cId="0" sldId="318"/>
            <ac:picMk id="6" creationId="{95928CC0-8C15-4CBC-976B-F08CF93EFF2C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22.576" v="255" actId="14100"/>
        <pc:sldMkLst>
          <pc:docMk/>
          <pc:sldMk cId="0" sldId="319"/>
        </pc:sldMkLst>
        <pc:picChg chg="add mod">
          <ac:chgData name="Artanago, Kenwyn" userId="280bbbef-73a8-4da2-b05f-60f93405c8ba" providerId="ADAL" clId="{7A0A163C-5BAC-46C4-B51C-B27C04650638}" dt="2023-07-16T08:24:22.576" v="255" actId="14100"/>
          <ac:picMkLst>
            <pc:docMk/>
            <pc:sldMk cId="0" sldId="319"/>
            <ac:picMk id="6" creationId="{F257EE43-15B9-4B46-8BCA-88018739750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33.680" v="260" actId="14100"/>
        <pc:sldMkLst>
          <pc:docMk/>
          <pc:sldMk cId="0" sldId="320"/>
        </pc:sldMkLst>
        <pc:picChg chg="add mod">
          <ac:chgData name="Artanago, Kenwyn" userId="280bbbef-73a8-4da2-b05f-60f93405c8ba" providerId="ADAL" clId="{7A0A163C-5BAC-46C4-B51C-B27C04650638}" dt="2023-07-16T08:24:33.680" v="260" actId="14100"/>
          <ac:picMkLst>
            <pc:docMk/>
            <pc:sldMk cId="0" sldId="320"/>
            <ac:picMk id="6" creationId="{466A901E-5E78-4E55-9150-731838B4FB2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45.122" v="265" actId="14100"/>
        <pc:sldMkLst>
          <pc:docMk/>
          <pc:sldMk cId="0" sldId="321"/>
        </pc:sldMkLst>
        <pc:picChg chg="add mod">
          <ac:chgData name="Artanago, Kenwyn" userId="280bbbef-73a8-4da2-b05f-60f93405c8ba" providerId="ADAL" clId="{7A0A163C-5BAC-46C4-B51C-B27C04650638}" dt="2023-07-16T08:24:45.122" v="265" actId="14100"/>
          <ac:picMkLst>
            <pc:docMk/>
            <pc:sldMk cId="0" sldId="321"/>
            <ac:picMk id="6" creationId="{74557036-9EE8-469B-AACC-AFADA87A73A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57.079" v="270" actId="14100"/>
        <pc:sldMkLst>
          <pc:docMk/>
          <pc:sldMk cId="0" sldId="322"/>
        </pc:sldMkLst>
        <pc:picChg chg="add mod">
          <ac:chgData name="Artanago, Kenwyn" userId="280bbbef-73a8-4da2-b05f-60f93405c8ba" providerId="ADAL" clId="{7A0A163C-5BAC-46C4-B51C-B27C04650638}" dt="2023-07-16T08:24:57.079" v="270" actId="14100"/>
          <ac:picMkLst>
            <pc:docMk/>
            <pc:sldMk cId="0" sldId="322"/>
            <ac:picMk id="6" creationId="{49C5D0CD-DBB4-455B-976E-E1F4C5E868B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07.706" v="275" actId="14100"/>
        <pc:sldMkLst>
          <pc:docMk/>
          <pc:sldMk cId="0" sldId="324"/>
        </pc:sldMkLst>
        <pc:picChg chg="add mod">
          <ac:chgData name="Artanago, Kenwyn" userId="280bbbef-73a8-4da2-b05f-60f93405c8ba" providerId="ADAL" clId="{7A0A163C-5BAC-46C4-B51C-B27C04650638}" dt="2023-07-16T08:25:07.706" v="275" actId="14100"/>
          <ac:picMkLst>
            <pc:docMk/>
            <pc:sldMk cId="0" sldId="324"/>
            <ac:picMk id="6" creationId="{90291670-DD28-46E0-BF36-5B384132718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18.633" v="280" actId="14100"/>
        <pc:sldMkLst>
          <pc:docMk/>
          <pc:sldMk cId="0" sldId="325"/>
        </pc:sldMkLst>
        <pc:picChg chg="add mod">
          <ac:chgData name="Artanago, Kenwyn" userId="280bbbef-73a8-4da2-b05f-60f93405c8ba" providerId="ADAL" clId="{7A0A163C-5BAC-46C4-B51C-B27C04650638}" dt="2023-07-16T08:25:18.633" v="280" actId="14100"/>
          <ac:picMkLst>
            <pc:docMk/>
            <pc:sldMk cId="0" sldId="325"/>
            <ac:picMk id="6" creationId="{74DE1E87-7237-4D82-92D3-8594240BC3E8}"/>
          </ac:picMkLst>
        </pc:picChg>
      </pc:sldChg>
      <pc:sldChg chg="mod modShow">
        <pc:chgData name="Artanago, Kenwyn" userId="280bbbef-73a8-4da2-b05f-60f93405c8ba" providerId="ADAL" clId="{7A0A163C-5BAC-46C4-B51C-B27C04650638}" dt="2023-07-16T09:26:25.532" v="454" actId="729"/>
        <pc:sldMkLst>
          <pc:docMk/>
          <pc:sldMk cId="0" sldId="339"/>
        </pc:sldMkLst>
      </pc:sldChg>
      <pc:sldChg chg="modSp mod">
        <pc:chgData name="Artanago, Kenwyn" userId="280bbbef-73a8-4da2-b05f-60f93405c8ba" providerId="ADAL" clId="{7A0A163C-5BAC-46C4-B51C-B27C04650638}" dt="2023-07-16T08:36:33.575" v="447" actId="20577"/>
        <pc:sldMkLst>
          <pc:docMk/>
          <pc:sldMk cId="0" sldId="340"/>
        </pc:sldMkLst>
        <pc:spChg chg="mod">
          <ac:chgData name="Artanago, Kenwyn" userId="280bbbef-73a8-4da2-b05f-60f93405c8ba" providerId="ADAL" clId="{7A0A163C-5BAC-46C4-B51C-B27C04650638}" dt="2023-07-16T08:36:30.419" v="445" actId="20577"/>
          <ac:spMkLst>
            <pc:docMk/>
            <pc:sldMk cId="0" sldId="340"/>
            <ac:spMk id="559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6:33.575" v="447" actId="20577"/>
          <ac:spMkLst>
            <pc:docMk/>
            <pc:sldMk cId="0" sldId="340"/>
            <ac:spMk id="560" creationId="{00000000-0000-0000-0000-000000000000}"/>
          </ac:spMkLst>
        </pc:spChg>
      </pc:sldChg>
      <pc:sldChg chg="modSp mod ord">
        <pc:chgData name="Artanago, Kenwyn" userId="280bbbef-73a8-4da2-b05f-60f93405c8ba" providerId="ADAL" clId="{7A0A163C-5BAC-46C4-B51C-B27C04650638}" dt="2023-07-16T08:34:10.874" v="437" actId="20577"/>
        <pc:sldMkLst>
          <pc:docMk/>
          <pc:sldMk cId="0" sldId="343"/>
        </pc:sldMkLst>
        <pc:spChg chg="mod">
          <ac:chgData name="Artanago, Kenwyn" userId="280bbbef-73a8-4da2-b05f-60f93405c8ba" providerId="ADAL" clId="{7A0A163C-5BAC-46C4-B51C-B27C04650638}" dt="2023-07-16T08:34:07.779" v="434" actId="20577"/>
          <ac:spMkLst>
            <pc:docMk/>
            <pc:sldMk cId="0" sldId="343"/>
            <ac:spMk id="578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4:10.874" v="437" actId="20577"/>
          <ac:spMkLst>
            <pc:docMk/>
            <pc:sldMk cId="0" sldId="343"/>
            <ac:spMk id="579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34:24.420" v="443" actId="20577"/>
        <pc:sldMkLst>
          <pc:docMk/>
          <pc:sldMk cId="0" sldId="344"/>
        </pc:sldMkLst>
        <pc:spChg chg="mod">
          <ac:chgData name="Artanago, Kenwyn" userId="280bbbef-73a8-4da2-b05f-60f93405c8ba" providerId="ADAL" clId="{7A0A163C-5BAC-46C4-B51C-B27C04650638}" dt="2023-07-16T08:34:21.667" v="440" actId="20577"/>
          <ac:spMkLst>
            <pc:docMk/>
            <pc:sldMk cId="0" sldId="344"/>
            <ac:spMk id="585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4:24.420" v="443" actId="20577"/>
          <ac:spMkLst>
            <pc:docMk/>
            <pc:sldMk cId="0" sldId="344"/>
            <ac:spMk id="586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06:17.982" v="60" actId="962"/>
        <pc:sldMkLst>
          <pc:docMk/>
          <pc:sldMk cId="2138632321" sldId="384"/>
        </pc:sldMkLst>
        <pc:picChg chg="add mod">
          <ac:chgData name="Artanago, Kenwyn" userId="280bbbef-73a8-4da2-b05f-60f93405c8ba" providerId="ADAL" clId="{7A0A163C-5BAC-46C4-B51C-B27C04650638}" dt="2023-07-16T08:06:17.982" v="60" actId="962"/>
          <ac:picMkLst>
            <pc:docMk/>
            <pc:sldMk cId="2138632321" sldId="384"/>
            <ac:picMk id="6" creationId="{34E557EA-A861-4829-84A4-DD7E1A993D8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23.236" v="63" actId="962"/>
        <pc:sldMkLst>
          <pc:docMk/>
          <pc:sldMk cId="2287554166" sldId="385"/>
        </pc:sldMkLst>
        <pc:picChg chg="add mod">
          <ac:chgData name="Artanago, Kenwyn" userId="280bbbef-73a8-4da2-b05f-60f93405c8ba" providerId="ADAL" clId="{7A0A163C-5BAC-46C4-B51C-B27C04650638}" dt="2023-07-16T08:06:23.236" v="63" actId="962"/>
          <ac:picMkLst>
            <pc:docMk/>
            <pc:sldMk cId="2287554166" sldId="385"/>
            <ac:picMk id="6" creationId="{C0D5BFF0-77FA-4064-BC26-49FA0F6D37A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29.553" v="285" actId="14100"/>
        <pc:sldMkLst>
          <pc:docMk/>
          <pc:sldMk cId="2915271513" sldId="386"/>
        </pc:sldMkLst>
        <pc:picChg chg="add mod">
          <ac:chgData name="Artanago, Kenwyn" userId="280bbbef-73a8-4da2-b05f-60f93405c8ba" providerId="ADAL" clId="{7A0A163C-5BAC-46C4-B51C-B27C04650638}" dt="2023-07-16T08:25:29.553" v="285" actId="14100"/>
          <ac:picMkLst>
            <pc:docMk/>
            <pc:sldMk cId="2915271513" sldId="386"/>
            <ac:picMk id="7" creationId="{CB332905-77A7-4B4D-B422-7DB777F0AFF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39.816" v="290" actId="14100"/>
        <pc:sldMkLst>
          <pc:docMk/>
          <pc:sldMk cId="3747739469" sldId="387"/>
        </pc:sldMkLst>
        <pc:picChg chg="add mod">
          <ac:chgData name="Artanago, Kenwyn" userId="280bbbef-73a8-4da2-b05f-60f93405c8ba" providerId="ADAL" clId="{7A0A163C-5BAC-46C4-B51C-B27C04650638}" dt="2023-07-16T08:25:39.816" v="290" actId="14100"/>
          <ac:picMkLst>
            <pc:docMk/>
            <pc:sldMk cId="3747739469" sldId="387"/>
            <ac:picMk id="7" creationId="{396889DC-CAF9-47B0-BAEE-1F33B013CED0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49.632" v="295" actId="14100"/>
        <pc:sldMkLst>
          <pc:docMk/>
          <pc:sldMk cId="2268274077" sldId="388"/>
        </pc:sldMkLst>
        <pc:picChg chg="add mod">
          <ac:chgData name="Artanago, Kenwyn" userId="280bbbef-73a8-4da2-b05f-60f93405c8ba" providerId="ADAL" clId="{7A0A163C-5BAC-46C4-B51C-B27C04650638}" dt="2023-07-16T08:25:49.632" v="295" actId="14100"/>
          <ac:picMkLst>
            <pc:docMk/>
            <pc:sldMk cId="2268274077" sldId="388"/>
            <ac:picMk id="7" creationId="{EB3AC9F6-47A9-4485-AB52-705F0D07F7F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58.353" v="300" actId="14100"/>
        <pc:sldMkLst>
          <pc:docMk/>
          <pc:sldMk cId="4123100765" sldId="389"/>
        </pc:sldMkLst>
        <pc:picChg chg="add mod">
          <ac:chgData name="Artanago, Kenwyn" userId="280bbbef-73a8-4da2-b05f-60f93405c8ba" providerId="ADAL" clId="{7A0A163C-5BAC-46C4-B51C-B27C04650638}" dt="2023-07-16T08:25:58.353" v="300" actId="14100"/>
          <ac:picMkLst>
            <pc:docMk/>
            <pc:sldMk cId="4123100765" sldId="389"/>
            <ac:picMk id="7" creationId="{AC8FB3DD-2794-47B0-A709-9E93A56807C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6:07.382" v="305" actId="14100"/>
        <pc:sldMkLst>
          <pc:docMk/>
          <pc:sldMk cId="1167368597" sldId="390"/>
        </pc:sldMkLst>
        <pc:picChg chg="add mod">
          <ac:chgData name="Artanago, Kenwyn" userId="280bbbef-73a8-4da2-b05f-60f93405c8ba" providerId="ADAL" clId="{7A0A163C-5BAC-46C4-B51C-B27C04650638}" dt="2023-07-16T08:26:07.382" v="305" actId="14100"/>
          <ac:picMkLst>
            <pc:docMk/>
            <pc:sldMk cId="1167368597" sldId="390"/>
            <ac:picMk id="7" creationId="{C93FB76E-F8D4-495B-935E-FD89C00DF73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6:17.059" v="310" actId="14100"/>
        <pc:sldMkLst>
          <pc:docMk/>
          <pc:sldMk cId="2202194069" sldId="391"/>
        </pc:sldMkLst>
        <pc:picChg chg="add mod">
          <ac:chgData name="Artanago, Kenwyn" userId="280bbbef-73a8-4da2-b05f-60f93405c8ba" providerId="ADAL" clId="{7A0A163C-5BAC-46C4-B51C-B27C04650638}" dt="2023-07-16T08:26:17.059" v="310" actId="14100"/>
          <ac:picMkLst>
            <pc:docMk/>
            <pc:sldMk cId="2202194069" sldId="391"/>
            <ac:picMk id="8" creationId="{6A663E29-2AB9-4BC5-AD60-D8E0C0932DFE}"/>
          </ac:picMkLst>
        </pc:picChg>
      </pc:sldChg>
      <pc:sldChg chg="del">
        <pc:chgData name="Artanago, Kenwyn" userId="280bbbef-73a8-4da2-b05f-60f93405c8ba" providerId="ADAL" clId="{7A0A163C-5BAC-46C4-B51C-B27C04650638}" dt="2023-07-16T08:26:46.628" v="311" actId="2696"/>
        <pc:sldMkLst>
          <pc:docMk/>
          <pc:sldMk cId="2588376745" sldId="392"/>
        </pc:sldMkLst>
      </pc:sldChg>
      <pc:sldChg chg="mod modShow">
        <pc:chgData name="Artanago, Kenwyn" userId="280bbbef-73a8-4da2-b05f-60f93405c8ba" providerId="ADAL" clId="{7A0A163C-5BAC-46C4-B51C-B27C04650638}" dt="2023-07-16T08:28:59.896" v="312" actId="729"/>
        <pc:sldMkLst>
          <pc:docMk/>
          <pc:sldMk cId="1201868625" sldId="393"/>
        </pc:sldMkLst>
      </pc:sldChg>
      <pc:sldChg chg="addSp modSp mod">
        <pc:chgData name="Artanago, Kenwyn" userId="280bbbef-73a8-4da2-b05f-60f93405c8ba" providerId="ADAL" clId="{7A0A163C-5BAC-46C4-B51C-B27C04650638}" dt="2023-07-16T08:06:27.262" v="66" actId="962"/>
        <pc:sldMkLst>
          <pc:docMk/>
          <pc:sldMk cId="3947617216" sldId="394"/>
        </pc:sldMkLst>
        <pc:picChg chg="add mod">
          <ac:chgData name="Artanago, Kenwyn" userId="280bbbef-73a8-4da2-b05f-60f93405c8ba" providerId="ADAL" clId="{7A0A163C-5BAC-46C4-B51C-B27C04650638}" dt="2023-07-16T08:06:27.262" v="66" actId="962"/>
          <ac:picMkLst>
            <pc:docMk/>
            <pc:sldMk cId="3947617216" sldId="394"/>
            <ac:picMk id="7" creationId="{08D7E78E-225A-443D-A782-C3E7B97910D2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7.777" v="185" actId="27614"/>
        <pc:sldMkLst>
          <pc:docMk/>
          <pc:sldMk cId="1042451822" sldId="395"/>
        </pc:sldMkLst>
        <pc:picChg chg="add mod">
          <ac:chgData name="Artanago, Kenwyn" userId="280bbbef-73a8-4da2-b05f-60f93405c8ba" providerId="ADAL" clId="{7A0A163C-5BAC-46C4-B51C-B27C04650638}" dt="2023-07-16T08:19:17.777" v="185" actId="27614"/>
          <ac:picMkLst>
            <pc:docMk/>
            <pc:sldMk cId="1042451822" sldId="395"/>
            <ac:picMk id="7" creationId="{35034E99-F463-4EC3-B9C6-0DDD2A42175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21.300" v="188" actId="962"/>
        <pc:sldMkLst>
          <pc:docMk/>
          <pc:sldMk cId="3510275573" sldId="396"/>
        </pc:sldMkLst>
        <pc:picChg chg="add mod">
          <ac:chgData name="Artanago, Kenwyn" userId="280bbbef-73a8-4da2-b05f-60f93405c8ba" providerId="ADAL" clId="{7A0A163C-5BAC-46C4-B51C-B27C04650638}" dt="2023-07-16T08:19:21.300" v="188" actId="962"/>
          <ac:picMkLst>
            <pc:docMk/>
            <pc:sldMk cId="3510275573" sldId="396"/>
            <ac:picMk id="7" creationId="{251766A7-D1C2-447E-9AC2-D46B544BB8A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27.791" v="191" actId="962"/>
        <pc:sldMkLst>
          <pc:docMk/>
          <pc:sldMk cId="2070663167" sldId="397"/>
        </pc:sldMkLst>
        <pc:picChg chg="add mod">
          <ac:chgData name="Artanago, Kenwyn" userId="280bbbef-73a8-4da2-b05f-60f93405c8ba" providerId="ADAL" clId="{7A0A163C-5BAC-46C4-B51C-B27C04650638}" dt="2023-07-16T08:19:27.791" v="191" actId="962"/>
          <ac:picMkLst>
            <pc:docMk/>
            <pc:sldMk cId="2070663167" sldId="397"/>
            <ac:picMk id="7" creationId="{F375D645-2C2F-4A77-9EF6-0CBACA96411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31.402" v="194" actId="962"/>
        <pc:sldMkLst>
          <pc:docMk/>
          <pc:sldMk cId="3313265396" sldId="398"/>
        </pc:sldMkLst>
        <pc:picChg chg="add mod">
          <ac:chgData name="Artanago, Kenwyn" userId="280bbbef-73a8-4da2-b05f-60f93405c8ba" providerId="ADAL" clId="{7A0A163C-5BAC-46C4-B51C-B27C04650638}" dt="2023-07-16T08:19:31.402" v="194" actId="962"/>
          <ac:picMkLst>
            <pc:docMk/>
            <pc:sldMk cId="3313265396" sldId="398"/>
            <ac:picMk id="7" creationId="{E1BD2D39-68AC-474C-8763-C86292A78E8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35.770" v="196" actId="27614"/>
        <pc:sldMkLst>
          <pc:docMk/>
          <pc:sldMk cId="959628280" sldId="399"/>
        </pc:sldMkLst>
        <pc:picChg chg="add mod">
          <ac:chgData name="Artanago, Kenwyn" userId="280bbbef-73a8-4da2-b05f-60f93405c8ba" providerId="ADAL" clId="{7A0A163C-5BAC-46C4-B51C-B27C04650638}" dt="2023-07-16T08:19:35.770" v="196" actId="27614"/>
          <ac:picMkLst>
            <pc:docMk/>
            <pc:sldMk cId="959628280" sldId="399"/>
            <ac:picMk id="7" creationId="{AB3A5FC8-59F5-42B4-9737-D8F15ACA0B7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40.174" v="199" actId="962"/>
        <pc:sldMkLst>
          <pc:docMk/>
          <pc:sldMk cId="3606197727" sldId="400"/>
        </pc:sldMkLst>
        <pc:picChg chg="add mod">
          <ac:chgData name="Artanago, Kenwyn" userId="280bbbef-73a8-4da2-b05f-60f93405c8ba" providerId="ADAL" clId="{7A0A163C-5BAC-46C4-B51C-B27C04650638}" dt="2023-07-16T08:19:40.174" v="199" actId="962"/>
          <ac:picMkLst>
            <pc:docMk/>
            <pc:sldMk cId="3606197727" sldId="400"/>
            <ac:picMk id="7" creationId="{0357CDF9-37AA-4D47-B2D0-3970FA24EB5C}"/>
          </ac:picMkLst>
        </pc:picChg>
      </pc:sldChg>
      <pc:sldChg chg="modSp add mod">
        <pc:chgData name="Artanago, Kenwyn" userId="280bbbef-73a8-4da2-b05f-60f93405c8ba" providerId="ADAL" clId="{7A0A163C-5BAC-46C4-B51C-B27C04650638}" dt="2023-07-16T08:14:58.878" v="154"/>
        <pc:sldMkLst>
          <pc:docMk/>
          <pc:sldMk cId="3598211448" sldId="403"/>
        </pc:sldMkLst>
        <pc:spChg chg="mod">
          <ac:chgData name="Artanago, Kenwyn" userId="280bbbef-73a8-4da2-b05f-60f93405c8ba" providerId="ADAL" clId="{7A0A163C-5BAC-46C4-B51C-B27C04650638}" dt="2023-07-16T08:14:58.878" v="154"/>
          <ac:spMkLst>
            <pc:docMk/>
            <pc:sldMk cId="3598211448" sldId="403"/>
            <ac:spMk id="289" creationId="{00000000-0000-0000-0000-000000000000}"/>
          </ac:spMkLst>
        </pc:spChg>
      </pc:sldChg>
      <pc:sldChg chg="modSp add mod">
        <pc:chgData name="Artanago, Kenwyn" userId="280bbbef-73a8-4da2-b05f-60f93405c8ba" providerId="ADAL" clId="{7A0A163C-5BAC-46C4-B51C-B27C04650638}" dt="2023-07-16T08:14:41.601" v="151"/>
        <pc:sldMkLst>
          <pc:docMk/>
          <pc:sldMk cId="1770506626" sldId="404"/>
        </pc:sldMkLst>
        <pc:spChg chg="mod">
          <ac:chgData name="Artanago, Kenwyn" userId="280bbbef-73a8-4da2-b05f-60f93405c8ba" providerId="ADAL" clId="{7A0A163C-5BAC-46C4-B51C-B27C04650638}" dt="2023-07-16T08:14:41.601" v="151"/>
          <ac:spMkLst>
            <pc:docMk/>
            <pc:sldMk cId="1770506626" sldId="404"/>
            <ac:spMk id="289" creationId="{00000000-0000-0000-0000-000000000000}"/>
          </ac:spMkLst>
        </pc:spChg>
      </pc:sldChg>
      <pc:sldChg chg="modSp add mod">
        <pc:chgData name="Artanago, Kenwyn" userId="280bbbef-73a8-4da2-b05f-60f93405c8ba" providerId="ADAL" clId="{7A0A163C-5BAC-46C4-B51C-B27C04650638}" dt="2023-07-16T08:14:28.294" v="148"/>
        <pc:sldMkLst>
          <pc:docMk/>
          <pc:sldMk cId="3660272692" sldId="405"/>
        </pc:sldMkLst>
        <pc:spChg chg="mod">
          <ac:chgData name="Artanago, Kenwyn" userId="280bbbef-73a8-4da2-b05f-60f93405c8ba" providerId="ADAL" clId="{7A0A163C-5BAC-46C4-B51C-B27C04650638}" dt="2023-07-16T08:14:28.294" v="148"/>
          <ac:spMkLst>
            <pc:docMk/>
            <pc:sldMk cId="3660272692" sldId="405"/>
            <ac:spMk id="289" creationId="{00000000-0000-0000-0000-000000000000}"/>
          </ac:spMkLst>
        </pc:spChg>
      </pc:sldChg>
      <pc:sldChg chg="addSp modSp add mod">
        <pc:chgData name="Artanago, Kenwyn" userId="280bbbef-73a8-4da2-b05f-60f93405c8ba" providerId="ADAL" clId="{7A0A163C-5BAC-46C4-B51C-B27C04650638}" dt="2023-07-16T09:25:15.690" v="453" actId="962"/>
        <pc:sldMkLst>
          <pc:docMk/>
          <pc:sldMk cId="279105068" sldId="406"/>
        </pc:sldMkLst>
        <pc:picChg chg="add mod">
          <ac:chgData name="Artanago, Kenwyn" userId="280bbbef-73a8-4da2-b05f-60f93405c8ba" providerId="ADAL" clId="{7A0A163C-5BAC-46C4-B51C-B27C04650638}" dt="2023-07-16T09:25:15.690" v="453" actId="962"/>
          <ac:picMkLst>
            <pc:docMk/>
            <pc:sldMk cId="279105068" sldId="406"/>
            <ac:picMk id="6" creationId="{AD0CF7D0-67BD-48BB-8F78-98EC0E8C16EA}"/>
          </ac:picMkLst>
        </pc:picChg>
      </pc:sldChg>
      <pc:sldMasterChg chg="modSldLayout">
        <pc:chgData name="Artanago, Kenwyn" userId="280bbbef-73a8-4da2-b05f-60f93405c8ba" providerId="ADAL" clId="{7A0A163C-5BAC-46C4-B51C-B27C04650638}" dt="2023-07-16T08:04:29.165" v="2" actId="20577"/>
        <pc:sldMasterMkLst>
          <pc:docMk/>
          <pc:sldMasterMk cId="0" sldId="2147483648"/>
        </pc:sldMasterMkLst>
        <pc:sldLayoutChg chg="modSp mod">
          <pc:chgData name="Artanago, Kenwyn" userId="280bbbef-73a8-4da2-b05f-60f93405c8ba" providerId="ADAL" clId="{7A0A163C-5BAC-46C4-B51C-B27C04650638}" dt="2023-07-16T08:04:29.165" v="2" actId="20577"/>
          <pc:sldLayoutMkLst>
            <pc:docMk/>
            <pc:sldMasterMk cId="0" sldId="2147483648"/>
            <pc:sldLayoutMk cId="0" sldId="2147483650"/>
          </pc:sldLayoutMkLst>
          <pc:spChg chg="mod">
            <ac:chgData name="Artanago, Kenwyn" userId="280bbbef-73a8-4da2-b05f-60f93405c8ba" providerId="ADAL" clId="{7A0A163C-5BAC-46C4-B51C-B27C04650638}" dt="2023-07-16T08:04:29.165" v="2" actId="20577"/>
            <ac:spMkLst>
              <pc:docMk/>
              <pc:sldMasterMk cId="0" sldId="2147483648"/>
              <pc:sldLayoutMk cId="0" sldId="2147483650"/>
              <ac:spMk id="18" creationId="{00000000-0000-0000-0000-000000000000}"/>
            </ac:spMkLst>
          </pc:spChg>
        </pc:sldLayoutChg>
      </pc:sldMasterChg>
    </pc:docChg>
  </pc:docChgLst>
  <pc:docChgLst>
    <pc:chgData name="Artanago, Kenwyn" userId="280bbbef-73a8-4da2-b05f-60f93405c8ba" providerId="ADAL" clId="{90396D97-E750-4C3D-8AE3-AA8D8721BFDF}"/>
    <pc:docChg chg="undo custSel addSld delSld modSld sldOrd modMainMaster">
      <pc:chgData name="Artanago, Kenwyn" userId="280bbbef-73a8-4da2-b05f-60f93405c8ba" providerId="ADAL" clId="{90396D97-E750-4C3D-8AE3-AA8D8721BFDF}" dt="2023-07-09T10:29:22.197" v="282" actId="729"/>
      <pc:docMkLst>
        <pc:docMk/>
      </pc:docMkLst>
      <pc:sldChg chg="addSp modSp mod">
        <pc:chgData name="Artanago, Kenwyn" userId="280bbbef-73a8-4da2-b05f-60f93405c8ba" providerId="ADAL" clId="{90396D97-E750-4C3D-8AE3-AA8D8721BFDF}" dt="2023-07-09T10:13:14.443" v="3" actId="27614"/>
        <pc:sldMkLst>
          <pc:docMk/>
          <pc:sldMk cId="0" sldId="258"/>
        </pc:sldMkLst>
        <pc:picChg chg="add mod">
          <ac:chgData name="Artanago, Kenwyn" userId="280bbbef-73a8-4da2-b05f-60f93405c8ba" providerId="ADAL" clId="{90396D97-E750-4C3D-8AE3-AA8D8721BFDF}" dt="2023-07-09T10:13:14.443" v="3" actId="27614"/>
          <ac:picMkLst>
            <pc:docMk/>
            <pc:sldMk cId="0" sldId="258"/>
            <ac:picMk id="4" creationId="{6420ADC6-94FF-4019-947D-07A4321E9B6E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16.835" v="6" actId="962"/>
        <pc:sldMkLst>
          <pc:docMk/>
          <pc:sldMk cId="0" sldId="259"/>
        </pc:sldMkLst>
        <pc:picChg chg="add mod">
          <ac:chgData name="Artanago, Kenwyn" userId="280bbbef-73a8-4da2-b05f-60f93405c8ba" providerId="ADAL" clId="{90396D97-E750-4C3D-8AE3-AA8D8721BFDF}" dt="2023-07-09T10:13:16.835" v="6" actId="962"/>
          <ac:picMkLst>
            <pc:docMk/>
            <pc:sldMk cId="0" sldId="259"/>
            <ac:picMk id="3" creationId="{97AAE4DE-6497-4230-A8B2-FED6DE5CB9AF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0.809" v="9" actId="962"/>
        <pc:sldMkLst>
          <pc:docMk/>
          <pc:sldMk cId="0" sldId="260"/>
        </pc:sldMkLst>
        <pc:picChg chg="add mod">
          <ac:chgData name="Artanago, Kenwyn" userId="280bbbef-73a8-4da2-b05f-60f93405c8ba" providerId="ADAL" clId="{90396D97-E750-4C3D-8AE3-AA8D8721BFDF}" dt="2023-07-09T10:13:20.809" v="9" actId="962"/>
          <ac:picMkLst>
            <pc:docMk/>
            <pc:sldMk cId="0" sldId="260"/>
            <ac:picMk id="4" creationId="{9725AFFB-58D6-4129-9964-EFCF562866F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3.811" v="12" actId="962"/>
        <pc:sldMkLst>
          <pc:docMk/>
          <pc:sldMk cId="0" sldId="261"/>
        </pc:sldMkLst>
        <pc:picChg chg="add mod">
          <ac:chgData name="Artanago, Kenwyn" userId="280bbbef-73a8-4da2-b05f-60f93405c8ba" providerId="ADAL" clId="{90396D97-E750-4C3D-8AE3-AA8D8721BFDF}" dt="2023-07-09T10:13:23.811" v="12" actId="962"/>
          <ac:picMkLst>
            <pc:docMk/>
            <pc:sldMk cId="0" sldId="261"/>
            <ac:picMk id="5" creationId="{C37B4DBE-F88B-4602-9B19-36B32BFDE49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8.505" v="14" actId="27614"/>
        <pc:sldMkLst>
          <pc:docMk/>
          <pc:sldMk cId="0" sldId="262"/>
        </pc:sldMkLst>
        <pc:picChg chg="add mod">
          <ac:chgData name="Artanago, Kenwyn" userId="280bbbef-73a8-4da2-b05f-60f93405c8ba" providerId="ADAL" clId="{90396D97-E750-4C3D-8AE3-AA8D8721BFDF}" dt="2023-07-09T10:13:28.505" v="14" actId="27614"/>
          <ac:picMkLst>
            <pc:docMk/>
            <pc:sldMk cId="0" sldId="262"/>
            <ac:picMk id="5" creationId="{5BC1CCEE-4BAB-4D26-A4B3-6D3C2B1A5042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1.771" v="17" actId="962"/>
        <pc:sldMkLst>
          <pc:docMk/>
          <pc:sldMk cId="0" sldId="263"/>
        </pc:sldMkLst>
        <pc:picChg chg="add mod">
          <ac:chgData name="Artanago, Kenwyn" userId="280bbbef-73a8-4da2-b05f-60f93405c8ba" providerId="ADAL" clId="{90396D97-E750-4C3D-8AE3-AA8D8721BFDF}" dt="2023-07-09T10:13:31.771" v="17" actId="962"/>
          <ac:picMkLst>
            <pc:docMk/>
            <pc:sldMk cId="0" sldId="263"/>
            <ac:picMk id="5" creationId="{76649406-33C6-4314-BE29-4FE44E13C78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5.693" v="20" actId="962"/>
        <pc:sldMkLst>
          <pc:docMk/>
          <pc:sldMk cId="0" sldId="264"/>
        </pc:sldMkLst>
        <pc:picChg chg="add mod">
          <ac:chgData name="Artanago, Kenwyn" userId="280bbbef-73a8-4da2-b05f-60f93405c8ba" providerId="ADAL" clId="{90396D97-E750-4C3D-8AE3-AA8D8721BFDF}" dt="2023-07-09T10:13:35.693" v="20" actId="962"/>
          <ac:picMkLst>
            <pc:docMk/>
            <pc:sldMk cId="0" sldId="264"/>
            <ac:picMk id="5" creationId="{755D0104-D1B1-4F41-AC59-BB45A6C9108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8.988" v="23" actId="962"/>
        <pc:sldMkLst>
          <pc:docMk/>
          <pc:sldMk cId="0" sldId="265"/>
        </pc:sldMkLst>
        <pc:picChg chg="add mod">
          <ac:chgData name="Artanago, Kenwyn" userId="280bbbef-73a8-4da2-b05f-60f93405c8ba" providerId="ADAL" clId="{90396D97-E750-4C3D-8AE3-AA8D8721BFDF}" dt="2023-07-09T10:13:38.988" v="23" actId="962"/>
          <ac:picMkLst>
            <pc:docMk/>
            <pc:sldMk cId="0" sldId="265"/>
            <ac:picMk id="5" creationId="{A0CD3CF6-2614-4EC7-BF8B-1110E7768DE8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44.931" v="26" actId="962"/>
        <pc:sldMkLst>
          <pc:docMk/>
          <pc:sldMk cId="0" sldId="266"/>
        </pc:sldMkLst>
        <pc:picChg chg="add mod">
          <ac:chgData name="Artanago, Kenwyn" userId="280bbbef-73a8-4da2-b05f-60f93405c8ba" providerId="ADAL" clId="{90396D97-E750-4C3D-8AE3-AA8D8721BFDF}" dt="2023-07-09T10:13:44.931" v="26" actId="962"/>
          <ac:picMkLst>
            <pc:docMk/>
            <pc:sldMk cId="0" sldId="266"/>
            <ac:picMk id="5" creationId="{B7F077E7-A411-49EE-B253-EEC4966A859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18.315" v="29" actId="962"/>
        <pc:sldMkLst>
          <pc:docMk/>
          <pc:sldMk cId="0" sldId="267"/>
        </pc:sldMkLst>
        <pc:picChg chg="add mod">
          <ac:chgData name="Artanago, Kenwyn" userId="280bbbef-73a8-4da2-b05f-60f93405c8ba" providerId="ADAL" clId="{90396D97-E750-4C3D-8AE3-AA8D8721BFDF}" dt="2023-07-09T10:14:18.315" v="29" actId="962"/>
          <ac:picMkLst>
            <pc:docMk/>
            <pc:sldMk cId="0" sldId="267"/>
            <ac:picMk id="5" creationId="{4B338D43-8F94-46B4-A368-86D7E7128BC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29.432" v="31" actId="27614"/>
        <pc:sldMkLst>
          <pc:docMk/>
          <pc:sldMk cId="0" sldId="268"/>
        </pc:sldMkLst>
        <pc:picChg chg="add mod">
          <ac:chgData name="Artanago, Kenwyn" userId="280bbbef-73a8-4da2-b05f-60f93405c8ba" providerId="ADAL" clId="{90396D97-E750-4C3D-8AE3-AA8D8721BFDF}" dt="2023-07-09T10:14:29.432" v="31" actId="27614"/>
          <ac:picMkLst>
            <pc:docMk/>
            <pc:sldMk cId="0" sldId="268"/>
            <ac:picMk id="5" creationId="{58D45BAF-81EE-4CC4-8FBD-A35EA67E547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32.263" v="34" actId="962"/>
        <pc:sldMkLst>
          <pc:docMk/>
          <pc:sldMk cId="0" sldId="269"/>
        </pc:sldMkLst>
        <pc:picChg chg="add mod">
          <ac:chgData name="Artanago, Kenwyn" userId="280bbbef-73a8-4da2-b05f-60f93405c8ba" providerId="ADAL" clId="{90396D97-E750-4C3D-8AE3-AA8D8721BFDF}" dt="2023-07-09T10:14:32.263" v="34" actId="962"/>
          <ac:picMkLst>
            <pc:docMk/>
            <pc:sldMk cId="0" sldId="269"/>
            <ac:picMk id="5" creationId="{CB117C9D-89C9-4BF5-B11F-10E323858EF5}"/>
          </ac:picMkLst>
        </pc:picChg>
      </pc:sldChg>
      <pc:sldChg chg="addSp delSp modSp mod">
        <pc:chgData name="Artanago, Kenwyn" userId="280bbbef-73a8-4da2-b05f-60f93405c8ba" providerId="ADAL" clId="{90396D97-E750-4C3D-8AE3-AA8D8721BFDF}" dt="2023-07-09T10:16:40.551" v="43" actId="14100"/>
        <pc:sldMkLst>
          <pc:docMk/>
          <pc:sldMk cId="0" sldId="271"/>
        </pc:sldMkLst>
        <pc:picChg chg="add del mod">
          <ac:chgData name="Artanago, Kenwyn" userId="280bbbef-73a8-4da2-b05f-60f93405c8ba" providerId="ADAL" clId="{90396D97-E750-4C3D-8AE3-AA8D8721BFDF}" dt="2023-07-09T10:16:14.440" v="38" actId="478"/>
          <ac:picMkLst>
            <pc:docMk/>
            <pc:sldMk cId="0" sldId="271"/>
            <ac:picMk id="5" creationId="{CAF7135B-4FF7-41BE-AC3C-6AC49CFD0CBC}"/>
          </ac:picMkLst>
        </pc:picChg>
        <pc:picChg chg="add mod">
          <ac:chgData name="Artanago, Kenwyn" userId="280bbbef-73a8-4da2-b05f-60f93405c8ba" providerId="ADAL" clId="{90396D97-E750-4C3D-8AE3-AA8D8721BFDF}" dt="2023-07-09T10:16:40.551" v="43" actId="14100"/>
          <ac:picMkLst>
            <pc:docMk/>
            <pc:sldMk cId="0" sldId="271"/>
            <ac:picMk id="7" creationId="{7F178205-9F17-42E1-95F4-32372446BFE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6:52.298" v="48" actId="14100"/>
        <pc:sldMkLst>
          <pc:docMk/>
          <pc:sldMk cId="0" sldId="272"/>
        </pc:sldMkLst>
        <pc:picChg chg="add mod">
          <ac:chgData name="Artanago, Kenwyn" userId="280bbbef-73a8-4da2-b05f-60f93405c8ba" providerId="ADAL" clId="{90396D97-E750-4C3D-8AE3-AA8D8721BFDF}" dt="2023-07-09T10:16:52.298" v="48" actId="14100"/>
          <ac:picMkLst>
            <pc:docMk/>
            <pc:sldMk cId="0" sldId="272"/>
            <ac:picMk id="5" creationId="{2BDAEA6B-FF91-42B9-AF28-0A14117EE627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02.553" v="53" actId="14100"/>
        <pc:sldMkLst>
          <pc:docMk/>
          <pc:sldMk cId="0" sldId="273"/>
        </pc:sldMkLst>
        <pc:picChg chg="add mod">
          <ac:chgData name="Artanago, Kenwyn" userId="280bbbef-73a8-4da2-b05f-60f93405c8ba" providerId="ADAL" clId="{90396D97-E750-4C3D-8AE3-AA8D8721BFDF}" dt="2023-07-09T10:17:02.553" v="53" actId="14100"/>
          <ac:picMkLst>
            <pc:docMk/>
            <pc:sldMk cId="0" sldId="273"/>
            <ac:picMk id="5" creationId="{9824AB3D-FC32-48E0-A0C1-FB36A70BC17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13.613" v="58" actId="14100"/>
        <pc:sldMkLst>
          <pc:docMk/>
          <pc:sldMk cId="0" sldId="274"/>
        </pc:sldMkLst>
        <pc:picChg chg="add mod">
          <ac:chgData name="Artanago, Kenwyn" userId="280bbbef-73a8-4da2-b05f-60f93405c8ba" providerId="ADAL" clId="{90396D97-E750-4C3D-8AE3-AA8D8721BFDF}" dt="2023-07-09T10:17:13.613" v="58" actId="14100"/>
          <ac:picMkLst>
            <pc:docMk/>
            <pc:sldMk cId="0" sldId="274"/>
            <ac:picMk id="5" creationId="{8422990C-58C3-4BC6-9787-ED46D4733B2E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26.170" v="63" actId="14100"/>
        <pc:sldMkLst>
          <pc:docMk/>
          <pc:sldMk cId="0" sldId="275"/>
        </pc:sldMkLst>
        <pc:picChg chg="add mod">
          <ac:chgData name="Artanago, Kenwyn" userId="280bbbef-73a8-4da2-b05f-60f93405c8ba" providerId="ADAL" clId="{90396D97-E750-4C3D-8AE3-AA8D8721BFDF}" dt="2023-07-09T10:17:26.170" v="63" actId="14100"/>
          <ac:picMkLst>
            <pc:docMk/>
            <pc:sldMk cId="0" sldId="275"/>
            <ac:picMk id="5" creationId="{73692636-481A-4945-88DA-0633C2DF9CD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36.420" v="68" actId="14100"/>
        <pc:sldMkLst>
          <pc:docMk/>
          <pc:sldMk cId="0" sldId="276"/>
        </pc:sldMkLst>
        <pc:picChg chg="add mod">
          <ac:chgData name="Artanago, Kenwyn" userId="280bbbef-73a8-4da2-b05f-60f93405c8ba" providerId="ADAL" clId="{90396D97-E750-4C3D-8AE3-AA8D8721BFDF}" dt="2023-07-09T10:17:36.420" v="68" actId="14100"/>
          <ac:picMkLst>
            <pc:docMk/>
            <pc:sldMk cId="0" sldId="276"/>
            <ac:picMk id="5" creationId="{ED717F3B-9AEC-4418-B9E7-2CE4D95ACA6A}"/>
          </ac:picMkLst>
        </pc:picChg>
      </pc:sldChg>
      <pc:sldChg chg="modSp mod">
        <pc:chgData name="Artanago, Kenwyn" userId="280bbbef-73a8-4da2-b05f-60f93405c8ba" providerId="ADAL" clId="{90396D97-E750-4C3D-8AE3-AA8D8721BFDF}" dt="2023-07-09T10:18:50.834" v="90" actId="20577"/>
        <pc:sldMkLst>
          <pc:docMk/>
          <pc:sldMk cId="0" sldId="283"/>
        </pc:sldMkLst>
        <pc:spChg chg="mod">
          <ac:chgData name="Artanago, Kenwyn" userId="280bbbef-73a8-4da2-b05f-60f93405c8ba" providerId="ADAL" clId="{90396D97-E750-4C3D-8AE3-AA8D8721BFDF}" dt="2023-07-09T10:18:50.834" v="90" actId="20577"/>
          <ac:spMkLst>
            <pc:docMk/>
            <pc:sldMk cId="0" sldId="283"/>
            <ac:spMk id="268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06.635" v="101"/>
        <pc:sldMkLst>
          <pc:docMk/>
          <pc:sldMk cId="0" sldId="284"/>
        </pc:sldMkLst>
        <pc:spChg chg="mod">
          <ac:chgData name="Artanago, Kenwyn" userId="280bbbef-73a8-4da2-b05f-60f93405c8ba" providerId="ADAL" clId="{90396D97-E750-4C3D-8AE3-AA8D8721BFDF}" dt="2023-07-09T10:21:06.635" v="101"/>
          <ac:spMkLst>
            <pc:docMk/>
            <pc:sldMk cId="0" sldId="284"/>
            <ac:spMk id="274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16.969" v="104"/>
        <pc:sldMkLst>
          <pc:docMk/>
          <pc:sldMk cId="0" sldId="285"/>
        </pc:sldMkLst>
        <pc:spChg chg="mod">
          <ac:chgData name="Artanago, Kenwyn" userId="280bbbef-73a8-4da2-b05f-60f93405c8ba" providerId="ADAL" clId="{90396D97-E750-4C3D-8AE3-AA8D8721BFDF}" dt="2023-07-09T10:21:16.969" v="104"/>
          <ac:spMkLst>
            <pc:docMk/>
            <pc:sldMk cId="0" sldId="285"/>
            <ac:spMk id="279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27.448" v="107"/>
        <pc:sldMkLst>
          <pc:docMk/>
          <pc:sldMk cId="0" sldId="286"/>
        </pc:sldMkLst>
        <pc:spChg chg="mod">
          <ac:chgData name="Artanago, Kenwyn" userId="280bbbef-73a8-4da2-b05f-60f93405c8ba" providerId="ADAL" clId="{90396D97-E750-4C3D-8AE3-AA8D8721BFDF}" dt="2023-07-09T10:21:27.448" v="107"/>
          <ac:spMkLst>
            <pc:docMk/>
            <pc:sldMk cId="0" sldId="286"/>
            <ac:spMk id="284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39.553" v="110"/>
        <pc:sldMkLst>
          <pc:docMk/>
          <pc:sldMk cId="0" sldId="287"/>
        </pc:sldMkLst>
        <pc:spChg chg="mod">
          <ac:chgData name="Artanago, Kenwyn" userId="280bbbef-73a8-4da2-b05f-60f93405c8ba" providerId="ADAL" clId="{90396D97-E750-4C3D-8AE3-AA8D8721BFDF}" dt="2023-07-09T10:21:39.553" v="110"/>
          <ac:spMkLst>
            <pc:docMk/>
            <pc:sldMk cId="0" sldId="287"/>
            <ac:spMk id="289" creationId="{00000000-0000-0000-0000-000000000000}"/>
          </ac:spMkLst>
        </pc:spChg>
      </pc:sldChg>
      <pc:sldChg chg="addSp modSp mod">
        <pc:chgData name="Artanago, Kenwyn" userId="280bbbef-73a8-4da2-b05f-60f93405c8ba" providerId="ADAL" clId="{90396D97-E750-4C3D-8AE3-AA8D8721BFDF}" dt="2023-07-09T10:22:31.363" v="114" actId="962"/>
        <pc:sldMkLst>
          <pc:docMk/>
          <pc:sldMk cId="0" sldId="289"/>
        </pc:sldMkLst>
        <pc:picChg chg="add mod">
          <ac:chgData name="Artanago, Kenwyn" userId="280bbbef-73a8-4da2-b05f-60f93405c8ba" providerId="ADAL" clId="{90396D97-E750-4C3D-8AE3-AA8D8721BFDF}" dt="2023-07-09T10:22:31.363" v="114" actId="962"/>
          <ac:picMkLst>
            <pc:docMk/>
            <pc:sldMk cId="0" sldId="289"/>
            <ac:picMk id="5" creationId="{D9C208C2-207D-4930-BF73-CA503EED1136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36.039" v="117" actId="962"/>
        <pc:sldMkLst>
          <pc:docMk/>
          <pc:sldMk cId="0" sldId="290"/>
        </pc:sldMkLst>
        <pc:picChg chg="add mod">
          <ac:chgData name="Artanago, Kenwyn" userId="280bbbef-73a8-4da2-b05f-60f93405c8ba" providerId="ADAL" clId="{90396D97-E750-4C3D-8AE3-AA8D8721BFDF}" dt="2023-07-09T10:22:36.039" v="117" actId="962"/>
          <ac:picMkLst>
            <pc:docMk/>
            <pc:sldMk cId="0" sldId="290"/>
            <ac:picMk id="5" creationId="{32887D63-37EE-4FA7-A654-EE41FE76E98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0.596" v="119" actId="27614"/>
        <pc:sldMkLst>
          <pc:docMk/>
          <pc:sldMk cId="0" sldId="293"/>
        </pc:sldMkLst>
        <pc:picChg chg="add mod">
          <ac:chgData name="Artanago, Kenwyn" userId="280bbbef-73a8-4da2-b05f-60f93405c8ba" providerId="ADAL" clId="{90396D97-E750-4C3D-8AE3-AA8D8721BFDF}" dt="2023-07-09T10:22:40.596" v="119" actId="27614"/>
          <ac:picMkLst>
            <pc:docMk/>
            <pc:sldMk cId="0" sldId="293"/>
            <ac:picMk id="5" creationId="{18BAE9A6-1888-4BDA-AF54-EF093FA833C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4.550" v="121" actId="27614"/>
        <pc:sldMkLst>
          <pc:docMk/>
          <pc:sldMk cId="0" sldId="294"/>
        </pc:sldMkLst>
        <pc:picChg chg="add mod">
          <ac:chgData name="Artanago, Kenwyn" userId="280bbbef-73a8-4da2-b05f-60f93405c8ba" providerId="ADAL" clId="{90396D97-E750-4C3D-8AE3-AA8D8721BFDF}" dt="2023-07-09T10:22:44.550" v="121" actId="27614"/>
          <ac:picMkLst>
            <pc:docMk/>
            <pc:sldMk cId="0" sldId="294"/>
            <ac:picMk id="5" creationId="{DEBD2520-2D07-4F17-A216-293AD86D558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8.378" v="124" actId="962"/>
        <pc:sldMkLst>
          <pc:docMk/>
          <pc:sldMk cId="0" sldId="295"/>
        </pc:sldMkLst>
        <pc:picChg chg="add mod">
          <ac:chgData name="Artanago, Kenwyn" userId="280bbbef-73a8-4da2-b05f-60f93405c8ba" providerId="ADAL" clId="{90396D97-E750-4C3D-8AE3-AA8D8721BFDF}" dt="2023-07-09T10:22:48.378" v="124" actId="962"/>
          <ac:picMkLst>
            <pc:docMk/>
            <pc:sldMk cId="0" sldId="295"/>
            <ac:picMk id="5" creationId="{CEAEE308-75FC-4874-A3FA-5D9903E3CB63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56.247" v="127" actId="962"/>
        <pc:sldMkLst>
          <pc:docMk/>
          <pc:sldMk cId="0" sldId="296"/>
        </pc:sldMkLst>
        <pc:picChg chg="add mod">
          <ac:chgData name="Artanago, Kenwyn" userId="280bbbef-73a8-4da2-b05f-60f93405c8ba" providerId="ADAL" clId="{90396D97-E750-4C3D-8AE3-AA8D8721BFDF}" dt="2023-07-09T10:22:56.247" v="127" actId="962"/>
          <ac:picMkLst>
            <pc:docMk/>
            <pc:sldMk cId="0" sldId="296"/>
            <ac:picMk id="5" creationId="{82794D30-4699-4142-8A1F-073D144AD3C1}"/>
          </ac:picMkLst>
        </pc:picChg>
      </pc:sldChg>
      <pc:sldChg chg="modSp mod">
        <pc:chgData name="Artanago, Kenwyn" userId="280bbbef-73a8-4da2-b05f-60f93405c8ba" providerId="ADAL" clId="{90396D97-E750-4C3D-8AE3-AA8D8721BFDF}" dt="2023-07-09T10:24:44.468" v="216" actId="20577"/>
        <pc:sldMkLst>
          <pc:docMk/>
          <pc:sldMk cId="0" sldId="302"/>
        </pc:sldMkLst>
        <pc:spChg chg="mod">
          <ac:chgData name="Artanago, Kenwyn" userId="280bbbef-73a8-4da2-b05f-60f93405c8ba" providerId="ADAL" clId="{90396D97-E750-4C3D-8AE3-AA8D8721BFDF}" dt="2023-07-09T10:24:44.468" v="216" actId="20577"/>
          <ac:spMkLst>
            <pc:docMk/>
            <pc:sldMk cId="0" sldId="302"/>
            <ac:spMk id="362" creationId="{00000000-0000-0000-0000-000000000000}"/>
          </ac:spMkLst>
        </pc:spChg>
      </pc:sldChg>
      <pc:sldChg chg="mod modShow">
        <pc:chgData name="Artanago, Kenwyn" userId="280bbbef-73a8-4da2-b05f-60f93405c8ba" providerId="ADAL" clId="{90396D97-E750-4C3D-8AE3-AA8D8721BFDF}" dt="2023-07-09T10:24:59.802" v="218" actId="729"/>
        <pc:sldMkLst>
          <pc:docMk/>
          <pc:sldMk cId="0" sldId="311"/>
        </pc:sldMkLst>
      </pc:sldChg>
      <pc:sldChg chg="mod modShow">
        <pc:chgData name="Artanago, Kenwyn" userId="280bbbef-73a8-4da2-b05f-60f93405c8ba" providerId="ADAL" clId="{90396D97-E750-4C3D-8AE3-AA8D8721BFDF}" dt="2023-07-09T10:24:57.302" v="217" actId="729"/>
        <pc:sldMkLst>
          <pc:docMk/>
          <pc:sldMk cId="0" sldId="312"/>
        </pc:sldMkLst>
      </pc:sldChg>
      <pc:sldChg chg="addSp modSp mod">
        <pc:chgData name="Artanago, Kenwyn" userId="280bbbef-73a8-4da2-b05f-60f93405c8ba" providerId="ADAL" clId="{90396D97-E750-4C3D-8AE3-AA8D8721BFDF}" dt="2023-07-09T10:26:14.078" v="220" actId="27614"/>
        <pc:sldMkLst>
          <pc:docMk/>
          <pc:sldMk cId="0" sldId="316"/>
        </pc:sldMkLst>
        <pc:picChg chg="add mod">
          <ac:chgData name="Artanago, Kenwyn" userId="280bbbef-73a8-4da2-b05f-60f93405c8ba" providerId="ADAL" clId="{90396D97-E750-4C3D-8AE3-AA8D8721BFDF}" dt="2023-07-09T10:26:14.078" v="220" actId="27614"/>
          <ac:picMkLst>
            <pc:docMk/>
            <pc:sldMk cId="0" sldId="316"/>
            <ac:picMk id="6" creationId="{E3C36F39-9A57-4424-BFF3-3B8E361C1CC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19.456" v="223" actId="962"/>
        <pc:sldMkLst>
          <pc:docMk/>
          <pc:sldMk cId="0" sldId="317"/>
        </pc:sldMkLst>
        <pc:picChg chg="add mod">
          <ac:chgData name="Artanago, Kenwyn" userId="280bbbef-73a8-4da2-b05f-60f93405c8ba" providerId="ADAL" clId="{90396D97-E750-4C3D-8AE3-AA8D8721BFDF}" dt="2023-07-09T10:26:19.456" v="223" actId="962"/>
          <ac:picMkLst>
            <pc:docMk/>
            <pc:sldMk cId="0" sldId="317"/>
            <ac:picMk id="5" creationId="{A0EEE2B9-7D45-485F-A6CC-C32F1CF3D4D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3.390" v="225" actId="27614"/>
        <pc:sldMkLst>
          <pc:docMk/>
          <pc:sldMk cId="0" sldId="318"/>
        </pc:sldMkLst>
        <pc:picChg chg="add mod">
          <ac:chgData name="Artanago, Kenwyn" userId="280bbbef-73a8-4da2-b05f-60f93405c8ba" providerId="ADAL" clId="{90396D97-E750-4C3D-8AE3-AA8D8721BFDF}" dt="2023-07-09T10:26:23.390" v="225" actId="27614"/>
          <ac:picMkLst>
            <pc:docMk/>
            <pc:sldMk cId="0" sldId="318"/>
            <ac:picMk id="5" creationId="{E6E8A6E8-489C-4C48-88D8-10D1A4126C4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6.845" v="228" actId="962"/>
        <pc:sldMkLst>
          <pc:docMk/>
          <pc:sldMk cId="0" sldId="319"/>
        </pc:sldMkLst>
        <pc:picChg chg="add mod">
          <ac:chgData name="Artanago, Kenwyn" userId="280bbbef-73a8-4da2-b05f-60f93405c8ba" providerId="ADAL" clId="{90396D97-E750-4C3D-8AE3-AA8D8721BFDF}" dt="2023-07-09T10:26:26.845" v="228" actId="962"/>
          <ac:picMkLst>
            <pc:docMk/>
            <pc:sldMk cId="0" sldId="319"/>
            <ac:picMk id="5" creationId="{87E5CFC1-2171-4BEF-B6F2-709C68ACC7E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9.995" v="231" actId="962"/>
        <pc:sldMkLst>
          <pc:docMk/>
          <pc:sldMk cId="0" sldId="320"/>
        </pc:sldMkLst>
        <pc:picChg chg="add mod">
          <ac:chgData name="Artanago, Kenwyn" userId="280bbbef-73a8-4da2-b05f-60f93405c8ba" providerId="ADAL" clId="{90396D97-E750-4C3D-8AE3-AA8D8721BFDF}" dt="2023-07-09T10:26:29.995" v="231" actId="962"/>
          <ac:picMkLst>
            <pc:docMk/>
            <pc:sldMk cId="0" sldId="320"/>
            <ac:picMk id="5" creationId="{6F12E10B-CE23-4130-AC1F-8A53E70EA249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34.382" v="233" actId="27614"/>
        <pc:sldMkLst>
          <pc:docMk/>
          <pc:sldMk cId="0" sldId="321"/>
        </pc:sldMkLst>
        <pc:picChg chg="add mod">
          <ac:chgData name="Artanago, Kenwyn" userId="280bbbef-73a8-4da2-b05f-60f93405c8ba" providerId="ADAL" clId="{90396D97-E750-4C3D-8AE3-AA8D8721BFDF}" dt="2023-07-09T10:26:34.382" v="233" actId="27614"/>
          <ac:picMkLst>
            <pc:docMk/>
            <pc:sldMk cId="0" sldId="321"/>
            <ac:picMk id="5" creationId="{BD7FC223-EDC4-4724-9682-C1744728753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37.429" v="235" actId="27614"/>
        <pc:sldMkLst>
          <pc:docMk/>
          <pc:sldMk cId="0" sldId="322"/>
        </pc:sldMkLst>
        <pc:picChg chg="add mod">
          <ac:chgData name="Artanago, Kenwyn" userId="280bbbef-73a8-4da2-b05f-60f93405c8ba" providerId="ADAL" clId="{90396D97-E750-4C3D-8AE3-AA8D8721BFDF}" dt="2023-07-09T10:26:37.429" v="235" actId="27614"/>
          <ac:picMkLst>
            <pc:docMk/>
            <pc:sldMk cId="0" sldId="322"/>
            <ac:picMk id="5" creationId="{DD0A12AF-3A2D-4305-B956-94EA47873A8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0.530" v="237" actId="27614"/>
        <pc:sldMkLst>
          <pc:docMk/>
          <pc:sldMk cId="0" sldId="324"/>
        </pc:sldMkLst>
        <pc:picChg chg="add mod">
          <ac:chgData name="Artanago, Kenwyn" userId="280bbbef-73a8-4da2-b05f-60f93405c8ba" providerId="ADAL" clId="{90396D97-E750-4C3D-8AE3-AA8D8721BFDF}" dt="2023-07-09T10:26:40.530" v="237" actId="27614"/>
          <ac:picMkLst>
            <pc:docMk/>
            <pc:sldMk cId="0" sldId="324"/>
            <ac:picMk id="5" creationId="{B496E930-761C-4511-8051-19CE27E50C3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3.760" v="239" actId="27614"/>
        <pc:sldMkLst>
          <pc:docMk/>
          <pc:sldMk cId="0" sldId="325"/>
        </pc:sldMkLst>
        <pc:picChg chg="add mod">
          <ac:chgData name="Artanago, Kenwyn" userId="280bbbef-73a8-4da2-b05f-60f93405c8ba" providerId="ADAL" clId="{90396D97-E750-4C3D-8AE3-AA8D8721BFDF}" dt="2023-07-09T10:26:43.760" v="239" actId="27614"/>
          <ac:picMkLst>
            <pc:docMk/>
            <pc:sldMk cId="0" sldId="325"/>
            <ac:picMk id="5" creationId="{62B322EB-7AAF-4DE0-B917-A714AC2C9EDF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49.220" v="257" actId="962"/>
        <pc:sldMkLst>
          <pc:docMk/>
          <pc:sldMk cId="0" sldId="333"/>
        </pc:sldMkLst>
        <pc:picChg chg="add mod">
          <ac:chgData name="Artanago, Kenwyn" userId="280bbbef-73a8-4da2-b05f-60f93405c8ba" providerId="ADAL" clId="{90396D97-E750-4C3D-8AE3-AA8D8721BFDF}" dt="2023-07-09T10:27:49.220" v="257" actId="962"/>
          <ac:picMkLst>
            <pc:docMk/>
            <pc:sldMk cId="0" sldId="333"/>
            <ac:picMk id="4" creationId="{EDE0BB35-2B6E-4CCE-A628-83E10D34A0A5}"/>
          </ac:picMkLst>
        </pc:picChg>
      </pc:sldChg>
      <pc:sldChg chg="mod modShow">
        <pc:chgData name="Artanago, Kenwyn" userId="280bbbef-73a8-4da2-b05f-60f93405c8ba" providerId="ADAL" clId="{90396D97-E750-4C3D-8AE3-AA8D8721BFDF}" dt="2023-07-09T10:28:42.249" v="269" actId="729"/>
        <pc:sldMkLst>
          <pc:docMk/>
          <pc:sldMk cId="0" sldId="339"/>
        </pc:sldMkLst>
      </pc:sldChg>
      <pc:sldChg chg="mod modShow">
        <pc:chgData name="Artanago, Kenwyn" userId="280bbbef-73a8-4da2-b05f-60f93405c8ba" providerId="ADAL" clId="{90396D97-E750-4C3D-8AE3-AA8D8721BFDF}" dt="2023-07-09T10:28:44.953" v="270" actId="729"/>
        <pc:sldMkLst>
          <pc:docMk/>
          <pc:sldMk cId="0" sldId="340"/>
        </pc:sldMkLst>
      </pc:sldChg>
      <pc:sldChg chg="mod ord modShow">
        <pc:chgData name="Artanago, Kenwyn" userId="280bbbef-73a8-4da2-b05f-60f93405c8ba" providerId="ADAL" clId="{90396D97-E750-4C3D-8AE3-AA8D8721BFDF}" dt="2023-07-09T10:29:17.081" v="281"/>
        <pc:sldMkLst>
          <pc:docMk/>
          <pc:sldMk cId="0" sldId="342"/>
        </pc:sldMkLst>
      </pc:sldChg>
      <pc:sldChg chg="modSp mod">
        <pc:chgData name="Artanago, Kenwyn" userId="280bbbef-73a8-4da2-b05f-60f93405c8ba" providerId="ADAL" clId="{90396D97-E750-4C3D-8AE3-AA8D8721BFDF}" dt="2023-07-09T10:29:03.676" v="274" actId="20577"/>
        <pc:sldMkLst>
          <pc:docMk/>
          <pc:sldMk cId="0" sldId="343"/>
        </pc:sldMkLst>
        <pc:spChg chg="mod">
          <ac:chgData name="Artanago, Kenwyn" userId="280bbbef-73a8-4da2-b05f-60f93405c8ba" providerId="ADAL" clId="{90396D97-E750-4C3D-8AE3-AA8D8721BFDF}" dt="2023-07-09T10:29:00.874" v="272" actId="20577"/>
          <ac:spMkLst>
            <pc:docMk/>
            <pc:sldMk cId="0" sldId="343"/>
            <ac:spMk id="578" creationId="{00000000-0000-0000-0000-000000000000}"/>
          </ac:spMkLst>
        </pc:spChg>
        <pc:spChg chg="mod">
          <ac:chgData name="Artanago, Kenwyn" userId="280bbbef-73a8-4da2-b05f-60f93405c8ba" providerId="ADAL" clId="{90396D97-E750-4C3D-8AE3-AA8D8721BFDF}" dt="2023-07-09T10:29:03.676" v="274" actId="20577"/>
          <ac:spMkLst>
            <pc:docMk/>
            <pc:sldMk cId="0" sldId="343"/>
            <ac:spMk id="579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9:10.312" v="278" actId="20577"/>
        <pc:sldMkLst>
          <pc:docMk/>
          <pc:sldMk cId="0" sldId="344"/>
        </pc:sldMkLst>
        <pc:spChg chg="mod">
          <ac:chgData name="Artanago, Kenwyn" userId="280bbbef-73a8-4da2-b05f-60f93405c8ba" providerId="ADAL" clId="{90396D97-E750-4C3D-8AE3-AA8D8721BFDF}" dt="2023-07-09T10:29:08.345" v="276" actId="20577"/>
          <ac:spMkLst>
            <pc:docMk/>
            <pc:sldMk cId="0" sldId="344"/>
            <ac:spMk id="585" creationId="{00000000-0000-0000-0000-000000000000}"/>
          </ac:spMkLst>
        </pc:spChg>
        <pc:spChg chg="mod">
          <ac:chgData name="Artanago, Kenwyn" userId="280bbbef-73a8-4da2-b05f-60f93405c8ba" providerId="ADAL" clId="{90396D97-E750-4C3D-8AE3-AA8D8721BFDF}" dt="2023-07-09T10:29:10.312" v="278" actId="20577"/>
          <ac:spMkLst>
            <pc:docMk/>
            <pc:sldMk cId="0" sldId="344"/>
            <ac:spMk id="586" creationId="{00000000-0000-0000-0000-000000000000}"/>
          </ac:spMkLst>
        </pc:spChg>
      </pc:sldChg>
      <pc:sldChg chg="mod modShow">
        <pc:chgData name="Artanago, Kenwyn" userId="280bbbef-73a8-4da2-b05f-60f93405c8ba" providerId="ADAL" clId="{90396D97-E750-4C3D-8AE3-AA8D8721BFDF}" dt="2023-07-09T10:29:22.197" v="282" actId="729"/>
        <pc:sldMkLst>
          <pc:docMk/>
          <pc:sldMk cId="0" sldId="345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2863320528" sldId="350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1280947483" sldId="351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1034347261" sldId="353"/>
        </pc:sldMkLst>
      </pc:sldChg>
      <pc:sldChg chg="addSp modSp mod">
        <pc:chgData name="Artanago, Kenwyn" userId="280bbbef-73a8-4da2-b05f-60f93405c8ba" providerId="ADAL" clId="{90396D97-E750-4C3D-8AE3-AA8D8721BFDF}" dt="2023-07-09T10:17:46.343" v="73" actId="14100"/>
        <pc:sldMkLst>
          <pc:docMk/>
          <pc:sldMk cId="2138632321" sldId="384"/>
        </pc:sldMkLst>
        <pc:picChg chg="add mod">
          <ac:chgData name="Artanago, Kenwyn" userId="280bbbef-73a8-4da2-b05f-60f93405c8ba" providerId="ADAL" clId="{90396D97-E750-4C3D-8AE3-AA8D8721BFDF}" dt="2023-07-09T10:17:46.343" v="73" actId="14100"/>
          <ac:picMkLst>
            <pc:docMk/>
            <pc:sldMk cId="2138632321" sldId="384"/>
            <ac:picMk id="5" creationId="{E342967C-A7F8-4CEB-9116-157DBC01685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57.398" v="78" actId="14100"/>
        <pc:sldMkLst>
          <pc:docMk/>
          <pc:sldMk cId="2287554166" sldId="385"/>
        </pc:sldMkLst>
        <pc:picChg chg="add mod">
          <ac:chgData name="Artanago, Kenwyn" userId="280bbbef-73a8-4da2-b05f-60f93405c8ba" providerId="ADAL" clId="{90396D97-E750-4C3D-8AE3-AA8D8721BFDF}" dt="2023-07-09T10:17:57.398" v="78" actId="14100"/>
          <ac:picMkLst>
            <pc:docMk/>
            <pc:sldMk cId="2287554166" sldId="385"/>
            <ac:picMk id="5" creationId="{D81E5494-0BBF-4333-BDDC-F91C3E3C905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7.255" v="241" actId="27614"/>
        <pc:sldMkLst>
          <pc:docMk/>
          <pc:sldMk cId="2915271513" sldId="386"/>
        </pc:sldMkLst>
        <pc:picChg chg="add mod">
          <ac:chgData name="Artanago, Kenwyn" userId="280bbbef-73a8-4da2-b05f-60f93405c8ba" providerId="ADAL" clId="{90396D97-E750-4C3D-8AE3-AA8D8721BFDF}" dt="2023-07-09T10:26:47.255" v="241" actId="27614"/>
          <ac:picMkLst>
            <pc:docMk/>
            <pc:sldMk cId="2915271513" sldId="386"/>
            <ac:picMk id="6" creationId="{51823EF4-ED7A-48A9-B487-D7F34B072127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0.564" v="243" actId="27614"/>
        <pc:sldMkLst>
          <pc:docMk/>
          <pc:sldMk cId="3747739469" sldId="387"/>
        </pc:sldMkLst>
        <pc:picChg chg="add mod">
          <ac:chgData name="Artanago, Kenwyn" userId="280bbbef-73a8-4da2-b05f-60f93405c8ba" providerId="ADAL" clId="{90396D97-E750-4C3D-8AE3-AA8D8721BFDF}" dt="2023-07-09T10:26:50.564" v="243" actId="27614"/>
          <ac:picMkLst>
            <pc:docMk/>
            <pc:sldMk cId="3747739469" sldId="387"/>
            <ac:picMk id="6" creationId="{C9815606-D020-4E56-9888-20FD575C65C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4.072" v="245" actId="27614"/>
        <pc:sldMkLst>
          <pc:docMk/>
          <pc:sldMk cId="2268274077" sldId="388"/>
        </pc:sldMkLst>
        <pc:picChg chg="add mod">
          <ac:chgData name="Artanago, Kenwyn" userId="280bbbef-73a8-4da2-b05f-60f93405c8ba" providerId="ADAL" clId="{90396D97-E750-4C3D-8AE3-AA8D8721BFDF}" dt="2023-07-09T10:26:54.072" v="245" actId="27614"/>
          <ac:picMkLst>
            <pc:docMk/>
            <pc:sldMk cId="2268274077" sldId="388"/>
            <ac:picMk id="6" creationId="{C2A8DFBA-64A9-4480-90E0-368093D1629A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7.700" v="247" actId="27614"/>
        <pc:sldMkLst>
          <pc:docMk/>
          <pc:sldMk cId="4123100765" sldId="389"/>
        </pc:sldMkLst>
        <pc:picChg chg="add mod">
          <ac:chgData name="Artanago, Kenwyn" userId="280bbbef-73a8-4da2-b05f-60f93405c8ba" providerId="ADAL" clId="{90396D97-E750-4C3D-8AE3-AA8D8721BFDF}" dt="2023-07-09T10:26:57.700" v="247" actId="27614"/>
          <ac:picMkLst>
            <pc:docMk/>
            <pc:sldMk cId="4123100765" sldId="389"/>
            <ac:picMk id="6" creationId="{891FA4DA-17C2-4254-929B-76E4B70A0BE3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1.784" v="249" actId="27614"/>
        <pc:sldMkLst>
          <pc:docMk/>
          <pc:sldMk cId="1167368597" sldId="390"/>
        </pc:sldMkLst>
        <pc:picChg chg="add mod">
          <ac:chgData name="Artanago, Kenwyn" userId="280bbbef-73a8-4da2-b05f-60f93405c8ba" providerId="ADAL" clId="{90396D97-E750-4C3D-8AE3-AA8D8721BFDF}" dt="2023-07-09T10:27:01.784" v="249" actId="27614"/>
          <ac:picMkLst>
            <pc:docMk/>
            <pc:sldMk cId="1167368597" sldId="390"/>
            <ac:picMk id="6" creationId="{05B86B4C-32A2-4CC0-8325-0FEDA120D53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5.183" v="251" actId="27614"/>
        <pc:sldMkLst>
          <pc:docMk/>
          <pc:sldMk cId="2202194069" sldId="391"/>
        </pc:sldMkLst>
        <pc:picChg chg="add mod">
          <ac:chgData name="Artanago, Kenwyn" userId="280bbbef-73a8-4da2-b05f-60f93405c8ba" providerId="ADAL" clId="{90396D97-E750-4C3D-8AE3-AA8D8721BFDF}" dt="2023-07-09T10:27:05.183" v="251" actId="27614"/>
          <ac:picMkLst>
            <pc:docMk/>
            <pc:sldMk cId="2202194069" sldId="391"/>
            <ac:picMk id="7" creationId="{4EFB2615-E76D-451E-B4F6-44738F99D829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8.915" v="254" actId="962"/>
        <pc:sldMkLst>
          <pc:docMk/>
          <pc:sldMk cId="2588376745" sldId="392"/>
        </pc:sldMkLst>
        <pc:picChg chg="add mod">
          <ac:chgData name="Artanago, Kenwyn" userId="280bbbef-73a8-4da2-b05f-60f93405c8ba" providerId="ADAL" clId="{90396D97-E750-4C3D-8AE3-AA8D8721BFDF}" dt="2023-07-09T10:27:08.915" v="254" actId="962"/>
          <ac:picMkLst>
            <pc:docMk/>
            <pc:sldMk cId="2588376745" sldId="392"/>
            <ac:picMk id="7" creationId="{CF199D84-0D92-4DEF-B1A6-BB26FBE9433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8:36.171" v="268" actId="962"/>
        <pc:sldMkLst>
          <pc:docMk/>
          <pc:sldMk cId="1201868625" sldId="393"/>
        </pc:sldMkLst>
        <pc:picChg chg="add mod">
          <ac:chgData name="Artanago, Kenwyn" userId="280bbbef-73a8-4da2-b05f-60f93405c8ba" providerId="ADAL" clId="{90396D97-E750-4C3D-8AE3-AA8D8721BFDF}" dt="2023-07-09T10:28:36.171" v="268" actId="962"/>
          <ac:picMkLst>
            <pc:docMk/>
            <pc:sldMk cId="1201868625" sldId="393"/>
            <ac:picMk id="4" creationId="{E85B54D5-2645-443E-A3D8-35064FDAA880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18:10.705" v="84" actId="14100"/>
        <pc:sldMkLst>
          <pc:docMk/>
          <pc:sldMk cId="3947617216" sldId="394"/>
        </pc:sldMkLst>
        <pc:picChg chg="add mod">
          <ac:chgData name="Artanago, Kenwyn" userId="280bbbef-73a8-4da2-b05f-60f93405c8ba" providerId="ADAL" clId="{90396D97-E750-4C3D-8AE3-AA8D8721BFDF}" dt="2023-07-09T10:18:10.705" v="84" actId="14100"/>
          <ac:picMkLst>
            <pc:docMk/>
            <pc:sldMk cId="3947617216" sldId="394"/>
            <ac:picMk id="6" creationId="{C7B27025-0F21-4748-BB29-461CE6F29393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3:35.676" v="131" actId="27614"/>
        <pc:sldMkLst>
          <pc:docMk/>
          <pc:sldMk cId="1042451822" sldId="395"/>
        </pc:sldMkLst>
        <pc:picChg chg="add mod">
          <ac:chgData name="Artanago, Kenwyn" userId="280bbbef-73a8-4da2-b05f-60f93405c8ba" providerId="ADAL" clId="{90396D97-E750-4C3D-8AE3-AA8D8721BFDF}" dt="2023-07-09T10:23:35.676" v="131" actId="27614"/>
          <ac:picMkLst>
            <pc:docMk/>
            <pc:sldMk cId="1042451822" sldId="395"/>
            <ac:picMk id="6" creationId="{D384400C-9F0A-4B55-83B0-62BC973F0AA0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39.831" v="134" actId="962"/>
        <pc:sldMkLst>
          <pc:docMk/>
          <pc:sldMk cId="3510275573" sldId="396"/>
        </pc:sldMkLst>
        <pc:picChg chg="add mod">
          <ac:chgData name="Artanago, Kenwyn" userId="280bbbef-73a8-4da2-b05f-60f93405c8ba" providerId="ADAL" clId="{90396D97-E750-4C3D-8AE3-AA8D8721BFDF}" dt="2023-07-09T10:23:39.831" v="134" actId="962"/>
          <ac:picMkLst>
            <pc:docMk/>
            <pc:sldMk cId="3510275573" sldId="396"/>
            <ac:picMk id="6" creationId="{D32D0371-829D-4547-BFD2-230440DD2B07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43.887" v="136" actId="27614"/>
        <pc:sldMkLst>
          <pc:docMk/>
          <pc:sldMk cId="2070663167" sldId="397"/>
        </pc:sldMkLst>
        <pc:picChg chg="add mod">
          <ac:chgData name="Artanago, Kenwyn" userId="280bbbef-73a8-4da2-b05f-60f93405c8ba" providerId="ADAL" clId="{90396D97-E750-4C3D-8AE3-AA8D8721BFDF}" dt="2023-07-09T10:23:43.887" v="136" actId="27614"/>
          <ac:picMkLst>
            <pc:docMk/>
            <pc:sldMk cId="2070663167" sldId="397"/>
            <ac:picMk id="6" creationId="{92321FA1-AA09-43A0-8A59-30BEEBF6C32B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3:47.999" v="139" actId="962"/>
        <pc:sldMkLst>
          <pc:docMk/>
          <pc:sldMk cId="3313265396" sldId="398"/>
        </pc:sldMkLst>
        <pc:picChg chg="add mod">
          <ac:chgData name="Artanago, Kenwyn" userId="280bbbef-73a8-4da2-b05f-60f93405c8ba" providerId="ADAL" clId="{90396D97-E750-4C3D-8AE3-AA8D8721BFDF}" dt="2023-07-09T10:23:47.999" v="139" actId="962"/>
          <ac:picMkLst>
            <pc:docMk/>
            <pc:sldMk cId="3313265396" sldId="398"/>
            <ac:picMk id="6" creationId="{EBB0130C-4872-47D5-96D3-3A1E05D9EC31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52.146" v="141" actId="27614"/>
        <pc:sldMkLst>
          <pc:docMk/>
          <pc:sldMk cId="959628280" sldId="399"/>
        </pc:sldMkLst>
        <pc:picChg chg="add mod">
          <ac:chgData name="Artanago, Kenwyn" userId="280bbbef-73a8-4da2-b05f-60f93405c8ba" providerId="ADAL" clId="{90396D97-E750-4C3D-8AE3-AA8D8721BFDF}" dt="2023-07-09T10:23:52.146" v="141" actId="27614"/>
          <ac:picMkLst>
            <pc:docMk/>
            <pc:sldMk cId="959628280" sldId="399"/>
            <ac:picMk id="6" creationId="{DC879329-B4B3-4BBE-9B63-C29A77D5B806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56.920" v="144" actId="962"/>
        <pc:sldMkLst>
          <pc:docMk/>
          <pc:sldMk cId="3606197727" sldId="400"/>
        </pc:sldMkLst>
        <pc:picChg chg="add mod">
          <ac:chgData name="Artanago, Kenwyn" userId="280bbbef-73a8-4da2-b05f-60f93405c8ba" providerId="ADAL" clId="{90396D97-E750-4C3D-8AE3-AA8D8721BFDF}" dt="2023-07-09T10:23:56.920" v="144" actId="962"/>
          <ac:picMkLst>
            <pc:docMk/>
            <pc:sldMk cId="3606197727" sldId="400"/>
            <ac:picMk id="6" creationId="{EA1C0A22-B939-434C-AA72-6B07C333FEFD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8:00.245" v="262" actId="962"/>
        <pc:sldMkLst>
          <pc:docMk/>
          <pc:sldMk cId="1163777359" sldId="401"/>
        </pc:sldMkLst>
        <pc:picChg chg="add mod">
          <ac:chgData name="Artanago, Kenwyn" userId="280bbbef-73a8-4da2-b05f-60f93405c8ba" providerId="ADAL" clId="{90396D97-E750-4C3D-8AE3-AA8D8721BFDF}" dt="2023-07-09T10:28:00.245" v="262" actId="962"/>
          <ac:picMkLst>
            <pc:docMk/>
            <pc:sldMk cId="1163777359" sldId="401"/>
            <ac:picMk id="5" creationId="{04DD9E67-12ED-4E7C-A7A5-D4BB9E830CAA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8:04.223" v="265" actId="962"/>
        <pc:sldMkLst>
          <pc:docMk/>
          <pc:sldMk cId="837145516" sldId="402"/>
        </pc:sldMkLst>
        <pc:picChg chg="add mod">
          <ac:chgData name="Artanago, Kenwyn" userId="280bbbef-73a8-4da2-b05f-60f93405c8ba" providerId="ADAL" clId="{90396D97-E750-4C3D-8AE3-AA8D8721BFDF}" dt="2023-07-09T10:28:04.223" v="265" actId="962"/>
          <ac:picMkLst>
            <pc:docMk/>
            <pc:sldMk cId="837145516" sldId="402"/>
            <ac:picMk id="5" creationId="{FC878435-FD64-4EC3-904E-B8758D2CB918}"/>
          </ac:picMkLst>
        </pc:picChg>
      </pc:sldChg>
      <pc:sldMasterChg chg="modSldLayout">
        <pc:chgData name="Artanago, Kenwyn" userId="280bbbef-73a8-4da2-b05f-60f93405c8ba" providerId="ADAL" clId="{90396D97-E750-4C3D-8AE3-AA8D8721BFDF}" dt="2023-07-09T09:40:13.315" v="1" actId="20577"/>
        <pc:sldMasterMkLst>
          <pc:docMk/>
          <pc:sldMasterMk cId="0" sldId="2147483648"/>
        </pc:sldMasterMkLst>
        <pc:sldLayoutChg chg="modSp mod">
          <pc:chgData name="Artanago, Kenwyn" userId="280bbbef-73a8-4da2-b05f-60f93405c8ba" providerId="ADAL" clId="{90396D97-E750-4C3D-8AE3-AA8D8721BFDF}" dt="2023-07-09T09:40:13.315" v="1" actId="20577"/>
          <pc:sldLayoutMkLst>
            <pc:docMk/>
            <pc:sldMasterMk cId="0" sldId="2147483648"/>
            <pc:sldLayoutMk cId="0" sldId="2147483650"/>
          </pc:sldLayoutMkLst>
          <pc:spChg chg="mod">
            <ac:chgData name="Artanago, Kenwyn" userId="280bbbef-73a8-4da2-b05f-60f93405c8ba" providerId="ADAL" clId="{90396D97-E750-4C3D-8AE3-AA8D8721BFDF}" dt="2023-07-09T09:40:13.315" v="1" actId="20577"/>
            <ac:spMkLst>
              <pc:docMk/>
              <pc:sldMasterMk cId="0" sldId="2147483648"/>
              <pc:sldLayoutMk cId="0" sldId="2147483650"/>
              <ac:spMk id="18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7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  <p:sp>
        <p:nvSpPr>
          <p:cNvPr id="30" name="Google Shape;30;p9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31" name="Google Shape;31;p9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8142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gin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62578A-D730-60EA-6EF4-91A8737058E9}"/>
              </a:ext>
            </a:extLst>
          </p:cNvPr>
          <p:cNvSpPr txBox="1"/>
          <p:nvPr userDrawn="1"/>
        </p:nvSpPr>
        <p:spPr>
          <a:xfrm>
            <a:off x="0" y="1690062"/>
            <a:ext cx="12192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de-DE" sz="6000" b="1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Unser Gottesdienst beginnt in Kürze</a:t>
            </a:r>
            <a:b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endParaRPr lang="de-DE" sz="4000" b="0" i="0" u="none" strike="noStrike" cap="none" dirty="0">
              <a:solidFill>
                <a:srgbClr val="F3F3F3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Wir möchten alle daran erinnern, </a:t>
            </a:r>
            <a:endParaRPr lang="de-DE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ihre Telefone auf lautlos zu stellen </a:t>
            </a:r>
            <a:endParaRPr lang="de-DE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während des Gottesdienstes nicht zu essen.</a:t>
            </a:r>
          </a:p>
        </p:txBody>
      </p:sp>
    </p:spTree>
    <p:extLst>
      <p:ext uri="{BB962C8B-B14F-4D97-AF65-F5344CB8AC3E}">
        <p14:creationId xmlns:p14="http://schemas.microsoft.com/office/powerpoint/2010/main" val="347429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ACH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22630-79F3-99A7-6BFE-936552A592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486" y="2971800"/>
            <a:ext cx="11307028" cy="914400"/>
          </a:xfrm>
        </p:spPr>
        <p:txBody>
          <a:bodyPr/>
          <a:lstStyle>
            <a:lvl1pPr marL="1143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de-DE" sz="5400" b="1" i="0" u="sng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 err="1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Predigt</a:t>
            </a:r>
            <a:endParaRPr lang="en-US" sz="2400" b="0" i="1" u="none" strike="noStrike" cap="none" dirty="0">
              <a:solidFill>
                <a:schemeClr val="lt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FF77A9-34E4-D320-C5C7-20C7AD2C99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56726" y="4156782"/>
            <a:ext cx="6078548" cy="674337"/>
          </a:xfrm>
        </p:spPr>
        <p:txBody>
          <a:bodyPr/>
          <a:lstStyle>
            <a:lvl1pPr marL="114300" indent="0" algn="ctr">
              <a:buNone/>
              <a:defRPr lang="de-DE" sz="28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1359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R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 err="1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Bibellesung</a:t>
            </a:r>
            <a:endParaRPr lang="en-US" sz="2400" b="0" i="1" u="none" strike="noStrike" cap="none" dirty="0">
              <a:solidFill>
                <a:schemeClr val="lt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9682E-1B95-700A-B294-80EFB991C6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436" y="2909649"/>
            <a:ext cx="9467128" cy="914400"/>
          </a:xfrm>
        </p:spPr>
        <p:txBody>
          <a:bodyPr anchor="t"/>
          <a:lstStyle>
            <a:lvl1pPr marL="114300" indent="0" algn="ctr">
              <a:buNone/>
              <a:defRPr lang="en-US" sz="5400" b="1" i="0" u="sng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 err="1"/>
              <a:t>Jesaya</a:t>
            </a:r>
            <a:r>
              <a:rPr lang="en-US"/>
              <a:t> 43, 1-2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2968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6DD7C-C4E9-DA2C-8BCB-2F91173856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3420" y="634712"/>
            <a:ext cx="5243491" cy="5562888"/>
          </a:xfrm>
        </p:spPr>
        <p:txBody>
          <a:bodyPr/>
          <a:lstStyle>
            <a:lvl1pPr marL="114300" indent="0">
              <a:buNone/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E6A4D9-9CE3-6AD9-7C7C-17968268DA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118" y="634710"/>
            <a:ext cx="5397462" cy="556288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19129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890E638-BD11-0954-D411-25CB025CCD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3" y="647558"/>
            <a:ext cx="11020978" cy="2340739"/>
          </a:xfrm>
        </p:spPr>
        <p:txBody>
          <a:bodyPr/>
          <a:lstStyle>
            <a:lvl1pPr marL="114300" indent="0">
              <a:buNone/>
              <a:def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F9D402A-E310-6EFF-1AF1-B5B8BE1591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8003" y="3429000"/>
            <a:ext cx="11020978" cy="286392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600" b="0" i="1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65128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2" y="33343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Bapa kami yang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dikuduskanlah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nama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datanglah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Kerajaan-Mu,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jadilah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kehendak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2" y="1204574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Vater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unser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Himmel,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geheiligt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werde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dein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Name.</a:t>
            </a:r>
            <a:b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Dein Reich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komme.Dein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Wille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geschehe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b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wie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Himmel, so auf Erden. </a:t>
            </a:r>
            <a:endParaRPr lang="de-DE" sz="3800" b="1" i="0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77511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2" y="33343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Berikanlah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pada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hari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makanan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secukupnya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ampunilah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kesalahan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juga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mengampuni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bersalah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2" y="770465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Unser tägliches Brot gib uns heute,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vergib uns unsre Schuld,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wie auch wir vergeben unseren Schuldigern.</a:t>
            </a:r>
          </a:p>
        </p:txBody>
      </p:sp>
    </p:spTree>
    <p:extLst>
      <p:ext uri="{BB962C8B-B14F-4D97-AF65-F5344CB8AC3E}">
        <p14:creationId xmlns:p14="http://schemas.microsoft.com/office/powerpoint/2010/main" val="1726207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janganlah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membawa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dalam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pencobaan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tetapi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lepaskanlah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daripada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jahat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Karena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Engkaulah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empunya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kuasa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kemuliaan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sampai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selama-lamanya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Amin.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585049"/>
            <a:ext cx="1040992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führe uns nicht in Versuchung,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sondern erlöse uns von dem Bösen.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Denn dein ist das Reich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die Kraft und die Herrlichkeit in Ewigkeit.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Amen.</a:t>
            </a:r>
          </a:p>
        </p:txBody>
      </p:sp>
    </p:spTree>
    <p:extLst>
      <p:ext uri="{BB962C8B-B14F-4D97-AF65-F5344CB8AC3E}">
        <p14:creationId xmlns:p14="http://schemas.microsoft.com/office/powerpoint/2010/main" val="3855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percaya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Allah, Bapa yang Maha Kuasa,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khalik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langit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Yesus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Kristus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Anak-Nya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tunggal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kita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809142"/>
            <a:ext cx="1040992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Ich glaube an Gott, den Vater, den Allmächtigen,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den Schöpfer des Himmels und der Erde.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an Jesus Christus,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seinen eingeborenen Sohn, unsern Herrn,</a:t>
            </a:r>
          </a:p>
        </p:txBody>
      </p:sp>
    </p:spTree>
    <p:extLst>
      <p:ext uri="{BB962C8B-B14F-4D97-AF65-F5344CB8AC3E}">
        <p14:creationId xmlns:p14="http://schemas.microsoft.com/office/powerpoint/2010/main" val="559587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dikandung dari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lahir dari anak dara Maria.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menderita sengsara di bawah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pemerintahan Pontius Pilatus,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880613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empfangen durch den Heiligen Geist,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geboren von der Jungfrau Maria,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gelitten unter Pontius Pilatus,</a:t>
            </a:r>
          </a:p>
        </p:txBody>
      </p:sp>
    </p:spTree>
    <p:extLst>
      <p:ext uri="{BB962C8B-B14F-4D97-AF65-F5344CB8AC3E}">
        <p14:creationId xmlns:p14="http://schemas.microsoft.com/office/powerpoint/2010/main" val="606949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disalibkan, mati, dan dikuburkan;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turun ke dalam kerajaan maut.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Pada hari yang ketiga,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bangkit pula dari antara orang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880613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gekreuzigt, gestorben und begraben,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hinabgestiegen in das Reich des Todes,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 dritten Tage auferstanden von den Toten,</a:t>
            </a:r>
          </a:p>
        </p:txBody>
      </p:sp>
    </p:spTree>
    <p:extLst>
      <p:ext uri="{BB962C8B-B14F-4D97-AF65-F5344CB8AC3E}">
        <p14:creationId xmlns:p14="http://schemas.microsoft.com/office/powerpoint/2010/main" val="2650707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Naik ke surga, duduk di sebelah kanan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Allah Bapa yang Maha Kuasa.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dari sana Ia akan datang untuk menghakimi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hidup dan yang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640377"/>
            <a:ext cx="1040992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aufgefahren in den Himmel;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er sitzt zur Rechten Gottes,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 allmächtigen Vaters;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von dort wird er kommen,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zu richten die Lebenden und die Toten.</a:t>
            </a:r>
          </a:p>
        </p:txBody>
      </p:sp>
    </p:spTree>
    <p:extLst>
      <p:ext uri="{BB962C8B-B14F-4D97-AF65-F5344CB8AC3E}">
        <p14:creationId xmlns:p14="http://schemas.microsoft.com/office/powerpoint/2010/main" val="1428823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percaya kepada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 yang kudus dan am,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persekutuan orang kudus,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1393918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Ich glaube an den Heiligen Geist,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die heilige christliche Kirche,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Gemeinschaft der Heiligen,</a:t>
            </a:r>
          </a:p>
        </p:txBody>
      </p:sp>
    </p:spTree>
    <p:extLst>
      <p:ext uri="{BB962C8B-B14F-4D97-AF65-F5344CB8AC3E}">
        <p14:creationId xmlns:p14="http://schemas.microsoft.com/office/powerpoint/2010/main" val="3068548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pengampunan dosa,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kebangkitan tubuh,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hidup yang kekal. Amin.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1393918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Vergebung der Sünden,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Auferstehung der Toten 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das ewige Leben. Amen.</a:t>
            </a:r>
          </a:p>
        </p:txBody>
      </p:sp>
    </p:spTree>
    <p:extLst>
      <p:ext uri="{BB962C8B-B14F-4D97-AF65-F5344CB8AC3E}">
        <p14:creationId xmlns:p14="http://schemas.microsoft.com/office/powerpoint/2010/main" val="4167194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NGINJI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08;p40">
            <a:extLst>
              <a:ext uri="{FF2B5EF4-FFF2-40B4-BE49-F238E27FC236}">
                <a16:creationId xmlns:a16="http://schemas.microsoft.com/office/drawing/2014/main" id="{87FB86D5-32DD-72CF-836B-B2F76685381C}"/>
              </a:ext>
            </a:extLst>
          </p:cNvPr>
          <p:cNvSpPr txBox="1"/>
          <p:nvPr userDrawn="1"/>
        </p:nvSpPr>
        <p:spPr>
          <a:xfrm>
            <a:off x="415650" y="4132073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Penginjilan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6AE93-89A8-E3C3-5505-619E958DAD4F}"/>
              </a:ext>
            </a:extLst>
          </p:cNvPr>
          <p:cNvSpPr txBox="1"/>
          <p:nvPr userDrawn="1"/>
        </p:nvSpPr>
        <p:spPr>
          <a:xfrm>
            <a:off x="540327" y="3068995"/>
            <a:ext cx="11111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Evangelisation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blau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0060FE-7A8C-F775-ABCC-FF5F1346B7C9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98356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SEKOL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13;p42">
            <a:extLst>
              <a:ext uri="{FF2B5EF4-FFF2-40B4-BE49-F238E27FC236}">
                <a16:creationId xmlns:a16="http://schemas.microsoft.com/office/drawing/2014/main" id="{F13407FD-FA82-CF2C-B8B5-76E175CB455E}"/>
              </a:ext>
            </a:extLst>
          </p:cNvPr>
          <p:cNvSpPr txBox="1">
            <a:spLocks/>
          </p:cNvSpPr>
          <p:nvPr userDrawn="1"/>
        </p:nvSpPr>
        <p:spPr>
          <a:xfrm>
            <a:off x="212691" y="2789238"/>
            <a:ext cx="11360150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de-DE" sz="4000" b="1" u="sng"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Theologische Schule (blau)</a:t>
            </a:r>
            <a:endParaRPr lang="de-DE" sz="4800" b="1" u="sng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15;p42">
            <a:extLst>
              <a:ext uri="{FF2B5EF4-FFF2-40B4-BE49-F238E27FC236}">
                <a16:creationId xmlns:a16="http://schemas.microsoft.com/office/drawing/2014/main" id="{5A2CB274-C3AE-FB9E-CF5C-C6228A810AA2}"/>
              </a:ext>
            </a:extLst>
          </p:cNvPr>
          <p:cNvSpPr txBox="1"/>
          <p:nvPr userDrawn="1"/>
        </p:nvSpPr>
        <p:spPr>
          <a:xfrm>
            <a:off x="212416" y="37971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Sekolah Teologi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45BDC8-1B46-315D-7696-90B46EA617F8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89895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MAND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20;p44">
            <a:extLst>
              <a:ext uri="{FF2B5EF4-FFF2-40B4-BE49-F238E27FC236}">
                <a16:creationId xmlns:a16="http://schemas.microsoft.com/office/drawing/2014/main" id="{1DA032EB-F898-9535-7567-66BB02205987}"/>
              </a:ext>
            </a:extLst>
          </p:cNvPr>
          <p:cNvSpPr txBox="1">
            <a:spLocks/>
          </p:cNvSpPr>
          <p:nvPr userDrawn="1"/>
        </p:nvSpPr>
        <p:spPr>
          <a:xfrm>
            <a:off x="334030" y="2789238"/>
            <a:ext cx="11360150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nn-NO" sz="4000" b="1" u="sng"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Kulturelle Mandate (blau)</a:t>
            </a:r>
            <a:endParaRPr lang="nn-NO" sz="4800" b="1" u="sng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22;p44">
            <a:extLst>
              <a:ext uri="{FF2B5EF4-FFF2-40B4-BE49-F238E27FC236}">
                <a16:creationId xmlns:a16="http://schemas.microsoft.com/office/drawing/2014/main" id="{0ECC02AD-1FDC-1D75-598B-42DA374B67B7}"/>
              </a:ext>
            </a:extLst>
          </p:cNvPr>
          <p:cNvSpPr txBox="1"/>
          <p:nvPr userDrawn="1"/>
        </p:nvSpPr>
        <p:spPr>
          <a:xfrm>
            <a:off x="333755" y="37971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Mandat Budaya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65898D-20AD-64F3-C280-265D148523E0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340217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MBANGUN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29;p45">
            <a:extLst>
              <a:ext uri="{FF2B5EF4-FFF2-40B4-BE49-F238E27FC236}">
                <a16:creationId xmlns:a16="http://schemas.microsoft.com/office/drawing/2014/main" id="{97A8C1C8-5736-E2AF-22DD-478AA7FAF5E9}"/>
              </a:ext>
            </a:extLst>
          </p:cNvPr>
          <p:cNvSpPr txBox="1"/>
          <p:nvPr userDrawn="1"/>
        </p:nvSpPr>
        <p:spPr>
          <a:xfrm>
            <a:off x="415658" y="37832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Pembangunan Gedung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CCAB4-A5FA-944B-B8D3-D0CEB252C1F0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D02A6-D1AA-A9E5-D493-45BD963A76D2}"/>
              </a:ext>
            </a:extLst>
          </p:cNvPr>
          <p:cNvSpPr txBox="1"/>
          <p:nvPr userDrawn="1"/>
        </p:nvSpPr>
        <p:spPr>
          <a:xfrm>
            <a:off x="877454" y="3075057"/>
            <a:ext cx="104370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Kirchengebäude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(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blau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8853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DIAKON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36;p46">
            <a:extLst>
              <a:ext uri="{FF2B5EF4-FFF2-40B4-BE49-F238E27FC236}">
                <a16:creationId xmlns:a16="http://schemas.microsoft.com/office/drawing/2014/main" id="{94E7028D-0D5E-467D-866B-43030379D653}"/>
              </a:ext>
            </a:extLst>
          </p:cNvPr>
          <p:cNvSpPr txBox="1"/>
          <p:nvPr userDrawn="1"/>
        </p:nvSpPr>
        <p:spPr>
          <a:xfrm>
            <a:off x="212416" y="37971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Diakonia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54573-A059-9466-99A7-04D6BDA2F233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92213-D06A-A1DD-8EAB-0CF46ED58A54}"/>
              </a:ext>
            </a:extLst>
          </p:cNvPr>
          <p:cNvSpPr txBox="1"/>
          <p:nvPr userDrawn="1"/>
        </p:nvSpPr>
        <p:spPr>
          <a:xfrm>
            <a:off x="1311564" y="3084293"/>
            <a:ext cx="95688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Diakonie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blau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5922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543C5-98D6-87AA-F92C-0BF2349EC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BB34E5-D037-83E2-5D8A-C6E5ADB73A6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04D7238E-834E-DFBE-E96A-DCEDEB9609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799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63615-D61C-767F-3EB6-44297A305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50D969-5511-A3D7-4E20-1C5E8306457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close-up of a computer screen&#10;&#10;Description automatically generated">
            <a:extLst>
              <a:ext uri="{FF2B5EF4-FFF2-40B4-BE49-F238E27FC236}">
                <a16:creationId xmlns:a16="http://schemas.microsoft.com/office/drawing/2014/main" id="{42E7A4ED-6C93-434A-A0EA-99F149EE61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573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C2EA-8572-53B9-B6AD-14C362E96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9FD34C-68F1-B43D-3518-C97518BF634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close-up of a black background&#10;&#10;Description automatically generated">
            <a:extLst>
              <a:ext uri="{FF2B5EF4-FFF2-40B4-BE49-F238E27FC236}">
                <a16:creationId xmlns:a16="http://schemas.microsoft.com/office/drawing/2014/main" id="{37CFD331-FA04-FCA7-6477-ED70D5ADD6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2085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05D3-000D-A747-4BE8-6A4098074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90F3DB-7856-0647-2AD8-367DAB06A41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oogle Shape;539;p83" descr="Diagram&#10;&#10;Description automatically generated">
            <a:extLst>
              <a:ext uri="{FF2B5EF4-FFF2-40B4-BE49-F238E27FC236}">
                <a16:creationId xmlns:a16="http://schemas.microsoft.com/office/drawing/2014/main" id="{B864D24E-3491-C15E-143F-C2E0987CFC0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94607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5893542-C173-D283-60F0-78B3311E64FE}"/>
              </a:ext>
            </a:extLst>
          </p:cNvPr>
          <p:cNvSpPr txBox="1"/>
          <p:nvPr userDrawn="1"/>
        </p:nvSpPr>
        <p:spPr>
          <a:xfrm>
            <a:off x="3047987" y="2598003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8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Bekanntmachung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EB4856-D749-EC0C-7B37-F75D44C6B67C}"/>
              </a:ext>
            </a:extLst>
          </p:cNvPr>
          <p:cNvSpPr txBox="1"/>
          <p:nvPr userDrawn="1"/>
        </p:nvSpPr>
        <p:spPr>
          <a:xfrm>
            <a:off x="3047987" y="3772640"/>
            <a:ext cx="6096000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667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Warta </a:t>
            </a:r>
            <a:r>
              <a:rPr kumimoji="0" lang="en-US" sz="2667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Jemaat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64438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53;p56">
            <a:extLst>
              <a:ext uri="{FF2B5EF4-FFF2-40B4-BE49-F238E27FC236}">
                <a16:creationId xmlns:a16="http://schemas.microsoft.com/office/drawing/2014/main" id="{0AE1DAC5-5574-99B2-B716-90789A8A8EC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364770" y="0"/>
            <a:ext cx="946245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86638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558;p51" descr="aaron-burden-UIib0bAvWfs-unsplash.jpg">
            <a:extLst>
              <a:ext uri="{FF2B5EF4-FFF2-40B4-BE49-F238E27FC236}">
                <a16:creationId xmlns:a16="http://schemas.microsoft.com/office/drawing/2014/main" id="{5F514B6A-C30B-C5F5-4F94-892F4564F5F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59;p51">
            <a:extLst>
              <a:ext uri="{FF2B5EF4-FFF2-40B4-BE49-F238E27FC236}">
                <a16:creationId xmlns:a16="http://schemas.microsoft.com/office/drawing/2014/main" id="{74352B10-F48A-65A4-861F-4D0C08647147}"/>
              </a:ext>
            </a:extLst>
          </p:cNvPr>
          <p:cNvSpPr/>
          <p:nvPr userDrawn="1"/>
        </p:nvSpPr>
        <p:spPr>
          <a:xfrm>
            <a:off x="5547300" y="1577076"/>
            <a:ext cx="5120700" cy="1607700"/>
          </a:xfrm>
          <a:prstGeom prst="rect">
            <a:avLst/>
          </a:prstGeom>
          <a:solidFill>
            <a:srgbClr val="FFFFFF">
              <a:alpha val="47843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2862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orsiva"/>
              <a:buNone/>
            </a:pPr>
            <a:r>
              <a:rPr lang="en-US" sz="3600" dirty="0">
                <a:latin typeface="Corsiva"/>
                <a:ea typeface="Corsiva"/>
                <a:cs typeface="Corsiva"/>
                <a:sym typeface="Corsiva"/>
              </a:rPr>
              <a:t>Seminar </a:t>
            </a:r>
            <a:r>
              <a:rPr lang="en-US" sz="3600" dirty="0" err="1">
                <a:latin typeface="Corsiva"/>
                <a:ea typeface="Corsiva"/>
                <a:cs typeface="Corsiva"/>
                <a:sym typeface="Corsiva"/>
              </a:rPr>
              <a:t>Pdt</a:t>
            </a:r>
            <a:r>
              <a:rPr lang="en-US" sz="3600" dirty="0">
                <a:latin typeface="Corsiva"/>
                <a:ea typeface="Corsiva"/>
                <a:cs typeface="Corsiva"/>
                <a:sym typeface="Corsiva"/>
              </a:rPr>
              <a:t>. Billy </a:t>
            </a:r>
            <a:r>
              <a:rPr lang="en-US" sz="3600" dirty="0" err="1">
                <a:latin typeface="Corsiva"/>
                <a:ea typeface="Corsiva"/>
                <a:cs typeface="Corsiva"/>
                <a:sym typeface="Corsiva"/>
              </a:rPr>
              <a:t>Kristanto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 </a:t>
            </a:r>
            <a:br>
              <a:rPr lang="en-US" sz="36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</a:b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Setiap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Sabtu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11.00 CET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Berner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Heerweg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60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60;p51">
            <a:extLst>
              <a:ext uri="{FF2B5EF4-FFF2-40B4-BE49-F238E27FC236}">
                <a16:creationId xmlns:a16="http://schemas.microsoft.com/office/drawing/2014/main" id="{4237855C-70D7-EB70-5B80-E4F2E75BA6DA}"/>
              </a:ext>
            </a:extLst>
          </p:cNvPr>
          <p:cNvSpPr/>
          <p:nvPr userDrawn="1"/>
        </p:nvSpPr>
        <p:spPr>
          <a:xfrm>
            <a:off x="5547300" y="3442425"/>
            <a:ext cx="5120700" cy="1331400"/>
          </a:xfrm>
          <a:prstGeom prst="rect">
            <a:avLst/>
          </a:prstGeom>
          <a:solidFill>
            <a:srgbClr val="FFFFFF">
              <a:alpha val="47843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2862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orsiva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Seminar </a:t>
            </a:r>
            <a:r>
              <a:rPr lang="en-US" sz="36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Pfr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. Billy </a:t>
            </a:r>
            <a:r>
              <a:rPr lang="en-US" sz="36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Kristanto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Samstags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11.00 CET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Berner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Heerweg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60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27533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7;g238c28804b7_0_0" descr="akira-hojo-_86u_Y0oAaM-unsplash.jpg">
            <a:extLst>
              <a:ext uri="{FF2B5EF4-FFF2-40B4-BE49-F238E27FC236}">
                <a16:creationId xmlns:a16="http://schemas.microsoft.com/office/drawing/2014/main" id="{7BB6F836-6276-9678-0F0C-7F301C1BAC4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6852" r="4266"/>
          <a:stretch/>
        </p:blipFill>
        <p:spPr>
          <a:xfrm>
            <a:off x="1524001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78;g238c28804b7_0_0">
            <a:extLst>
              <a:ext uri="{FF2B5EF4-FFF2-40B4-BE49-F238E27FC236}">
                <a16:creationId xmlns:a16="http://schemas.microsoft.com/office/drawing/2014/main" id="{0B1971B2-10F1-8B78-CD6A-872D2D3FF5EC}"/>
              </a:ext>
            </a:extLst>
          </p:cNvPr>
          <p:cNvSpPr/>
          <p:nvPr userDrawn="1"/>
        </p:nvSpPr>
        <p:spPr>
          <a:xfrm>
            <a:off x="2905540" y="626166"/>
            <a:ext cx="7762500" cy="28029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Ibadah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Minggu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 &amp;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Perjamuan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 Kudus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Minggu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/>
              <a:t>9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.00 CET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Berner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Heerweg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60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579;g238c28804b7_0_0">
            <a:extLst>
              <a:ext uri="{FF2B5EF4-FFF2-40B4-BE49-F238E27FC236}">
                <a16:creationId xmlns:a16="http://schemas.microsoft.com/office/drawing/2014/main" id="{3340BD38-0D34-0DD3-083E-5E4C982134AC}"/>
              </a:ext>
            </a:extLst>
          </p:cNvPr>
          <p:cNvSpPr/>
          <p:nvPr userDrawn="1"/>
        </p:nvSpPr>
        <p:spPr>
          <a:xfrm>
            <a:off x="2905539" y="3737114"/>
            <a:ext cx="7762500" cy="19878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Sonntagsgottesdienst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 &amp;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Abendmahl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Sunday, </a:t>
            </a:r>
            <a:r>
              <a:rPr lang="en-US" sz="2000" dirty="0"/>
              <a:t>9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.00 CET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Berner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Heerweg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60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29246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506;p39" descr="patrick-fore-b_SHPU5M3nk-unsplash.jpg">
            <a:extLst>
              <a:ext uri="{FF2B5EF4-FFF2-40B4-BE49-F238E27FC236}">
                <a16:creationId xmlns:a16="http://schemas.microsoft.com/office/drawing/2014/main" id="{AA137833-C3CC-407D-BB02-5B99726E987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07;p39">
            <a:extLst>
              <a:ext uri="{FF2B5EF4-FFF2-40B4-BE49-F238E27FC236}">
                <a16:creationId xmlns:a16="http://schemas.microsoft.com/office/drawing/2014/main" id="{CD326AAA-4C6E-DAFA-FBD7-0F450853DE4B}"/>
              </a:ext>
            </a:extLst>
          </p:cNvPr>
          <p:cNvSpPr/>
          <p:nvPr userDrawn="1"/>
        </p:nvSpPr>
        <p:spPr>
          <a:xfrm>
            <a:off x="5494122" y="1461957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r>
              <a:rPr lang="de-DE" sz="4400" dirty="0" err="1">
                <a:latin typeface="Corsiva"/>
                <a:ea typeface="Corsiva"/>
                <a:cs typeface="Corsiva"/>
                <a:sym typeface="Corsiva"/>
              </a:rPr>
              <a:t>Persekutuan</a:t>
            </a:r>
            <a:r>
              <a:rPr lang="de-DE" sz="4400" dirty="0">
                <a:latin typeface="Corsiva"/>
                <a:ea typeface="Corsiva"/>
                <a:cs typeface="Corsiva"/>
                <a:sym typeface="Corsiva"/>
              </a:rPr>
              <a:t> </a:t>
            </a:r>
            <a:r>
              <a:rPr lang="de-DE" sz="4400" dirty="0" err="1">
                <a:latin typeface="Corsiva"/>
                <a:ea typeface="Corsiva"/>
                <a:cs typeface="Corsiva"/>
                <a:sym typeface="Corsiva"/>
              </a:rPr>
              <a:t>Doa</a:t>
            </a:r>
            <a:endParaRPr sz="4400" dirty="0">
              <a:latin typeface="Corsiva"/>
              <a:ea typeface="Corsiva"/>
              <a:cs typeface="Corsiva"/>
              <a:sym typeface="Corsiva"/>
            </a:endParaRPr>
          </a:p>
          <a:p>
            <a:pPr algn="ctr">
              <a:buSzPts val="2000"/>
            </a:pPr>
            <a:r>
              <a:rPr lang="de-DE" sz="2000" dirty="0" err="1"/>
              <a:t>Setiap</a:t>
            </a:r>
            <a:r>
              <a:rPr lang="de-DE" sz="2000" dirty="0"/>
              <a:t> </a:t>
            </a:r>
            <a:r>
              <a:rPr lang="de-DE" sz="2000" dirty="0" err="1"/>
              <a:t>Minggu</a:t>
            </a:r>
            <a:r>
              <a:rPr lang="de-DE" sz="2000" dirty="0"/>
              <a:t>, 11:00 CEST</a:t>
            </a:r>
            <a:endParaRPr dirty="0"/>
          </a:p>
          <a:p>
            <a:pPr algn="ctr">
              <a:buSzPts val="2000"/>
            </a:pPr>
            <a:r>
              <a:rPr lang="de-DE" sz="2000" dirty="0"/>
              <a:t>Berner Heerweg 60</a:t>
            </a:r>
            <a:endParaRPr dirty="0"/>
          </a:p>
        </p:txBody>
      </p:sp>
      <p:sp>
        <p:nvSpPr>
          <p:cNvPr id="5" name="Google Shape;508;p39">
            <a:extLst>
              <a:ext uri="{FF2B5EF4-FFF2-40B4-BE49-F238E27FC236}">
                <a16:creationId xmlns:a16="http://schemas.microsoft.com/office/drawing/2014/main" id="{059CDEEF-7C3C-5204-347A-D9E168DA65DB}"/>
              </a:ext>
            </a:extLst>
          </p:cNvPr>
          <p:cNvSpPr/>
          <p:nvPr userDrawn="1"/>
        </p:nvSpPr>
        <p:spPr>
          <a:xfrm>
            <a:off x="5494122" y="3135919"/>
            <a:ext cx="5232400" cy="1456809"/>
          </a:xfrm>
          <a:prstGeom prst="rect">
            <a:avLst/>
          </a:prstGeom>
          <a:solidFill>
            <a:srgbClr val="FFFFFF">
              <a:alpha val="52941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r>
              <a:rPr lang="de-DE" sz="4400" dirty="0">
                <a:latin typeface="Corsiva"/>
                <a:ea typeface="Corsiva"/>
                <a:cs typeface="Corsiva"/>
                <a:sym typeface="Corsiva"/>
              </a:rPr>
              <a:t>Gebetskreis</a:t>
            </a:r>
            <a:endParaRPr dirty="0"/>
          </a:p>
          <a:p>
            <a:pPr algn="ctr">
              <a:buSzPts val="2000"/>
            </a:pPr>
            <a:r>
              <a:rPr lang="de-DE" sz="2000" dirty="0"/>
              <a:t>Sonntags, 11.00 CEST</a:t>
            </a:r>
            <a:endParaRPr dirty="0"/>
          </a:p>
          <a:p>
            <a:pPr algn="ctr">
              <a:buSzPts val="2000"/>
            </a:pPr>
            <a:r>
              <a:rPr lang="de-DE" sz="2000" dirty="0"/>
              <a:t>Berner Heerweg 60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71426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84;g247ebc81067_0_0">
            <a:extLst>
              <a:ext uri="{FF2B5EF4-FFF2-40B4-BE49-F238E27FC236}">
                <a16:creationId xmlns:a16="http://schemas.microsoft.com/office/drawing/2014/main" id="{B0628E7E-AB9C-0D73-F146-F35F3CD1EF35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74000"/>
          </a:blip>
          <a:srcRect/>
          <a:stretch/>
        </p:blipFill>
        <p:spPr>
          <a:xfrm>
            <a:off x="152400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85;g247ebc81067_0_0">
            <a:extLst>
              <a:ext uri="{FF2B5EF4-FFF2-40B4-BE49-F238E27FC236}">
                <a16:creationId xmlns:a16="http://schemas.microsoft.com/office/drawing/2014/main" id="{5813634B-C1CF-2576-C8A6-91866D56E4BA}"/>
              </a:ext>
            </a:extLst>
          </p:cNvPr>
          <p:cNvSpPr/>
          <p:nvPr userDrawn="1"/>
        </p:nvSpPr>
        <p:spPr>
          <a:xfrm>
            <a:off x="5479398" y="1205264"/>
            <a:ext cx="5232300" cy="1625700"/>
          </a:xfrm>
          <a:prstGeom prst="rect">
            <a:avLst/>
          </a:prstGeom>
          <a:solidFill>
            <a:srgbClr val="FFFFFF">
              <a:alpha val="47450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294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Sekolah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Minggu</a:t>
            </a:r>
            <a:endParaRPr sz="4400" b="0" i="0" u="none" strike="noStrike" cap="none" dirty="0">
              <a:solidFill>
                <a:srgbClr val="000000"/>
              </a:solidFill>
              <a:latin typeface="Corsiva"/>
              <a:ea typeface="Corsiva"/>
              <a:cs typeface="Corsiva"/>
              <a:sym typeface="Corsi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Setiap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Minggu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/>
              <a:t>9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:00 CEST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Berner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Heerweg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60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586;g247ebc81067_0_0">
            <a:extLst>
              <a:ext uri="{FF2B5EF4-FFF2-40B4-BE49-F238E27FC236}">
                <a16:creationId xmlns:a16="http://schemas.microsoft.com/office/drawing/2014/main" id="{85D452FD-1D1D-A063-A01C-62E121A92ABC}"/>
              </a:ext>
            </a:extLst>
          </p:cNvPr>
          <p:cNvSpPr/>
          <p:nvPr userDrawn="1"/>
        </p:nvSpPr>
        <p:spPr>
          <a:xfrm>
            <a:off x="5479398" y="2983265"/>
            <a:ext cx="5232300" cy="1625700"/>
          </a:xfrm>
          <a:prstGeom prst="rect">
            <a:avLst/>
          </a:prstGeom>
          <a:solidFill>
            <a:srgbClr val="FFFFFF">
              <a:alpha val="47450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294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 err="1">
                <a:latin typeface="Corsiva"/>
                <a:ea typeface="Corsiva"/>
                <a:cs typeface="Corsiva"/>
                <a:sym typeface="Corsiva"/>
              </a:rPr>
              <a:t>Sonntagsschule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Sunday, </a:t>
            </a:r>
            <a:r>
              <a:rPr lang="en-US" sz="2000" dirty="0"/>
              <a:t>9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.00 CEST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Berner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Heerweg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60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15416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366A0A-7403-E70C-F0CE-C896606A7A7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oogle Shape;621;p70" descr="Ein Bild, das Himmel, Person, draußen, Gruppe enthält.&#10;&#10;Automatisch generierte Beschreibung">
            <a:extLst>
              <a:ext uri="{FF2B5EF4-FFF2-40B4-BE49-F238E27FC236}">
                <a16:creationId xmlns:a16="http://schemas.microsoft.com/office/drawing/2014/main" id="{D3D997F3-9E66-7028-4F57-1D65ABE916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207" t="47418" r="5031" b="3926"/>
          <a:stretch/>
        </p:blipFill>
        <p:spPr>
          <a:xfrm>
            <a:off x="1524000" y="1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22;p70">
            <a:extLst>
              <a:ext uri="{FF2B5EF4-FFF2-40B4-BE49-F238E27FC236}">
                <a16:creationId xmlns:a16="http://schemas.microsoft.com/office/drawing/2014/main" id="{6AAA839C-D067-6CDB-CBAF-16114B8619AD}"/>
              </a:ext>
            </a:extLst>
          </p:cNvPr>
          <p:cNvSpPr/>
          <p:nvPr userDrawn="1"/>
        </p:nvSpPr>
        <p:spPr>
          <a:xfrm>
            <a:off x="4998720" y="4564912"/>
            <a:ext cx="5669280" cy="2041452"/>
          </a:xfrm>
          <a:prstGeom prst="rect">
            <a:avLst/>
          </a:prstGeom>
          <a:solidFill>
            <a:schemeClr val="dk1">
              <a:alpha val="45098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05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		Kaffezeit!	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80274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B227-800A-43F3-7319-2C09D186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30E605-D520-989B-CFD9-E8E4E4A846E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495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98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6" name="Google Shape;36;p9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0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2" name="Google Shape;42;p100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43" name="Google Shape;43;p10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1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01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7" name="Google Shape;47;p101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8" name="Google Shape;48;p101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0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2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0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3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endParaRPr/>
          </a:p>
        </p:txBody>
      </p:sp>
      <p:sp>
        <p:nvSpPr>
          <p:cNvPr id="55" name="Google Shape;55;p10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0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2" r:id="rId2"/>
    <p:sldLayoutId id="2147483671" r:id="rId3"/>
    <p:sldLayoutId id="2147483673" r:id="rId4"/>
    <p:sldLayoutId id="2147483674" r:id="rId5"/>
    <p:sldLayoutId id="2147483675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  <p:sldLayoutId id="2147483694" r:id="rId24"/>
    <p:sldLayoutId id="2147483695" r:id="rId25"/>
    <p:sldLayoutId id="2147483696" r:id="rId26"/>
    <p:sldLayoutId id="2147483697" r:id="rId27"/>
    <p:sldLayoutId id="2147483698" r:id="rId28"/>
    <p:sldLayoutId id="2147483699" r:id="rId29"/>
    <p:sldLayoutId id="2147483700" r:id="rId30"/>
    <p:sldLayoutId id="2147483702" r:id="rId31"/>
    <p:sldLayoutId id="2147483701" r:id="rId32"/>
    <p:sldLayoutId id="2147483654" r:id="rId33"/>
    <p:sldLayoutId id="2147483655" r:id="rId34"/>
    <p:sldLayoutId id="2147483656" r:id="rId35"/>
    <p:sldLayoutId id="2147483657" r:id="rId36"/>
    <p:sldLayoutId id="2147483658" r:id="rId37"/>
    <p:sldLayoutId id="2147483659" r:id="rId3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039A-6739-F2A3-50AE-B89517CE58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DB5D8E-56DE-AFB6-67C0-0CD772D92C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9806707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Hello, World!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python-pptx was here!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Pfr. Test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Pdt. 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Corsiva</vt:lpstr>
      <vt:lpstr>Roboto</vt:lpstr>
      <vt:lpstr>Roboto Condensed</vt:lpstr>
      <vt:lpstr>Calibri</vt:lpstr>
      <vt:lpstr>Simple Dark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Bobby Simarmata</dc:creator>
  <cp:lastModifiedBy>Stephen Kurniawan</cp:lastModifiedBy>
  <cp:revision>34</cp:revision>
  <dcterms:created xsi:type="dcterms:W3CDTF">2021-05-09T21:05:28Z</dcterms:created>
  <dcterms:modified xsi:type="dcterms:W3CDTF">2023-07-18T13:49:48Z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4be5fb-a727-4de8-9a0b-2318b3ae9b1b_Enabled">
    <vt:lpwstr>true</vt:lpwstr>
  </property>
  <property fmtid="{D5CDD505-2E9C-101B-9397-08002B2CF9AE}" pid="3" name="MSIP_Label_604be5fb-a727-4de8-9a0b-2318b3ae9b1b_SetDate">
    <vt:lpwstr>2022-09-01T21:09:35Z</vt:lpwstr>
  </property>
  <property fmtid="{D5CDD505-2E9C-101B-9397-08002B2CF9AE}" pid="4" name="MSIP_Label_604be5fb-a727-4de8-9a0b-2318b3ae9b1b_Method">
    <vt:lpwstr>Standard</vt:lpwstr>
  </property>
  <property fmtid="{D5CDD505-2E9C-101B-9397-08002B2CF9AE}" pid="5" name="MSIP_Label_604be5fb-a727-4de8-9a0b-2318b3ae9b1b_Name">
    <vt:lpwstr>604be5fb-a727-4de8-9a0b-2318b3ae9b1b</vt:lpwstr>
  </property>
  <property fmtid="{D5CDD505-2E9C-101B-9397-08002B2CF9AE}" pid="6" name="MSIP_Label_604be5fb-a727-4de8-9a0b-2318b3ae9b1b_SiteId">
    <vt:lpwstr>e361356b-0fd2-4625-86f0-22ae6904a721</vt:lpwstr>
  </property>
  <property fmtid="{D5CDD505-2E9C-101B-9397-08002B2CF9AE}" pid="7" name="MSIP_Label_604be5fb-a727-4de8-9a0b-2318b3ae9b1b_ActionId">
    <vt:lpwstr>1438cdf0-9406-4d23-95c8-9dc020acdc58</vt:lpwstr>
  </property>
  <property fmtid="{D5CDD505-2E9C-101B-9397-08002B2CF9AE}" pid="8" name="MSIP_Label_604be5fb-a727-4de8-9a0b-2318b3ae9b1b_ContentBits">
    <vt:lpwstr>0</vt:lpwstr>
  </property>
</Properties>
</file>