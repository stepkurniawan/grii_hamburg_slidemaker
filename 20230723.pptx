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  <p:sldId id="317" r:id="rId87"/>
    <p:sldId id="318" r:id="rId88"/>
    <p:sldId id="319" r:id="rId89"/>
    <p:sldId id="320" r:id="rId90"/>
    <p:sldId id="321" r:id="rId91"/>
    <p:sldId id="322" r:id="rId92"/>
    <p:sldId id="323" r:id="rId93"/>
    <p:sldId id="324" r:id="rId94"/>
    <p:sldId id="325" r:id="rId95"/>
  </p:sldIdLst>
  <p:sldSz cx="12192000" cy="6858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orsiva" panose="020B060402020202020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82" d="100"/>
          <a:sy n="82" d="100"/>
        </p:scale>
        <p:origin x="12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15" Type="http://schemas.openxmlformats.org/officeDocument/2006/relationships/font" Target="fonts/font13.fntdata"/><Relationship Id="rId16" Type="http://schemas.openxmlformats.org/officeDocument/2006/relationships/font" Target="fonts/font14.fntdata"/><Relationship Id="rId17" Type="http://schemas.openxmlformats.org/officeDocument/2006/relationships/font" Target="fonts/font15.fntdata"/><Relationship Id="rId18" Type="http://schemas.openxmlformats.org/officeDocument/2006/relationships/font" Target="fonts/font16.fntdata"/><Relationship Id="rId2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" Type="http://schemas.openxmlformats.org/officeDocument/2006/relationships/font" Target="fonts/font1.fntdata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" Type="http://schemas.openxmlformats.org/officeDocument/2006/relationships/font" Target="fonts/font2.fntdata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" Type="http://schemas.openxmlformats.org/officeDocument/2006/relationships/font" Target="fonts/font3.fntdata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" Type="http://schemas.openxmlformats.org/officeDocument/2006/relationships/font" Target="fonts/font4.fntdata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" Type="http://schemas.openxmlformats.org/officeDocument/2006/relationships/font" Target="fonts/font5.fntdata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" Type="http://schemas.openxmlformats.org/officeDocument/2006/relationships/font" Target="fonts/font6.fntdata"/><Relationship Id="rId80" Type="http://schemas.openxmlformats.org/officeDocument/2006/relationships/slide" Target="slides/slide55.xml"/><Relationship Id="rId81" Type="http://schemas.openxmlformats.org/officeDocument/2006/relationships/slide" Target="slides/slide56.xml"/><Relationship Id="rId82" Type="http://schemas.openxmlformats.org/officeDocument/2006/relationships/slide" Target="slides/slide57.xml"/><Relationship Id="rId83" Type="http://schemas.openxmlformats.org/officeDocument/2006/relationships/slide" Target="slides/slide58.xml"/><Relationship Id="rId84" Type="http://schemas.openxmlformats.org/officeDocument/2006/relationships/slide" Target="slides/slide59.xml"/><Relationship Id="rId85" Type="http://schemas.openxmlformats.org/officeDocument/2006/relationships/slide" Target="slides/slide60.xml"/><Relationship Id="rId86" Type="http://schemas.openxmlformats.org/officeDocument/2006/relationships/slide" Target="slides/slide61.xml"/><Relationship Id="rId87" Type="http://schemas.openxmlformats.org/officeDocument/2006/relationships/slide" Target="slides/slide62.xml"/><Relationship Id="rId88" Type="http://schemas.openxmlformats.org/officeDocument/2006/relationships/slide" Target="slides/slide63.xml"/><Relationship Id="rId89" Type="http://schemas.openxmlformats.org/officeDocument/2006/relationships/slide" Target="slides/slide64.xml"/><Relationship Id="rId9" Type="http://schemas.openxmlformats.org/officeDocument/2006/relationships/font" Target="fonts/font7.fntdata"/><Relationship Id="rId90" Type="http://schemas.openxmlformats.org/officeDocument/2006/relationships/slide" Target="slides/slide65.xml"/><Relationship Id="rId91" Type="http://schemas.openxmlformats.org/officeDocument/2006/relationships/slide" Target="slides/slide66.xml"/><Relationship Id="rId92" Type="http://schemas.openxmlformats.org/officeDocument/2006/relationships/slide" Target="slides/slide67.xml"/><Relationship Id="rId93" Type="http://schemas.openxmlformats.org/officeDocument/2006/relationships/slide" Target="slides/slide68.xml"/><Relationship Id="rId94" Type="http://schemas.openxmlformats.org/officeDocument/2006/relationships/slide" Target="slides/slide69.xml"/><Relationship Id="rId95" Type="http://schemas.openxmlformats.org/officeDocument/2006/relationships/slide" Target="slides/slide7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4D7238E-834E-DFBE-E96A-DCEDEB96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42E7A4ED-6C93-434A-A0EA-99F149EE61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37CFD331-FA04-FCA7-6477-ED70D5ADD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3;p56">
            <a:extLst>
              <a:ext uri="{FF2B5EF4-FFF2-40B4-BE49-F238E27FC236}">
                <a16:creationId xmlns:a16="http://schemas.microsoft.com/office/drawing/2014/main" id="{0AE1DAC5-5574-99B2-B716-90789A8A8EC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64770" y="0"/>
            <a:ext cx="946245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Pdt</a:t>
            </a: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Kristanto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b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</a:b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Sabtu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47300" y="3442425"/>
            <a:ext cx="5120700" cy="13314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Pfr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Kristanto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Samstags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/>
          <p:nvPr userDrawn="1"/>
        </p:nvSpPr>
        <p:spPr>
          <a:xfrm>
            <a:off x="2905540" y="626166"/>
            <a:ext cx="7762500" cy="28029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Ibadah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Perjamuan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Kudus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Sonntagsgottesdienst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Abendmahl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AA137833-C3CC-407D-BB02-5B99726E987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CD326AAA-4C6E-DAFA-FBD7-0F450853DE4B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Persekutuan</a:t>
            </a: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Doa</a:t>
            </a:r>
            <a:endParaRPr sz="4400" dirty="0">
              <a:latin typeface="Corsiva"/>
              <a:ea typeface="Corsiva"/>
              <a:cs typeface="Corsiva"/>
              <a:sym typeface="Corsiva"/>
            </a:endParaRPr>
          </a:p>
          <a:p>
            <a:pPr algn="ctr">
              <a:buSzPts val="2000"/>
            </a:pPr>
            <a:r>
              <a:rPr lang="de-DE" sz="2000" dirty="0" err="1"/>
              <a:t>Setiap</a:t>
            </a:r>
            <a:r>
              <a:rPr lang="de-DE" sz="2000" dirty="0"/>
              <a:t> </a:t>
            </a:r>
            <a:r>
              <a:rPr lang="de-DE" sz="2000" dirty="0" err="1"/>
              <a:t>Minggu</a:t>
            </a:r>
            <a:r>
              <a:rPr lang="de-DE" sz="2000" dirty="0"/>
              <a:t>, 11:00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059CDEEF-7C3C-5204-347A-D9E168DA65DB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Gebetskreis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Sonntags, 11.00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142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Sekolah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endParaRPr sz="4400" b="0" i="0" u="none" strike="noStrike" cap="none" dirty="0">
              <a:solidFill>
                <a:srgbClr val="000000"/>
              </a:solidFill>
              <a:latin typeface="Corsiva"/>
              <a:ea typeface="Corsiva"/>
              <a:cs typeface="Corsiva"/>
              <a:sym typeface="Corsi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79398" y="2983265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latin typeface="Corsiva"/>
                <a:ea typeface="Corsiva"/>
                <a:cs typeface="Corsiva"/>
                <a:sym typeface="Corsiva"/>
              </a:rPr>
              <a:t>Sonntagsschule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Kaffezeit!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2" r:id="rId31"/>
    <p:sldLayoutId id="2147483703" r:id="rId32"/>
    <p:sldLayoutId id="2147483705" r:id="rId33"/>
    <p:sldLayoutId id="2147483701" r:id="rId34"/>
    <p:sldLayoutId id="2147483654" r:id="rId35"/>
    <p:sldLayoutId id="2147483655" r:id="rId36"/>
    <p:sldLayoutId id="2147483656" r:id="rId37"/>
    <p:sldLayoutId id="2147483657" r:id="rId38"/>
    <p:sldLayoutId id="2147483658" r:id="rId39"/>
    <p:sldLayoutId id="2147483659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Yesaya 55:6-8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2:1 : Also ward vollendet Himmel und Erde mit ihrem ganzen Heer.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2:1 : Demikianlah diselesaikan langit dan bumi dan segala isinya.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2:2 : Und also vollendete Gott am siebenten Tage seine Werke, die er machte, und ruhte am siebenten Tage von allen seinen Werken, die er machte.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2:2 : Ketika Allah pada hari ketujuh telah menyelesaikan pekerjaan yang dibuat-Nya itu, berhentilah Ia pada hari ketujuh dari segala pekerjaan yang telah dibuat-Nya itu.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2:3 : Und Gott segnete den siebenten Tag und heiligte ihn, darum daß er an demselben geruht hatte von allen seinen Werken, die Gott schuf und machte.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2:3 : Lalu Allah memberkati hari ketujuh itu dan menguduskannya, karena pada hari itulah Ia berhenti dari segala pekerjaan penciptaan yang telah dibuat-Nya itu.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Test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9-DE.0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Roboto</vt:lpstr>
      <vt:lpstr>Calibri</vt:lpstr>
      <vt:lpstr>Corsiva</vt:lpstr>
      <vt:lpstr>Arial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41</cp:revision>
  <dcterms:created xsi:type="dcterms:W3CDTF">2021-05-09T21:05:28Z</dcterms:created>
  <dcterms:modified xsi:type="dcterms:W3CDTF">2023-07-20T14:39:06Z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