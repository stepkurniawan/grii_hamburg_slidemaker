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  <p:sldId id="275" r:id="rId45"/>
    <p:sldId id="276" r:id="rId46"/>
    <p:sldId id="277" r:id="rId47"/>
    <p:sldId id="278" r:id="rId48"/>
    <p:sldId id="279" r:id="rId49"/>
    <p:sldId id="280" r:id="rId50"/>
    <p:sldId id="281" r:id="rId51"/>
    <p:sldId id="282" r:id="rId52"/>
    <p:sldId id="283" r:id="rId53"/>
    <p:sldId id="284" r:id="rId54"/>
    <p:sldId id="285" r:id="rId55"/>
    <p:sldId id="286" r:id="rId56"/>
    <p:sldId id="287" r:id="rId57"/>
    <p:sldId id="288" r:id="rId58"/>
    <p:sldId id="289" r:id="rId59"/>
    <p:sldId id="290" r:id="rId60"/>
    <p:sldId id="291" r:id="rId61"/>
    <p:sldId id="292" r:id="rId62"/>
    <p:sldId id="293" r:id="rId63"/>
    <p:sldId id="294" r:id="rId64"/>
    <p:sldId id="295" r:id="rId65"/>
    <p:sldId id="296" r:id="rId66"/>
    <p:sldId id="297" r:id="rId67"/>
    <p:sldId id="298" r:id="rId68"/>
    <p:sldId id="299" r:id="rId69"/>
    <p:sldId id="300" r:id="rId70"/>
    <p:sldId id="301" r:id="rId71"/>
    <p:sldId id="302" r:id="rId72"/>
    <p:sldId id="303" r:id="rId73"/>
    <p:sldId id="304" r:id="rId74"/>
    <p:sldId id="305" r:id="rId75"/>
    <p:sldId id="306" r:id="rId76"/>
    <p:sldId id="307" r:id="rId77"/>
    <p:sldId id="308" r:id="rId78"/>
    <p:sldId id="309" r:id="rId79"/>
    <p:sldId id="310" r:id="rId80"/>
    <p:sldId id="311" r:id="rId81"/>
    <p:sldId id="312" r:id="rId82"/>
    <p:sldId id="313" r:id="rId83"/>
    <p:sldId id="314" r:id="rId84"/>
    <p:sldId id="315" r:id="rId85"/>
    <p:sldId id="316" r:id="rId86"/>
    <p:sldId id="317" r:id="rId87"/>
    <p:sldId id="318" r:id="rId88"/>
    <p:sldId id="319" r:id="rId89"/>
    <p:sldId id="320" r:id="rId90"/>
    <p:sldId id="321" r:id="rId91"/>
    <p:sldId id="322" r:id="rId92"/>
    <p:sldId id="323" r:id="rId93"/>
    <p:sldId id="324" r:id="rId94"/>
    <p:sldId id="325" r:id="rId95"/>
    <p:sldId id="326" r:id="rId96"/>
    <p:sldId id="327" r:id="rId97"/>
    <p:sldId id="328" r:id="rId98"/>
    <p:sldId id="329" r:id="rId99"/>
  </p:sldIdLst>
  <p:sldSz cx="12192000" cy="68580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orsiva" panose="020B060402020202020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Condensed" panose="020000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53"/>
    <p:restoredTop sz="94692"/>
  </p:normalViewPr>
  <p:slideViewPr>
    <p:cSldViewPr snapToGrid="0">
      <p:cViewPr varScale="1">
        <p:scale>
          <a:sx n="82" d="100"/>
          <a:sy n="82" d="100"/>
        </p:scale>
        <p:origin x="126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33" Type="http://customschemas.google.com/relationships/presentationmetadata" Target="meta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Relationship Id="rId14" Type="http://schemas.openxmlformats.org/officeDocument/2006/relationships/font" Target="fonts/font12.fntdata"/><Relationship Id="rId15" Type="http://schemas.openxmlformats.org/officeDocument/2006/relationships/font" Target="fonts/font13.fntdata"/><Relationship Id="rId16" Type="http://schemas.openxmlformats.org/officeDocument/2006/relationships/font" Target="fonts/font14.fntdata"/><Relationship Id="rId17" Type="http://schemas.openxmlformats.org/officeDocument/2006/relationships/font" Target="fonts/font15.fntdata"/><Relationship Id="rId18" Type="http://schemas.openxmlformats.org/officeDocument/2006/relationships/font" Target="fonts/font16.fntdata"/><Relationship Id="rId2" Type="http://schemas.openxmlformats.org/officeDocument/2006/relationships/notesMaster" Target="notesMasters/notes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" Type="http://schemas.openxmlformats.org/officeDocument/2006/relationships/font" Target="fonts/font1.fntdata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" Type="http://schemas.openxmlformats.org/officeDocument/2006/relationships/font" Target="fonts/font2.fntdata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8" Type="http://schemas.openxmlformats.org/officeDocument/2006/relationships/slide" Target="slides/slide23.xml"/><Relationship Id="rId49" Type="http://schemas.openxmlformats.org/officeDocument/2006/relationships/slide" Target="slides/slide24.xml"/><Relationship Id="rId5" Type="http://schemas.openxmlformats.org/officeDocument/2006/relationships/font" Target="fonts/font3.fntdata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2" Type="http://schemas.openxmlformats.org/officeDocument/2006/relationships/slide" Target="slides/slide27.xml"/><Relationship Id="rId53" Type="http://schemas.openxmlformats.org/officeDocument/2006/relationships/slide" Target="slides/slide28.xml"/><Relationship Id="rId54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31.xml"/><Relationship Id="rId57" Type="http://schemas.openxmlformats.org/officeDocument/2006/relationships/slide" Target="slides/slide32.xml"/><Relationship Id="rId58" Type="http://schemas.openxmlformats.org/officeDocument/2006/relationships/slide" Target="slides/slide33.xml"/><Relationship Id="rId59" Type="http://schemas.openxmlformats.org/officeDocument/2006/relationships/slide" Target="slides/slide34.xml"/><Relationship Id="rId6" Type="http://schemas.openxmlformats.org/officeDocument/2006/relationships/font" Target="fonts/font4.fntdata"/><Relationship Id="rId60" Type="http://schemas.openxmlformats.org/officeDocument/2006/relationships/slide" Target="slides/slide35.xml"/><Relationship Id="rId61" Type="http://schemas.openxmlformats.org/officeDocument/2006/relationships/slide" Target="slides/slide36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Relationship Id="rId66" Type="http://schemas.openxmlformats.org/officeDocument/2006/relationships/slide" Target="slides/slide41.xml"/><Relationship Id="rId67" Type="http://schemas.openxmlformats.org/officeDocument/2006/relationships/slide" Target="slides/slide42.xml"/><Relationship Id="rId68" Type="http://schemas.openxmlformats.org/officeDocument/2006/relationships/slide" Target="slides/slide43.xml"/><Relationship Id="rId69" Type="http://schemas.openxmlformats.org/officeDocument/2006/relationships/slide" Target="slides/slide44.xml"/><Relationship Id="rId7" Type="http://schemas.openxmlformats.org/officeDocument/2006/relationships/font" Target="fonts/font5.fntdata"/><Relationship Id="rId70" Type="http://schemas.openxmlformats.org/officeDocument/2006/relationships/slide" Target="slides/slide45.xml"/><Relationship Id="rId71" Type="http://schemas.openxmlformats.org/officeDocument/2006/relationships/slide" Target="slides/slide46.xml"/><Relationship Id="rId72" Type="http://schemas.openxmlformats.org/officeDocument/2006/relationships/slide" Target="slides/slide47.xml"/><Relationship Id="rId73" Type="http://schemas.openxmlformats.org/officeDocument/2006/relationships/slide" Target="slides/slide48.xml"/><Relationship Id="rId74" Type="http://schemas.openxmlformats.org/officeDocument/2006/relationships/slide" Target="slides/slide49.xml"/><Relationship Id="rId75" Type="http://schemas.openxmlformats.org/officeDocument/2006/relationships/slide" Target="slides/slide50.xml"/><Relationship Id="rId76" Type="http://schemas.openxmlformats.org/officeDocument/2006/relationships/slide" Target="slides/slide51.xml"/><Relationship Id="rId77" Type="http://schemas.openxmlformats.org/officeDocument/2006/relationships/slide" Target="slides/slide52.xml"/><Relationship Id="rId78" Type="http://schemas.openxmlformats.org/officeDocument/2006/relationships/slide" Target="slides/slide53.xml"/><Relationship Id="rId79" Type="http://schemas.openxmlformats.org/officeDocument/2006/relationships/slide" Target="slides/slide54.xml"/><Relationship Id="rId8" Type="http://schemas.openxmlformats.org/officeDocument/2006/relationships/font" Target="fonts/font6.fntdata"/><Relationship Id="rId80" Type="http://schemas.openxmlformats.org/officeDocument/2006/relationships/slide" Target="slides/slide55.xml"/><Relationship Id="rId81" Type="http://schemas.openxmlformats.org/officeDocument/2006/relationships/slide" Target="slides/slide56.xml"/><Relationship Id="rId82" Type="http://schemas.openxmlformats.org/officeDocument/2006/relationships/slide" Target="slides/slide57.xml"/><Relationship Id="rId83" Type="http://schemas.openxmlformats.org/officeDocument/2006/relationships/slide" Target="slides/slide58.xml"/><Relationship Id="rId84" Type="http://schemas.openxmlformats.org/officeDocument/2006/relationships/slide" Target="slides/slide59.xml"/><Relationship Id="rId85" Type="http://schemas.openxmlformats.org/officeDocument/2006/relationships/slide" Target="slides/slide60.xml"/><Relationship Id="rId86" Type="http://schemas.openxmlformats.org/officeDocument/2006/relationships/slide" Target="slides/slide61.xml"/><Relationship Id="rId87" Type="http://schemas.openxmlformats.org/officeDocument/2006/relationships/slide" Target="slides/slide62.xml"/><Relationship Id="rId88" Type="http://schemas.openxmlformats.org/officeDocument/2006/relationships/slide" Target="slides/slide63.xml"/><Relationship Id="rId89" Type="http://schemas.openxmlformats.org/officeDocument/2006/relationships/slide" Target="slides/slide64.xml"/><Relationship Id="rId9" Type="http://schemas.openxmlformats.org/officeDocument/2006/relationships/font" Target="fonts/font7.fntdata"/><Relationship Id="rId90" Type="http://schemas.openxmlformats.org/officeDocument/2006/relationships/slide" Target="slides/slide65.xml"/><Relationship Id="rId91" Type="http://schemas.openxmlformats.org/officeDocument/2006/relationships/slide" Target="slides/slide66.xml"/><Relationship Id="rId92" Type="http://schemas.openxmlformats.org/officeDocument/2006/relationships/slide" Target="slides/slide67.xml"/><Relationship Id="rId93" Type="http://schemas.openxmlformats.org/officeDocument/2006/relationships/slide" Target="slides/slide68.xml"/><Relationship Id="rId94" Type="http://schemas.openxmlformats.org/officeDocument/2006/relationships/slide" Target="slides/slide69.xml"/><Relationship Id="rId95" Type="http://schemas.openxmlformats.org/officeDocument/2006/relationships/slide" Target="slides/slide70.xml"/><Relationship Id="rId96" Type="http://schemas.openxmlformats.org/officeDocument/2006/relationships/slide" Target="slides/slide71.xml"/><Relationship Id="rId97" Type="http://schemas.openxmlformats.org/officeDocument/2006/relationships/slide" Target="slides/slide72.xml"/><Relationship Id="rId98" Type="http://schemas.openxmlformats.org/officeDocument/2006/relationships/slide" Target="slides/slide73.xml"/><Relationship Id="rId99" Type="http://schemas.openxmlformats.org/officeDocument/2006/relationships/slide" Target="slides/slide7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4D7238E-834E-DFBE-E96A-DCEDEB9609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computer screen&#10;&#10;Description automatically generated">
            <a:extLst>
              <a:ext uri="{FF2B5EF4-FFF2-40B4-BE49-F238E27FC236}">
                <a16:creationId xmlns:a16="http://schemas.microsoft.com/office/drawing/2014/main" id="{42E7A4ED-6C93-434A-A0EA-99F149EE61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37CFD331-FA04-FCA7-6477-ED70D5ADD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53;p56">
            <a:extLst>
              <a:ext uri="{FF2B5EF4-FFF2-40B4-BE49-F238E27FC236}">
                <a16:creationId xmlns:a16="http://schemas.microsoft.com/office/drawing/2014/main" id="{0AE1DAC5-5574-99B2-B716-90789A8A8EC5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64770" y="0"/>
            <a:ext cx="946245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Pdt</a:t>
            </a: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Kristanto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b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</a:b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Sabtu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47300" y="3442425"/>
            <a:ext cx="5120700" cy="13314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Pfr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Kristanto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Samstags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/>
          <p:nvPr userDrawn="1"/>
        </p:nvSpPr>
        <p:spPr>
          <a:xfrm>
            <a:off x="2905540" y="626166"/>
            <a:ext cx="7762500" cy="28029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Ibadah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Perjamuan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Kudus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Sonntagsgottesdienst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Abendmahl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AA137833-C3CC-407D-BB02-5B99726E987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CD326AAA-4C6E-DAFA-FBD7-0F450853DE4B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Persekutuan</a:t>
            </a: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Doa</a:t>
            </a:r>
            <a:endParaRPr sz="4400" dirty="0">
              <a:latin typeface="Corsiva"/>
              <a:ea typeface="Corsiva"/>
              <a:cs typeface="Corsiva"/>
              <a:sym typeface="Corsiva"/>
            </a:endParaRPr>
          </a:p>
          <a:p>
            <a:pPr algn="ctr">
              <a:buSzPts val="2000"/>
            </a:pPr>
            <a:r>
              <a:rPr lang="de-DE" sz="2000" dirty="0" err="1"/>
              <a:t>Setiap</a:t>
            </a:r>
            <a:r>
              <a:rPr lang="de-DE" sz="2000" dirty="0"/>
              <a:t> </a:t>
            </a:r>
            <a:r>
              <a:rPr lang="de-DE" sz="2000" dirty="0" err="1"/>
              <a:t>Minggu</a:t>
            </a:r>
            <a:r>
              <a:rPr lang="de-DE" sz="2000" dirty="0"/>
              <a:t>, 11:00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059CDEEF-7C3C-5204-347A-D9E168DA65DB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Gebetskreis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Sonntags, 11.00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142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Sekolah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endParaRPr sz="4400" b="0" i="0" u="none" strike="noStrike" cap="none" dirty="0">
              <a:solidFill>
                <a:srgbClr val="000000"/>
              </a:solidFill>
              <a:latin typeface="Corsiva"/>
              <a:ea typeface="Corsiva"/>
              <a:cs typeface="Corsiva"/>
              <a:sym typeface="Corsiv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79398" y="2983265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latin typeface="Corsiva"/>
                <a:ea typeface="Corsiva"/>
                <a:cs typeface="Corsiva"/>
                <a:sym typeface="Corsiva"/>
              </a:rPr>
              <a:t>Sonntagsschule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Kaffezeit!	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696" r:id="rId26"/>
    <p:sldLayoutId id="2147483697" r:id="rId27"/>
    <p:sldLayoutId id="2147483698" r:id="rId28"/>
    <p:sldLayoutId id="2147483699" r:id="rId29"/>
    <p:sldLayoutId id="2147483700" r:id="rId30"/>
    <p:sldLayoutId id="2147483702" r:id="rId31"/>
    <p:sldLayoutId id="2147483703" r:id="rId32"/>
    <p:sldLayoutId id="2147483705" r:id="rId33"/>
    <p:sldLayoutId id="2147483701" r:id="rId34"/>
    <p:sldLayoutId id="2147483654" r:id="rId35"/>
    <p:sldLayoutId id="2147483655" r:id="rId36"/>
    <p:sldLayoutId id="2147483656" r:id="rId37"/>
    <p:sldLayoutId id="2147483657" r:id="rId38"/>
    <p:sldLayoutId id="2147483658" r:id="rId39"/>
    <p:sldLayoutId id="2147483659" r:id="rId4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Yesaya 43:1-7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43:1 : Und nun spricht der HERR, der dich geschaffen hat, Jakob, und dich gemacht hat, Israel: Fürchte dich nicht, denn ich habe dich erlöst; ich habe dich bei deinem Namen gerufen; du bist mein!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43:1 : Tetapi sekarang, beginilah firman Tuhan yang menciptakan engkau, hai Yakub, yang membentuk engkau, hai Israel: ”Janganlah takut, sebab Aku telah menebus engkau, Aku telah memanggil engkau dengan namamu, engkau ini kepunyaan-Ku.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43:2 : Denn so du durch Wasser gehst, will ich bei dir sein, daß dich die Ströme nicht sollen ersäufen; und so du ins Feuer gehst, sollst du nicht brennen, und die Flamme soll dich nicht versengen.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43:2 : Apabila engkau menyeberang melalui air, Aku akan menyertai engkau, atau melalui sungai-sungai, engkau tidak akan dihanyutkan; apabila engkau berjalan melalui api, engkau tidak akan dihanguskan, dan nyala api tidak akan membakar engkau.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43:3 : Denn ich bin der HERR, dein Gott, der Heilige in Israel, dein Heiland. Ich habe Ägypten für dich als Lösegeld gegeben, Mohren und Seba an deine Statt.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43:3 : Sebab Akulah Tuhan , Allahmu, Yang Mahakudus, Allah Israel, Juruselamatmu. Aku menebus engkau dengan Mesir, dan memberikan Etiopia dan Syeba sebagai gantimu.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43:4 : Weil du so wert bist vor meinen Augen geachtet, mußt du auch herrlich sein, und ich habe dich lieb; darum gebe ich Menschen an deine Statt und Völker für deine Seele.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43:4 : Oleh karena engkau berharga di mata-Ku dan mulia, dan Aku ini mengasihi engkau, maka Aku memberikan manusia sebagai gantimu, dan bangsa-bangsa sebagai ganti nyawamu.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43:5 : So fürchte dich nun nicht; denn ich bin bei dir. Ich will vom Morgen deinen Samen bringen und will dich vom Abend sammeln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43:5 : Janganlah takut, sebab Aku ini menyertai engkau, Aku akan mendatangkan anak cucumu dari timur, dan Aku akan menghimpun engkau dari barat.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43:6 : und will sagen gegen Mitternacht: Gib her! und gegen Mittag: Wehre nicht! Bringe meine Söhne von ferneher und meine Töchter von der Welt Ende,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43:6 : Aku akan berkata kepada utara: Berikanlah! dan kepada selatan: Janganlah tahan-tahan! Bawalah anak-anak-Ku laki-laki dari jauh, dan anak-anak-Ku perempuan dari ujung-ujung bumi,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43:7 : und will sagen gegen Mitternacht: Gib her! und gegen Mittag: Wehre nicht! Bringe meine Söhne von ferneher und meine Töchter von der Welt Ende,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43:7 : semua orang yang disebutkan dengan nama-Ku yang Kuciptakan untuk kemuliaan-Ku, yang Kubentuk dan yang juga Kujadikan!”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Pfr. Billy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Pdt. Billy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Roboto</vt:lpstr>
      <vt:lpstr>Calibri</vt:lpstr>
      <vt:lpstr>Corsiva</vt:lpstr>
      <vt:lpstr>Arial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41</cp:revision>
  <dcterms:created xsi:type="dcterms:W3CDTF">2021-05-09T21:05:28Z</dcterms:created>
  <dcterms:modified xsi:type="dcterms:W3CDTF">2023-07-20T14:39:06Z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