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5" r:id="rId2"/>
    <p:sldId id="446" r:id="rId3"/>
    <p:sldId id="447" r:id="rId4"/>
    <p:sldId id="448" r:id="rId5"/>
    <p:sldId id="449" r:id="rId6"/>
    <p:sldId id="450" r:id="rId7"/>
    <p:sldId id="451" r:id="rId8"/>
    <p:sldId id="452" r:id="rId9"/>
    <p:sldId id="453" r:id="rId10"/>
    <p:sldId id="454" r:id="rId11"/>
    <p:sldId id="455" r:id="rId12"/>
    <p:sldId id="456" r:id="rId13"/>
    <p:sldId id="457" r:id="rId1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03/06/2023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03/06/2023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03/06/2023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03/06/2023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03/06/2023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03/06/2023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03/06/2023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03/06/2023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03/06/2023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03/06/2023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03/06/2023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03/06/2023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29AE635-14A1-DAC6-095F-2108D8E3B9E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7474" y="5383635"/>
            <a:ext cx="868823" cy="147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EWIGER VATER SCHÜTZE UNS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2EBF-5242-436B-BE15-67DEDC9FB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EWIGER VATER SCHÜTZE UNS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MELITA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Whiting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 – wig – er  Va – ter,   schüt – ze  uns.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| 3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5   5  |  6    6   5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Dein    Arm   bän–digt die        to – send‘  Flut'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 |  a1   a2   7   5  |  5    /4    5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36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EWIGER VATER SCHÜTZE UNS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MELITA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Whiting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Du    bist     des  tief – en         O – zeans Herr.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2 |  4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4   3    3  |  5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  /4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Und    setzt die      ei –  gen –    en     Gren– zen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7  |  5   /4    3    6  |  5     /4    3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679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EWIGER VATER SCHÜTZE UNS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MELITA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Whiting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Oh     hörst  Du  uns? Wir       ru –   fen  Dich!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|  3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4   4  |  /4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/4   5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Für          je – ne  Men–schen auf   dem Meer.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5  |   5   6   5   3  |  2 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1   1  +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692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EWIGER VATER SCHÜTZE UNS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MELITA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Whiting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Oh Christ! Auf   Dich das      Was – ser   hört.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| 3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5   5  |  6     6   5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Und     sei –  ne    Wut schweigt auf    Dein  Wort.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|  a1    a2    7    5  |  5    /4    5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473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EWIGER VATER SCHÜTZE UNS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MELITA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Whiting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Und  gingst    auf  schäu – men –  den    Tief –  en.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2 |  4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4    3     3  |  5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  /4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Und       in    ihr     die    Wut      hat       ge – ruht.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7  |  5   /4    3    6  |  5     /4    3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393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EWIGER VATER SCHÜTZE UNS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MELITA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Whiting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Oh     hörst  Du  uns? Wir       ru –   fen  Dich!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|  3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4   4  |  /4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/4   5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Für          je – ne  Men–schen auf   dem Meer.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5  |   5   6   5   3  |  2 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1   1  +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033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EWIGER VATER SCHÜTZE UNS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MELITA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Whiting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Meist hei –   lig‘   Geis– ter,     Du        er– schufst,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 |  3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5   5  |  6     6   5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Aus     die – sem dunk‘l– en      Cha –  os     raus.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|  a1    a2    7    5  |  5    /4    5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7597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EWIGER VATER SCHÜTZE UNS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MELITA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Whiting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Und stoppst  ich– ren   ar –    gen     Tu –  mult.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2 |  4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4   3   3  |  5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  /4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Und   gibst  Ver – wir – rung    Fri –     e –   den.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7  |  5   /4    3    6  |  5     /4    3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5024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EWIGER VATER SCHÜTZE UNS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MELITA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Whiting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Oh     hörst  Du  uns? Wir       ru –   fen  Dich!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|  3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4   4  |  /4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/4   5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Für          je – ne  Men–schen auf   dem Meer.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5  |   5   6   5   3  |  2 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1   1  +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812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4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EWIGER VATER SCHÜTZE UNS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MELITA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Whiting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Oh Drei – heit    von  Lie –     be      und  Macht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| 3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5   5  |  6     6   5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Uns     Brü – der  Schild    in        bö –  ser   Stund'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|  a1    a2    7    5  |  5    /4    5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497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4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EWIGER VATER SCHÜTZE UNS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MELITA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Whiting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Von   Fels,    Ge – wit – ter,     Feuer   und   feind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2 |  4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4   3    3  |  5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  /4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 – schütze  sie     wo –  hin      sie       ge – hen.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7  |   5    /4    3    6  |  5     /4    3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198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6195276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0256E4-3092-810A-99FA-67D7FE192997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4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77BC2C6-E64B-5858-01B0-A851DCBA7D5B}"/>
              </a:ext>
            </a:extLst>
          </p:cNvPr>
          <p:cNvSpPr txBox="1">
            <a:spLocks/>
          </p:cNvSpPr>
          <p:nvPr/>
        </p:nvSpPr>
        <p:spPr>
          <a:xfrm>
            <a:off x="1738557" y="5540638"/>
            <a:ext cx="5082564" cy="61675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EWIGER VATER SCHÜTZE UNS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46AEEE-F969-18F3-53AD-CD9D535BAC0C}"/>
              </a:ext>
            </a:extLst>
          </p:cNvPr>
          <p:cNvSpPr txBox="1"/>
          <p:nvPr/>
        </p:nvSpPr>
        <p:spPr>
          <a:xfrm>
            <a:off x="5324283" y="6131353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MELITA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William Whiting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08CD4-6B67-544F-EA37-CDEA02E63E68}"/>
              </a:ext>
            </a:extLst>
          </p:cNvPr>
          <p:cNvSpPr txBox="1"/>
          <p:nvPr/>
        </p:nvSpPr>
        <p:spPr>
          <a:xfrm>
            <a:off x="286760" y="1422210"/>
            <a:ext cx="12219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Im –  mer  stärk–er,    Dich     zu      er – hör'n 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BF7F11-7837-7BF5-5823-F8011367FC18}"/>
              </a:ext>
            </a:extLst>
          </p:cNvPr>
          <p:cNvSpPr txBox="1"/>
          <p:nvPr/>
        </p:nvSpPr>
        <p:spPr>
          <a:xfrm>
            <a:off x="269452" y="827546"/>
            <a:ext cx="1190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|  3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4    4  |  /4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/4   5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5046FB-317C-1949-415B-73BED4E772B0}"/>
              </a:ext>
            </a:extLst>
          </p:cNvPr>
          <p:cNvSpPr txBox="1"/>
          <p:nvPr/>
        </p:nvSpPr>
        <p:spPr>
          <a:xfrm>
            <a:off x="286760" y="3799861"/>
            <a:ext cx="12225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Lo –      bes – hym–nen    von     Land  und  Meer</a:t>
            </a:r>
            <a:endParaRPr lang="it-IT" sz="3600" b="1" i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EE2B6-886F-A8B8-540A-6ACA4AAA882B}"/>
              </a:ext>
            </a:extLst>
          </p:cNvPr>
          <p:cNvSpPr txBox="1"/>
          <p:nvPr/>
        </p:nvSpPr>
        <p:spPr>
          <a:xfrm>
            <a:off x="269452" y="3134506"/>
            <a:ext cx="12219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5  |   5    6    5    3  |  2 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1   1  +</a:t>
            </a:r>
            <a:endParaRPr kumimoji="0" lang="id-ID" sz="3200" b="0" i="0" u="none" strike="noStrike" kern="1200" cap="none" spc="-6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501287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</Words>
  <Application>Microsoft Office PowerPoint</Application>
  <PresentationFormat>Widescreen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Parnumation 3</vt:lpstr>
      <vt:lpstr>Roboto Condensed</vt:lpstr>
      <vt:lpstr>1_Office Theme</vt:lpstr>
      <vt:lpstr>EWIGER VATER SCHÜTZE UNS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Martinus Abednego</cp:lastModifiedBy>
  <cp:revision>146</cp:revision>
  <dcterms:created xsi:type="dcterms:W3CDTF">2021-06-24T21:29:51Z</dcterms:created>
  <dcterms:modified xsi:type="dcterms:W3CDTF">2023-06-03T15:12:16Z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2022-11-05T21:38:29Z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cc5fbae3-a5bf-4d2b-95eb-6aa265b19649</vt:lpwstr>
  </property>
  <property fmtid="{D5CDD505-2E9C-101B-9397-08002B2CF9AE}" pid="8" name="MSIP_Label_604be5fb-a727-4de8-9a0b-2318b3ae9b1b_ContentBits">
    <vt:lpwstr>0</vt:lpwstr>
  </property>
</Properties>
</file>