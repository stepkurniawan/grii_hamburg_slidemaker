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rio Andrean" initials="VA" lastIdx="1" clrIdx="0">
    <p:extLst>
      <p:ext uri="{19B8F6BF-5375-455C-9EA6-DF929625EA0E}">
        <p15:presenceInfo xmlns:p15="http://schemas.microsoft.com/office/powerpoint/2012/main" userId="60a2c0cbbede6c2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01/06/2023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35F6914F-8F5C-1E96-0421-BE1FE4BD8B4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6726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/>
              <a:t>Eile, o Zion!</a:t>
            </a:r>
            <a:br>
              <a:rPr lang="en-US" dirty="0"/>
            </a:br>
            <a:r>
              <a:rPr lang="en-US" sz="5400" dirty="0"/>
              <a:t>(O BANGKITLAH,</a:t>
            </a:r>
            <a:br>
              <a:rPr lang="en-US" sz="5400" dirty="0"/>
            </a:br>
            <a:r>
              <a:rPr lang="en-US" sz="5400" dirty="0"/>
              <a:t>KABARKANN INJIL TUHAN)</a:t>
            </a:r>
            <a:endParaRPr lang="id-ID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le,  o     Zi    -    on,  Sein Ge-bot    er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fül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le,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bring al-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Welt       die  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aus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der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Höh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;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3  4 | 5 . . 5 | 5  !  #   @ | @ . !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bang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kit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bar</a:t>
            </a:r>
            <a:r>
              <a:rPr lang="en-US" sz="40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jil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endParaRPr kumimoji="0" lang="id-ID" sz="40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7  6 | 5 . . 5 | 7   6   5  4 | 3 </a:t>
            </a:r>
            <a:r>
              <a:rPr kumimoji="0" lang="en-US" sz="3600" b="0" i="0" u="none" strike="noStrike" kern="1200" cap="none" spc="-30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. . . </a:t>
            </a: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|</a:t>
            </a:r>
            <a:endParaRPr kumimoji="0" lang="id-ID" sz="3600" b="0" i="0" u="none" strike="noStrike" kern="1200" cap="none" spc="-15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 - da   u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mat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di      se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ruh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</a:t>
            </a:r>
            <a:r>
              <a:rPr lang="it-IT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Gott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liebt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die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Völ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und Sein heil-ger   Wil - le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287383" y="3679392"/>
            <a:ext cx="1146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ist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dass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kein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in        dunk-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Nacht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ver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geh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72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. 4.j /4 | 5 . . 5 | /5  6  !   7 | 7 . 6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  -  gar   ta  -  hu        Al  -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me-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hi  -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. 7    ! | @ . 5 . | 7   6   5   /4 | </a:t>
            </a:r>
            <a:r>
              <a:rPr kumimoji="0" lang="en-US" sz="3600" b="0" i="0" u="none" strike="noStrike" kern="1200" cap="none" spc="-90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. . . | </a:t>
            </a:r>
            <a:endParaRPr kumimoji="0" lang="id-ID" sz="3600" b="0" i="0" u="none" strike="noStrike" kern="1200" cap="none" spc="-9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Tak se   -    o - rang  yang       a  -  kan   bi  -  na  -  sa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30AAFD-9E7D-1862-5E88-729AD2F3423C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37DE104-34DB-B2D0-F49C-49C8A95B8D5E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8B445B0-E8E6-4F92-EE25-DF14EB1AAC9B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84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21BE7551-2E6F-BA3E-4F7B-DF842125DD67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Bring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fro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he   Bot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vom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Heil,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9FED4C6B-4571-72CF-FCC5-775D38692169}"/>
              </a:ext>
            </a:extLst>
          </p:cNvPr>
          <p:cNvSpPr txBox="1"/>
          <p:nvPr/>
        </p:nvSpPr>
        <p:spPr>
          <a:xfrm>
            <a:off x="371475" y="70159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.  6   5 | ! . 5 . | 7 . 6   5 | # . .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27915F0-7343-3EE8-C9F5-943D3E266ADF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bar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b’ri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jil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mai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CA3FFB44-E1C0-CCEE-46D8-9CCA32510667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von  Je - sus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al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Welt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teil!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C8E5EF7E-1A22-01F4-064F-7DCBD4F5F316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# .  $   # | g# @ !  6 | 5  !  @ </a:t>
            </a:r>
            <a:r>
              <a:rPr kumimoji="0" lang="en-US" sz="3600" b="0" i="0" u="none" strike="noStrike" kern="120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! | </a:t>
            </a:r>
            <a:r>
              <a:rPr kumimoji="0" lang="en-US" sz="3600" b="0" i="0" u="none" strike="noStrike" kern="1200" cap="none" spc="-9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. . +</a:t>
            </a:r>
            <a:endParaRPr kumimoji="0" lang="id-ID" sz="3600" b="0" i="0" u="none" strike="noStrike" kern="1200" cap="none" spc="-9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17F73CF3-5D1E-23DE-7F5E-08E85F3E6442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-   bar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Ye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sus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me </a:t>
            </a:r>
            <a:r>
              <a:rPr lang="it-IT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ne -bus ma - nu  - sia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BF12937-CBFD-3B6F-5BD6-543D1552BD6C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4722AE9-CE67-6C0A-7510-9595CD649423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DE6FAFD-B7C0-73E8-6113-45ADD6EB7748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0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Sieh,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viel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Tau  -   send  lie-gen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noch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fan - gen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        fin-stern Ban -  den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Sün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den-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schuld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;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96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 3  4 | 5 . . 5 | 5  !  #   @ | @ . ! .| 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bar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</a:t>
            </a:r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bang</a:t>
            </a:r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</a:t>
            </a:r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bang</a:t>
            </a:r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 .  7  6 | 5 . . 5 | 7  6   5   4 | </a:t>
            </a:r>
            <a:r>
              <a:rPr kumimoji="0" lang="en-US" sz="3600" b="0" i="0" u="none" strike="noStrike" kern="1200" cap="none" spc="-9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3 . . .</a:t>
            </a:r>
            <a:r>
              <a:rPr kumimoji="0" lang="en-US" sz="36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  -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sih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Al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me - le - bi  -  hi       se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mua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E18636-1122-2014-A953-A1F205974B3D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04CAFDA-853A-1B6C-6706-1C94588BDA63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558F69A-7FC9-F7AD-F962-A3C7B0EC0B5C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3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wann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wird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an    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sie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die    Kun-de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froh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4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lan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gen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287383" y="3679392"/>
            <a:ext cx="1146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von    des  Er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lö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sers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Lie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bes-macht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und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Huld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?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72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3 .  4 </a:t>
            </a:r>
            <a:r>
              <a:rPr kumimoji="0" lang="en-US" sz="3600" b="0" i="0" u="none" strike="noStrike" kern="120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| 5 . . 5 | /5  6  !  7 | 7 . 6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  - </a:t>
            </a:r>
            <a:r>
              <a:rPr lang="en-US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mi      ki   -  ta        re  -  la   da-tang  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du  - 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.  7  ! | @ . 5 . | 7   6   5    /4 | </a:t>
            </a:r>
            <a:r>
              <a:rPr kumimoji="0" lang="en-US" sz="3600" b="0" i="0" u="none" strike="noStrike" kern="1200" cap="none" spc="-9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. . . | </a:t>
            </a:r>
            <a:endParaRPr kumimoji="0" lang="id-ID" sz="3600" b="0" i="0" u="none" strike="noStrike" kern="1200" cap="none" spc="-9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  -  ti     di     sa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lib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me -  ne -  bus  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ki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FC700A-8DA7-123E-C38A-2B6DC898277D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68D5145-B4CB-723D-3FE2-D655C5FF6A6C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FDF70A3-F72F-56EE-2BA8-1D8BE4A067A1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7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Bring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fro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he   Bot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vom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Heil,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von  Je - sus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al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Welt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teil!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.  6   5 | ! . 5 . | 7 . 6   5 | # . .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bar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b’ri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jil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mai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# .  $   # | g# @ !  6 | 5  !  @ </a:t>
            </a:r>
            <a:r>
              <a:rPr kumimoji="0" lang="en-US" sz="3600" b="0" i="0" u="none" strike="noStrike" kern="120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! | </a:t>
            </a:r>
            <a:r>
              <a:rPr kumimoji="0" lang="en-US" sz="3600" b="0" i="0" u="none" strike="noStrike" kern="1200" cap="none" spc="-9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. . +</a:t>
            </a:r>
            <a:endParaRPr kumimoji="0" lang="id-ID" sz="3600" b="0" i="0" u="none" strike="noStrike" kern="1200" cap="none" spc="-9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-   bar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Ye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sus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me </a:t>
            </a:r>
            <a:r>
              <a:rPr lang="it-IT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ne -bus ma - nu  - sia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20B0E6-DD86-16E1-F41A-7D4B50CB85CC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2948F17-9F40-0000-A38B-39E02461EC46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456A00F-4D30-97B6-70F9-73D839492202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67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Gib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-ne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Söh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ne   her,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dass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sie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nicht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schwei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-gen,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Ver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mö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gen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froh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und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da -  für,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96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3 4 | 5 . . 5 | 5  !   #  @  | @ . ! . | 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 - tap ta  -  at        ka </a:t>
            </a:r>
            <a:r>
              <a:rPr lang="fi-FI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fi-FI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bar - kan   In - jil      mu  -  lia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 .  7  6 | 5 . . 5 | 7   6   5  4 | </a:t>
            </a:r>
            <a:r>
              <a:rPr kumimoji="0" lang="en-US" sz="3600" b="0" i="0" u="none" strike="noStrike" kern="1200" cap="none" spc="-90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3 . . .</a:t>
            </a:r>
            <a:r>
              <a:rPr kumimoji="0" lang="en-US" sz="3600" b="0" i="0" u="none" strike="noStrike" kern="1200" cap="none" spc="-30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|</a:t>
            </a:r>
            <a:endParaRPr kumimoji="0" lang="id-ID" sz="3600" b="0" i="0" u="none" strike="noStrike" kern="1200" cap="none" spc="-15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Per  -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sem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-bah-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har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wa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roh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mu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76D900-767C-FC82-930F-B624FAF9528E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99BC2EC-ED77-B9B9-FAFF-34A40AB29466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834719A-1209-84F7-8EF5-5CB1BEC5A387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0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lass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Ge - bet         be-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stän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-dig auf-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wärts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-gen,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A2386-0374-440F-A101-F744974DD9BC}"/>
              </a:ext>
            </a:extLst>
          </p:cNvPr>
          <p:cNvSpPr txBox="1"/>
          <p:nvPr/>
        </p:nvSpPr>
        <p:spPr>
          <a:xfrm>
            <a:off x="287383" y="3679392"/>
            <a:ext cx="1146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und  al  -   le    Op -  fer 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lohnt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der  Hei - land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371475" y="701597"/>
            <a:ext cx="1172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3 . 4 </a:t>
            </a:r>
            <a:r>
              <a:rPr kumimoji="0" lang="en-US" sz="3600" b="0" i="0" u="none" strike="noStrike" kern="120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| 5 . . 5 | /5  6  !   7 | 7 . 6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31F75-99C7-4521-AA90-85B785BCC8DA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Ber  -do  -  a  - 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a  -  gar  me-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nang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pe-rang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5E57E-4942-469B-B445-18D3C602D149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. 7   ! | @ . 5 . | 7   6   5   /4 | </a:t>
            </a:r>
            <a:r>
              <a:rPr kumimoji="0" lang="en-US" sz="3600" b="0" i="0" u="none" strike="noStrike" kern="1200" cap="none" spc="-90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. . . | </a:t>
            </a:r>
            <a:endParaRPr kumimoji="0" lang="id-ID" sz="3600" b="0" i="0" u="none" strike="noStrike" kern="1200" cap="none" spc="-9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0CBE7-47DF-48B2-9E54-B9F34E7D77F8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Per-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sem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-bah -  an -  mu,    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ha -  la   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lak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4A7839-689F-9F75-EEC3-353F13BEF7D9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784690AA-7E28-D960-4B39-3355AD39008F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0235764-EEB2-AFC8-3321-803FFA933B2B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071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FD5B0CFA-D16D-ECD3-08DA-AD7087DD2809}"/>
              </a:ext>
            </a:extLst>
          </p:cNvPr>
          <p:cNvSpPr txBox="1"/>
          <p:nvPr/>
        </p:nvSpPr>
        <p:spPr>
          <a:xfrm>
            <a:off x="371475" y="70159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.  6   5 | ! . 5 . | 7 . 6   5 | # . . . |</a:t>
            </a:r>
            <a:endParaRPr kumimoji="0" lang="id-ID" sz="3600" b="0" i="0" u="none" strike="noStrike" kern="1200" cap="none" spc="-1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7616BE67-3296-A234-BF2E-EBE726D1EC13}"/>
              </a:ext>
            </a:extLst>
          </p:cNvPr>
          <p:cNvSpPr txBox="1"/>
          <p:nvPr/>
        </p:nvSpPr>
        <p:spPr>
          <a:xfrm>
            <a:off x="371476" y="136695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Bring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fro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he   Bot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vom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Heil,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D7CA412F-A5B8-ABA3-A873-AC3CD5A8558F}"/>
              </a:ext>
            </a:extLst>
          </p:cNvPr>
          <p:cNvSpPr txBox="1"/>
          <p:nvPr/>
        </p:nvSpPr>
        <p:spPr>
          <a:xfrm>
            <a:off x="371476" y="197830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bar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b’ri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ta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jil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pl-PL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mai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0C4E4638-57C7-F1A6-0DAA-DCF86E8C7F34}"/>
              </a:ext>
            </a:extLst>
          </p:cNvPr>
          <p:cNvSpPr txBox="1"/>
          <p:nvPr/>
        </p:nvSpPr>
        <p:spPr>
          <a:xfrm>
            <a:off x="371475" y="3014037"/>
            <a:ext cx="1167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# .  $   # | g# @ !  6 | 5  !  @ </a:t>
            </a:r>
            <a:r>
              <a:rPr kumimoji="0" lang="en-US" sz="3600" b="0" i="0" u="none" strike="noStrike" kern="120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600" b="0" i="0" u="none" strike="noStrike" kern="120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! | </a:t>
            </a:r>
            <a:r>
              <a:rPr kumimoji="0" lang="en-US" sz="3600" b="0" i="0" u="none" strike="noStrike" kern="1200" cap="none" spc="-9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! . . . +</a:t>
            </a:r>
            <a:endParaRPr kumimoji="0" lang="id-ID" sz="3600" b="0" i="0" u="none" strike="noStrike" kern="1200" cap="none" spc="-9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5ECBA29B-D738-4350-C1CC-12A1AA69EB47}"/>
              </a:ext>
            </a:extLst>
          </p:cNvPr>
          <p:cNvSpPr txBox="1"/>
          <p:nvPr/>
        </p:nvSpPr>
        <p:spPr>
          <a:xfrm>
            <a:off x="371476" y="3679392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Bot-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schaft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von  Je - sus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al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Welt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 teil!</a:t>
            </a:r>
            <a:endParaRPr kumimoji="0" lang="id-ID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5EAEE28A-9BFB-8C45-27DA-4329DCF4D0DC}"/>
              </a:ext>
            </a:extLst>
          </p:cNvPr>
          <p:cNvSpPr txBox="1"/>
          <p:nvPr/>
        </p:nvSpPr>
        <p:spPr>
          <a:xfrm>
            <a:off x="371476" y="4290749"/>
            <a:ext cx="11385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-   bar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Ye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it-IT" sz="4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sus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me </a:t>
            </a:r>
            <a:r>
              <a:rPr lang="it-IT" sz="4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kumimoji="0" lang="it-IT" sz="4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ne -bus ma - nu  - sia</a:t>
            </a:r>
            <a:endParaRPr kumimoji="0" lang="id-ID" sz="4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6172D0-B88E-38D7-2031-DC1AD3D2DB97}"/>
              </a:ext>
            </a:extLst>
          </p:cNvPr>
          <p:cNvSpPr txBox="1">
            <a:spLocks/>
          </p:cNvSpPr>
          <p:nvPr/>
        </p:nvSpPr>
        <p:spPr>
          <a:xfrm>
            <a:off x="1540903" y="5197577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EILE, O ZION!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(O BANGKITLAH, KABARKAN INJIL TUHAN)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07BB7C5D-2A14-262B-4868-C600F1C01BFD}"/>
              </a:ext>
            </a:extLst>
          </p:cNvPr>
          <p:cNvSpPr txBox="1"/>
          <p:nvPr/>
        </p:nvSpPr>
        <p:spPr>
          <a:xfrm>
            <a:off x="1636890" y="5804727"/>
            <a:ext cx="99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Bes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TIDINGS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989A0F3-D26C-E0B9-959F-7CBC5F9B1ACA}"/>
              </a:ext>
            </a:extLst>
          </p:cNvPr>
          <p:cNvSpPr txBox="1"/>
          <p:nvPr/>
        </p:nvSpPr>
        <p:spPr>
          <a:xfrm>
            <a:off x="5324283" y="5804728"/>
            <a:ext cx="179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Mary A. Thomson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F. W. C. Meyer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Walch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7988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Microsoft Office PowerPoint</Application>
  <PresentationFormat>Breitbild</PresentationFormat>
  <Paragraphs>127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Parnumation 3</vt:lpstr>
      <vt:lpstr>Roboto Condensed</vt:lpstr>
      <vt:lpstr>1_Office Theme</vt:lpstr>
      <vt:lpstr>Eile, o Zion! (O BANGKITLAH, KABARKANN INJIL TUHAN)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Verio Andrean</cp:lastModifiedBy>
  <cp:revision>57</cp:revision>
  <dcterms:created xsi:type="dcterms:W3CDTF">2021-06-24T21:29:51Z</dcterms:created>
  <dcterms:modified xsi:type="dcterms:W3CDTF">2023-06-01T21:51:38Z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2023-05-26T22:21:36Z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314e0ee6-70b9-44d7-80ba-3f870546a174</vt:lpwstr>
  </property>
  <property fmtid="{D5CDD505-2E9C-101B-9397-08002B2CF9AE}" pid="8" name="MSIP_Label_604be5fb-a727-4de8-9a0b-2318b3ae9b1b_ContentBits">
    <vt:lpwstr>0</vt:lpwstr>
  </property>
</Properties>
</file>