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7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12/05/2023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AFA7CBB1-C4C6-66BD-B7E2-42B5F6FA1AC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07842"/>
            <a:ext cx="10515600" cy="2852737"/>
          </a:xfrm>
        </p:spPr>
        <p:txBody>
          <a:bodyPr>
            <a:noAutofit/>
          </a:bodyPr>
          <a:lstStyle/>
          <a:p>
            <a:r>
              <a:rPr lang="en-US" sz="6600" dirty="0" err="1"/>
              <a:t>Lasst</a:t>
            </a:r>
            <a:r>
              <a:rPr lang="en-US" sz="6600" dirty="0"/>
              <a:t> </a:t>
            </a:r>
            <a:r>
              <a:rPr lang="en-US" sz="6600" dirty="0" err="1"/>
              <a:t>uns</a:t>
            </a:r>
            <a:r>
              <a:rPr lang="en-US" sz="6600" dirty="0"/>
              <a:t> Gott den </a:t>
            </a:r>
            <a:r>
              <a:rPr lang="en-US" sz="6600" dirty="0" err="1"/>
              <a:t>Schöpfer</a:t>
            </a:r>
            <a:r>
              <a:rPr lang="en-US" sz="6600" dirty="0"/>
              <a:t> </a:t>
            </a:r>
            <a:r>
              <a:rPr lang="en-US" sz="6600" dirty="0" err="1"/>
              <a:t>Preisen</a:t>
            </a:r>
            <a:br>
              <a:rPr lang="en-US" sz="6600" dirty="0"/>
            </a:br>
            <a:r>
              <a:rPr lang="en-US" sz="6600" dirty="0"/>
              <a:t>(MARI PUJI RAJA SURGA)</a:t>
            </a:r>
            <a:br>
              <a:rPr lang="en-US" sz="6600" dirty="0"/>
            </a:br>
            <a:endParaRPr lang="id-ID" sz="6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644434" y="1388263"/>
            <a:ext cx="10817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Lasst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uns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Gott, den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Schöp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-fer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prei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!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664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   5   5   5 | !   7  6 . |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953943" y="197932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pu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ji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Ra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Sur   -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ga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953943" y="3784105"/>
            <a:ext cx="10507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Sei -  ne   Herr –lich –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keit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sind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wir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1105989" y="3136612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4   3 | 6   5   3   4  |  2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953943" y="4375165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Per -sem – bah - an    ba  -  wa   -    lah</a:t>
            </a: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36023" y="1388263"/>
            <a:ext cx="1062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Singt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sein     Lob      auf    tau - send Wei-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solidFill>
                  <a:prstClr val="white"/>
                </a:solidFill>
                <a:latin typeface="Parnumation 3" pitchFamily="2" charset="0"/>
              </a:rPr>
              <a:t>3   3  |  3    3   6   5 | 5  /4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036319" y="1979323"/>
            <a:ext cx="10435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  -  te    -    bus  -  Nya    ji   -   wa    ra  -  ga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953943" y="3784105"/>
            <a:ext cx="10507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Stein und      Blu  -  me, Mensch und Tier!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1105989" y="3118750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   6  |  7    !   3   /4 |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953943" y="4375165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 -  ka          pu   -    ji      na  -  ma - Nya</a:t>
            </a:r>
          </a:p>
        </p:txBody>
      </p:sp>
    </p:spTree>
    <p:extLst>
      <p:ext uri="{BB962C8B-B14F-4D97-AF65-F5344CB8AC3E}">
        <p14:creationId xmlns:p14="http://schemas.microsoft.com/office/powerpoint/2010/main" val="30472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1026441" y="1388263"/>
            <a:ext cx="10435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Hal - le -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ja!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!   7 |  6   5   !  7 | 6  5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66949" y="1979323"/>
            <a:ext cx="10304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-   le  - 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Pu -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ji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Di -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1000730" y="3790323"/>
            <a:ext cx="10826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Lie -  be, Gott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hier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1105989" y="3118750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6   5 |  4   2  1   u | 1 . . 0 + 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1026441" y="4375165"/>
            <a:ext cx="1044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  -  ja        mu - lia,  yang  ke  -  kal!</a:t>
            </a:r>
          </a:p>
        </p:txBody>
      </p:sp>
    </p:spTree>
    <p:extLst>
      <p:ext uri="{BB962C8B-B14F-4D97-AF65-F5344CB8AC3E}">
        <p14:creationId xmlns:p14="http://schemas.microsoft.com/office/powerpoint/2010/main" val="3406402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644434" y="1388263"/>
            <a:ext cx="10817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Gott   sei   Dank  für     al  -   le  Stun  -  den,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09897" y="1979323"/>
            <a:ext cx="10661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S’per - ti   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yang   pe -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 yang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953943" y="3784105"/>
            <a:ext cx="10507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Dank  für         je - den    Au  -  gen -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blick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1105989" y="3118750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4   3  |  6   5   3   4  | 2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953943" y="4375165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Sia  -  pa          ki  -  ta      Ia      ta    -   hu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75C2F20A-CA36-50DA-31C1-5B75A058B510}"/>
              </a:ext>
            </a:extLst>
          </p:cNvPr>
          <p:cNvSpPr txBox="1"/>
          <p:nvPr/>
        </p:nvSpPr>
        <p:spPr>
          <a:xfrm>
            <a:off x="1105989" y="72664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   5   5   5 | !   7  6 . |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09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600891" y="1388263"/>
            <a:ext cx="10860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Dank  für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Schmer-zen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Angst und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Wun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-den,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3   3 |  3   3   6   5 | 5  /4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953943" y="197932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 - ngan    ka - sih  -  Nya  me - na - tang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827314" y="3784105"/>
            <a:ext cx="10634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Dank  für 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Freu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de,   Lust  und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Glück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1105989" y="3118750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   6 |  7   !   3   /4 | 5 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953943" y="4375165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Di      te  -   ngah   ba  -  ha  -  ya    </a:t>
            </a:r>
            <a:r>
              <a:rPr lang="fi-FI" sz="3600" b="1" i="1" u="sng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maut</a:t>
            </a:r>
          </a:p>
        </p:txBody>
      </p:sp>
    </p:spTree>
    <p:extLst>
      <p:ext uri="{BB962C8B-B14F-4D97-AF65-F5344CB8AC3E}">
        <p14:creationId xmlns:p14="http://schemas.microsoft.com/office/powerpoint/2010/main" val="3598937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1026441" y="1388263"/>
            <a:ext cx="10435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Hal - le -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ja!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!   7  | 6  5   !   7 | 6  5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66949" y="1979323"/>
            <a:ext cx="10304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-  le    -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Pu   -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ji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Di -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944065" y="3784105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Gebt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ihm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eu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re    Kraft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zu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rück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1105989" y="3118750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6   5  | 4  2   1   u | 1 . . 0 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1026441" y="4375165"/>
            <a:ext cx="1044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  -  ja     p’nuh  ke - mu - rah - an!</a:t>
            </a:r>
          </a:p>
        </p:txBody>
      </p:sp>
    </p:spTree>
    <p:extLst>
      <p:ext uri="{BB962C8B-B14F-4D97-AF65-F5344CB8AC3E}">
        <p14:creationId xmlns:p14="http://schemas.microsoft.com/office/powerpoint/2010/main" val="844142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1018903" y="1388263"/>
            <a:ext cx="10442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Gott  sei    Lob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mit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Leib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und  See  -    le,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018903" y="1979323"/>
            <a:ext cx="104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gai 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nga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sa    -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792480" y="3784105"/>
            <a:ext cx="10669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Lob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mit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Geist  und   Wort   und       Hand,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1105989" y="3118750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4   3 | 6   5   3    4  |  2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953943" y="4375165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  -  yu     ha  -  bis    mu  -  sim    -   nya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00546C1C-5ABF-F50F-4847-85CAC72E68B1}"/>
              </a:ext>
            </a:extLst>
          </p:cNvPr>
          <p:cNvSpPr txBox="1"/>
          <p:nvPr/>
        </p:nvSpPr>
        <p:spPr>
          <a:xfrm>
            <a:off x="1105989" y="72664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   5   5   5 | !   7  6 . |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56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944065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Lob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mit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A  -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tem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Brust und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Keh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le,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solidFill>
                  <a:prstClr val="white"/>
                </a:solidFill>
                <a:latin typeface="Parnumation 3" pitchFamily="2" charset="0"/>
              </a:rPr>
              <a:t>3  3 | 3   3   6   5 | 5   /4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30176" y="1979323"/>
            <a:ext cx="1074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Yang  fa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a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bi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sa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827314" y="3784105"/>
            <a:ext cx="10634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mit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Ge -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füh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und  Ver - stand!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1105989" y="3118750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solidFill>
                  <a:prstClr val="white"/>
                </a:solidFill>
                <a:latin typeface="Parnumation 3" pitchFamily="2" charset="0"/>
              </a:rPr>
              <a:t>5  6 | 7   !   3   /4 | 5 .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1027611" y="4375165"/>
            <a:ext cx="10444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  -  pi     Tu  -  han   ke - kal - lah</a:t>
            </a:r>
          </a:p>
        </p:txBody>
      </p:sp>
    </p:spTree>
    <p:extLst>
      <p:ext uri="{BB962C8B-B14F-4D97-AF65-F5344CB8AC3E}">
        <p14:creationId xmlns:p14="http://schemas.microsoft.com/office/powerpoint/2010/main" val="2952614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898071" y="3784105"/>
            <a:ext cx="10563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Je  - des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Herz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ihm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be -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kannt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1026441" y="4375165"/>
            <a:ext cx="1044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  - han     Al -  lah   yang   ke - kal!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EAD9BB1D-942E-8DF4-543B-C1F69B848A5F}"/>
              </a:ext>
            </a:extLst>
          </p:cNvPr>
          <p:cNvSpPr txBox="1"/>
          <p:nvPr/>
        </p:nvSpPr>
        <p:spPr>
          <a:xfrm>
            <a:off x="1026441" y="722908"/>
            <a:ext cx="105973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!   7  | 6  5   !   7 | 6  5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33A0524C-6ED4-F520-4037-2ECEF022B550}"/>
              </a:ext>
            </a:extLst>
          </p:cNvPr>
          <p:cNvSpPr txBox="1"/>
          <p:nvPr/>
        </p:nvSpPr>
        <p:spPr>
          <a:xfrm>
            <a:off x="1105989" y="3118750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6   5  | 4  2   1   u | 1 . . 0 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AD364C5E-CCFB-14BF-98B9-AA74A495BC7C}"/>
              </a:ext>
            </a:extLst>
          </p:cNvPr>
          <p:cNvSpPr txBox="1"/>
          <p:nvPr/>
        </p:nvSpPr>
        <p:spPr>
          <a:xfrm>
            <a:off x="1026441" y="1388263"/>
            <a:ext cx="10435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Hal - le -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ja!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3F8FDA9B-DAD6-DB74-0BDA-D4DE49D9F6F3}"/>
              </a:ext>
            </a:extLst>
          </p:cNvPr>
          <p:cNvSpPr txBox="1"/>
          <p:nvPr/>
        </p:nvSpPr>
        <p:spPr>
          <a:xfrm>
            <a:off x="1166949" y="1979323"/>
            <a:ext cx="10304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-  le    -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Pu   -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ji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Di - a</a:t>
            </a:r>
          </a:p>
        </p:txBody>
      </p:sp>
    </p:spTree>
    <p:extLst>
      <p:ext uri="{BB962C8B-B14F-4D97-AF65-F5344CB8AC3E}">
        <p14:creationId xmlns:p14="http://schemas.microsoft.com/office/powerpoint/2010/main" val="1291005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1018903" y="1388263"/>
            <a:ext cx="10442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Bringt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ihm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Licht  und  Dun-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kel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hei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 ten,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    5   5   5 | !  7  6 . |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4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018903" y="1979323"/>
            <a:ext cx="104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Su 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jud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hai 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ten-t’ra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sur    -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ga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792480" y="3784105"/>
            <a:ext cx="10669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bringt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ihm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eu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er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gan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zes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Sein!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953943" y="4375165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Ab   -   di      Al   -  lah   ter  -  de    -    kat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79C1E6BD-7D20-B5FD-A3BF-B06D10DA2C73}"/>
              </a:ext>
            </a:extLst>
          </p:cNvPr>
          <p:cNvSpPr txBox="1"/>
          <p:nvPr/>
        </p:nvSpPr>
        <p:spPr>
          <a:xfrm>
            <a:off x="1105989" y="3136612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4    3 | 6   5   3   4  |  2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342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27314" y="1388263"/>
            <a:ext cx="10634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In    den  Lob -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sang  der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Zei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ten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solidFill>
                  <a:prstClr val="white"/>
                </a:solidFill>
                <a:latin typeface="Parnumation 3" pitchFamily="2" charset="0"/>
              </a:rPr>
              <a:t>3  3 | 3   3   6   5 | 5   /4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4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027610" y="1979323"/>
            <a:ext cx="10444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 - rut   bin - tang,  bu  -  lan,  sur  -  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827314" y="3784105"/>
            <a:ext cx="10634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Fügt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er 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uns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re   Stim-men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ein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1105989" y="3118750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solidFill>
                  <a:prstClr val="white"/>
                </a:solidFill>
                <a:latin typeface="Parnumation 3" pitchFamily="2" charset="0"/>
              </a:rPr>
              <a:t>5  6 | 7   !   3   /4 | 5 .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1027611" y="4375165"/>
            <a:ext cx="10444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Ti - ap    wak - tu    dan    tem - pat</a:t>
            </a:r>
          </a:p>
        </p:txBody>
      </p:sp>
    </p:spTree>
    <p:extLst>
      <p:ext uri="{BB962C8B-B14F-4D97-AF65-F5344CB8AC3E}">
        <p14:creationId xmlns:p14="http://schemas.microsoft.com/office/powerpoint/2010/main" val="1889309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LASST UNS GOTT DEN SCHÖPFER PREISEN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(MARI PUJI RAJA SURGA)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LAUDA ANIMA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Goss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4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809897" y="3784105"/>
            <a:ext cx="1065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Kein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Ge-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schenk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ihm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zu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klein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1026441" y="4375165"/>
            <a:ext cx="1044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 - han       Al - lah  yang   ke  -  kal!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4777A817-3DF7-0D6C-C980-BAA97465B32A}"/>
              </a:ext>
            </a:extLst>
          </p:cNvPr>
          <p:cNvSpPr txBox="1"/>
          <p:nvPr/>
        </p:nvSpPr>
        <p:spPr>
          <a:xfrm>
            <a:off x="1026441" y="722908"/>
            <a:ext cx="105973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!   7  | 6  5   !   7 | 6  5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9036C96C-0656-DEFB-146E-0CF47623D709}"/>
              </a:ext>
            </a:extLst>
          </p:cNvPr>
          <p:cNvSpPr txBox="1"/>
          <p:nvPr/>
        </p:nvSpPr>
        <p:spPr>
          <a:xfrm>
            <a:off x="1026441" y="1388263"/>
            <a:ext cx="10435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preist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ihn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Hal - le -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ja!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53AF2E55-24FC-7206-044C-6F49619F144D}"/>
              </a:ext>
            </a:extLst>
          </p:cNvPr>
          <p:cNvSpPr txBox="1"/>
          <p:nvPr/>
        </p:nvSpPr>
        <p:spPr>
          <a:xfrm>
            <a:off x="1166949" y="1979323"/>
            <a:ext cx="10304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-  le    -  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ia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Pu   - </a:t>
            </a:r>
            <a:r>
              <a:rPr lang="it-IT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ji</a:t>
            </a: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Di - a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5E8BFD5-3505-9420-14A4-CEDF82938981}"/>
              </a:ext>
            </a:extLst>
          </p:cNvPr>
          <p:cNvSpPr txBox="1"/>
          <p:nvPr/>
        </p:nvSpPr>
        <p:spPr>
          <a:xfrm>
            <a:off x="1105989" y="3118750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6   5  | 4  2   1   u | 1 . . 0 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6969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1069</Words>
  <Application>Microsoft Office PowerPoint</Application>
  <PresentationFormat>Breitbild</PresentationFormat>
  <Paragraphs>145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Parnumation 3</vt:lpstr>
      <vt:lpstr>Roboto Condensed</vt:lpstr>
      <vt:lpstr>1_Office Theme</vt:lpstr>
      <vt:lpstr>Lasst uns Gott den Schöpfer Preisen (MARI PUJI RAJA SURGA)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Verio Andrean</cp:lastModifiedBy>
  <cp:revision>102</cp:revision>
  <dcterms:created xsi:type="dcterms:W3CDTF">2021-06-24T21:29:51Z</dcterms:created>
  <dcterms:modified xsi:type="dcterms:W3CDTF">2023-05-12T08:29:21Z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2023-03-30T21:39:04Z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973d8141-ff2f-44e5-a6af-13058eca1d9e</vt:lpwstr>
  </property>
  <property fmtid="{D5CDD505-2E9C-101B-9397-08002B2CF9AE}" pid="8" name="MSIP_Label_604be5fb-a727-4de8-9a0b-2318b3ae9b1b_ContentBits">
    <vt:lpwstr>0</vt:lpwstr>
  </property>
</Properties>
</file>