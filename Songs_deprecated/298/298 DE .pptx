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445" r:id="rId2"/>
    <p:sldId id="446" r:id="rId3"/>
    <p:sldId id="492" r:id="rId4"/>
    <p:sldId id="493" r:id="rId5"/>
    <p:sldId id="494" r:id="rId6"/>
    <p:sldId id="495" r:id="rId7"/>
    <p:sldId id="496" r:id="rId8"/>
    <p:sldId id="503" r:id="rId9"/>
    <p:sldId id="504" r:id="rId10"/>
    <p:sldId id="499" r:id="rId11"/>
    <p:sldId id="500" r:id="rId12"/>
    <p:sldId id="505" r:id="rId13"/>
    <p:sldId id="506" r:id="rId14"/>
  </p:sldIdLst>
  <p:sldSz cx="12192000" cy="6858000"/>
  <p:notesSz cx="6858000" cy="9144000"/>
  <p:defaultTextStyle>
    <a:defPPr>
      <a:defRPr lang="id-ID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6060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92203-8B88-47F4-A063-3B196B6AC5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0B74F5-6C0E-4647-BD9D-08F46F0CDB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700AC9-BC04-4E39-A27C-BE61014575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F81C3-17D7-4495-ADD9-B7518327B56D}" type="datetimeFigureOut">
              <a:rPr lang="id-ID" smtClean="0"/>
              <a:t>07/07/2023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267E9-287C-4998-9348-A732C3E6A8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012D58-9E51-4700-8598-D196E70C7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ECEAD-2699-46AF-8740-6B5A5FFB30EF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6102952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9D589C-36F6-457A-908C-B7A60684AE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C55A8E-21D3-4D58-B4D2-1AD2E41364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FA591F-FDB9-43EB-A3CD-E94FB3482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F81C3-17D7-4495-ADD9-B7518327B56D}" type="datetimeFigureOut">
              <a:rPr lang="id-ID" smtClean="0"/>
              <a:t>07/07/2023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B2B9F1-531F-4ED4-B299-820286CEE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48173A-F122-4AE9-8254-6C1D9E430E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ECEAD-2699-46AF-8740-6B5A5FFB30EF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5751069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6F267-F511-4BEB-8F48-CF6A658955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8000" b="1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4924EF-4F1F-4145-B79F-6F8CF53A83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5DE729-6B1C-4AB2-8A8A-41A9D00CAA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F81C3-17D7-4495-ADD9-B7518327B56D}" type="datetimeFigureOut">
              <a:rPr lang="id-ID" smtClean="0"/>
              <a:t>07/07/2023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2403A8-0539-4F3B-8285-43D54DE82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61C58E-49BE-4BD2-AD5F-793F07CE3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ECEAD-2699-46AF-8740-6B5A5FFB30EF}" type="slidenum">
              <a:rPr lang="id-ID" smtClean="0"/>
              <a:t>‹#›</a:t>
            </a:fld>
            <a:endParaRPr lang="id-ID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1BBB6F2-506D-3A6A-3786-56B8CE60AC85}"/>
              </a:ext>
            </a:extLst>
          </p:cNvPr>
          <p:cNvGrpSpPr/>
          <p:nvPr userDrawn="1"/>
        </p:nvGrpSpPr>
        <p:grpSpPr>
          <a:xfrm>
            <a:off x="148856" y="5252484"/>
            <a:ext cx="903767" cy="1602710"/>
            <a:chOff x="148856" y="5252484"/>
            <a:chExt cx="903767" cy="160271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062DF34-8CF0-897B-020D-4B0C053672C1}"/>
                </a:ext>
              </a:extLst>
            </p:cNvPr>
            <p:cNvSpPr/>
            <p:nvPr userDrawn="1"/>
          </p:nvSpPr>
          <p:spPr>
            <a:xfrm>
              <a:off x="148856" y="5252484"/>
              <a:ext cx="903767" cy="1500187"/>
            </a:xfrm>
            <a:prstGeom prst="rect">
              <a:avLst/>
            </a:prstGeom>
            <a:solidFill>
              <a:srgbClr val="360606"/>
            </a:solidFill>
            <a:ln>
              <a:solidFill>
                <a:srgbClr val="36060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E"/>
            </a:p>
          </p:txBody>
        </p:sp>
        <p:pic>
          <p:nvPicPr>
            <p:cNvPr id="10" name="Picture 9" descr="Logo&#10;&#10;Description automatically generated">
              <a:extLst>
                <a:ext uri="{FF2B5EF4-FFF2-40B4-BE49-F238E27FC236}">
                  <a16:creationId xmlns:a16="http://schemas.microsoft.com/office/drawing/2014/main" id="{61B9343C-1F73-67E6-7B76-64133217CB9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8856" y="5355007"/>
              <a:ext cx="884039" cy="150018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902527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4C2DC6-D4E4-4F63-86D5-F37831A8A1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9FDA52-2E4E-4FE5-8C9F-CF23D92EFD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30D941-9C61-4898-9224-4F8454A35E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2CCC77-9BCA-400D-8F55-0E70D3EEE9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F81C3-17D7-4495-ADD9-B7518327B56D}" type="datetimeFigureOut">
              <a:rPr lang="id-ID" smtClean="0"/>
              <a:t>07/07/2023</a:t>
            </a:fld>
            <a:endParaRPr lang="id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9E56F6-FCCB-44F6-9795-C0F420A55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5D92AB-7098-446A-8915-EB7EB095A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ECEAD-2699-46AF-8740-6B5A5FFB30EF}" type="slidenum">
              <a:rPr lang="id-ID" smtClean="0"/>
              <a:t>‹#›</a:t>
            </a:fld>
            <a:endParaRPr lang="id-ID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995660B-C0B4-AF86-FD0A-122957AC5C36}"/>
              </a:ext>
            </a:extLst>
          </p:cNvPr>
          <p:cNvGrpSpPr/>
          <p:nvPr userDrawn="1"/>
        </p:nvGrpSpPr>
        <p:grpSpPr>
          <a:xfrm>
            <a:off x="148856" y="5252484"/>
            <a:ext cx="903767" cy="1602710"/>
            <a:chOff x="148856" y="5252484"/>
            <a:chExt cx="903767" cy="160271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79196E0-F431-593D-4572-B5EE86CDDFEF}"/>
                </a:ext>
              </a:extLst>
            </p:cNvPr>
            <p:cNvSpPr/>
            <p:nvPr userDrawn="1"/>
          </p:nvSpPr>
          <p:spPr>
            <a:xfrm>
              <a:off x="148856" y="5252484"/>
              <a:ext cx="903767" cy="1500187"/>
            </a:xfrm>
            <a:prstGeom prst="rect">
              <a:avLst/>
            </a:prstGeom>
            <a:solidFill>
              <a:srgbClr val="360606"/>
            </a:solidFill>
            <a:ln>
              <a:solidFill>
                <a:srgbClr val="36060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E"/>
            </a:p>
          </p:txBody>
        </p:sp>
        <p:pic>
          <p:nvPicPr>
            <p:cNvPr id="10" name="Picture 9" descr="Logo&#10;&#10;Description automatically generated">
              <a:extLst>
                <a:ext uri="{FF2B5EF4-FFF2-40B4-BE49-F238E27FC236}">
                  <a16:creationId xmlns:a16="http://schemas.microsoft.com/office/drawing/2014/main" id="{918673BA-4718-3415-32AD-7EA37FE2482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8856" y="5355007"/>
              <a:ext cx="884039" cy="150018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045695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89EF8F-5D2C-4D02-9A45-1BCB0804D1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6453FF-B1DE-4D01-BD31-33F7AF24D8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FAB1EB-F2E9-4A8C-8D10-8A011C27CE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33D4EA-4E92-4E88-837F-B9CF6F28D4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F992C3F-1902-4B40-AB8F-E89200964E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8D4314B-4B1B-493A-9C6A-82A70EE69E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F81C3-17D7-4495-ADD9-B7518327B56D}" type="datetimeFigureOut">
              <a:rPr lang="id-ID" smtClean="0"/>
              <a:t>07/07/2023</a:t>
            </a:fld>
            <a:endParaRPr lang="id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566BF8-7782-432B-9932-EAF15465F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F86AB63-B15C-4AA3-9D69-8FAC60C993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ECEAD-2699-46AF-8740-6B5A5FFB30EF}" type="slidenum">
              <a:rPr lang="id-ID" smtClean="0"/>
              <a:t>‹#›</a:t>
            </a:fld>
            <a:endParaRPr lang="id-ID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76F1F6A-B81B-60A7-7474-DB7F4E3C2C77}"/>
              </a:ext>
            </a:extLst>
          </p:cNvPr>
          <p:cNvGrpSpPr/>
          <p:nvPr userDrawn="1"/>
        </p:nvGrpSpPr>
        <p:grpSpPr>
          <a:xfrm>
            <a:off x="148856" y="5252484"/>
            <a:ext cx="903767" cy="1602710"/>
            <a:chOff x="148856" y="5252484"/>
            <a:chExt cx="903767" cy="160271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46C0469-3F41-5030-8183-42CD9150CD44}"/>
                </a:ext>
              </a:extLst>
            </p:cNvPr>
            <p:cNvSpPr/>
            <p:nvPr userDrawn="1"/>
          </p:nvSpPr>
          <p:spPr>
            <a:xfrm>
              <a:off x="148856" y="5252484"/>
              <a:ext cx="903767" cy="1500187"/>
            </a:xfrm>
            <a:prstGeom prst="rect">
              <a:avLst/>
            </a:prstGeom>
            <a:solidFill>
              <a:srgbClr val="360606"/>
            </a:solidFill>
            <a:ln>
              <a:solidFill>
                <a:srgbClr val="36060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E"/>
            </a:p>
          </p:txBody>
        </p:sp>
        <p:pic>
          <p:nvPicPr>
            <p:cNvPr id="12" name="Picture 11" descr="Logo&#10;&#10;Description automatically generated">
              <a:extLst>
                <a:ext uri="{FF2B5EF4-FFF2-40B4-BE49-F238E27FC236}">
                  <a16:creationId xmlns:a16="http://schemas.microsoft.com/office/drawing/2014/main" id="{BB987DBF-AB3D-3E8D-9276-945195CC3F7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8856" y="5355007"/>
              <a:ext cx="884039" cy="150018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30966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D44EC-21C5-42B1-9975-818D52A88B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02F768D-FBEE-4A88-AA31-25AED3AF1B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F81C3-17D7-4495-ADD9-B7518327B56D}" type="datetimeFigureOut">
              <a:rPr lang="id-ID" smtClean="0"/>
              <a:t>07/07/2023</a:t>
            </a:fld>
            <a:endParaRPr lang="id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CABC78-2186-4C83-B40C-80047D676C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DE6762-BC47-4226-B78D-674BB4EC0F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ECEAD-2699-46AF-8740-6B5A5FFB30EF}" type="slidenum">
              <a:rPr lang="id-ID" smtClean="0"/>
              <a:t>‹#›</a:t>
            </a:fld>
            <a:endParaRPr lang="id-ID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0139ED0-BDC7-C672-AF1F-35CE7B1D007B}"/>
              </a:ext>
            </a:extLst>
          </p:cNvPr>
          <p:cNvGrpSpPr/>
          <p:nvPr userDrawn="1"/>
        </p:nvGrpSpPr>
        <p:grpSpPr>
          <a:xfrm>
            <a:off x="148856" y="5252484"/>
            <a:ext cx="903767" cy="1602710"/>
            <a:chOff x="148856" y="5252484"/>
            <a:chExt cx="903767" cy="160271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DCAA86F-A722-2C54-8464-C6531B0570F1}"/>
                </a:ext>
              </a:extLst>
            </p:cNvPr>
            <p:cNvSpPr/>
            <p:nvPr userDrawn="1"/>
          </p:nvSpPr>
          <p:spPr>
            <a:xfrm>
              <a:off x="148856" y="5252484"/>
              <a:ext cx="903767" cy="1500187"/>
            </a:xfrm>
            <a:prstGeom prst="rect">
              <a:avLst/>
            </a:prstGeom>
            <a:solidFill>
              <a:srgbClr val="360606"/>
            </a:solidFill>
            <a:ln>
              <a:solidFill>
                <a:srgbClr val="36060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E"/>
            </a:p>
          </p:txBody>
        </p:sp>
        <p:pic>
          <p:nvPicPr>
            <p:cNvPr id="8" name="Picture 7" descr="Logo&#10;&#10;Description automatically generated">
              <a:extLst>
                <a:ext uri="{FF2B5EF4-FFF2-40B4-BE49-F238E27FC236}">
                  <a16:creationId xmlns:a16="http://schemas.microsoft.com/office/drawing/2014/main" id="{F8FC8E4B-0F8A-B055-99DC-FF92B27F188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8856" y="5355007"/>
              <a:ext cx="884039" cy="150018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178657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36360B9-ABBD-454E-90C1-A344C9CD20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F81C3-17D7-4495-ADD9-B7518327B56D}" type="datetimeFigureOut">
              <a:rPr lang="id-ID" smtClean="0"/>
              <a:t>07/07/2023</a:t>
            </a:fld>
            <a:endParaRPr lang="id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6BCF27D-8D6C-4C30-A5AC-33A0896EE2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7EE1D8-9EA3-4117-99FB-FC6BA15CC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ECEAD-2699-46AF-8740-6B5A5FFB30EF}" type="slidenum">
              <a:rPr lang="id-ID" smtClean="0"/>
              <a:t>‹#›</a:t>
            </a:fld>
            <a:endParaRPr lang="id-ID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9E8D5660-BD0A-4F0F-5C83-E5E70DF91B55}"/>
              </a:ext>
            </a:extLst>
          </p:cNvPr>
          <p:cNvGrpSpPr/>
          <p:nvPr userDrawn="1"/>
        </p:nvGrpSpPr>
        <p:grpSpPr>
          <a:xfrm>
            <a:off x="148856" y="5252484"/>
            <a:ext cx="903767" cy="1602710"/>
            <a:chOff x="148856" y="5252484"/>
            <a:chExt cx="903767" cy="160271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899C3F8-FBB1-FB7E-021D-39157B0B4D68}"/>
                </a:ext>
              </a:extLst>
            </p:cNvPr>
            <p:cNvSpPr/>
            <p:nvPr userDrawn="1"/>
          </p:nvSpPr>
          <p:spPr>
            <a:xfrm>
              <a:off x="148856" y="5252484"/>
              <a:ext cx="903767" cy="1500187"/>
            </a:xfrm>
            <a:prstGeom prst="rect">
              <a:avLst/>
            </a:prstGeom>
            <a:solidFill>
              <a:srgbClr val="360606"/>
            </a:solidFill>
            <a:ln>
              <a:solidFill>
                <a:srgbClr val="36060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E"/>
            </a:p>
          </p:txBody>
        </p:sp>
        <p:pic>
          <p:nvPicPr>
            <p:cNvPr id="7" name="Picture 6" descr="Logo&#10;&#10;Description automatically generated">
              <a:extLst>
                <a:ext uri="{FF2B5EF4-FFF2-40B4-BE49-F238E27FC236}">
                  <a16:creationId xmlns:a16="http://schemas.microsoft.com/office/drawing/2014/main" id="{B4FB8DA0-4545-1E6E-8B8A-E5CB6947F03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8856" y="5355007"/>
              <a:ext cx="884039" cy="150018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606840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FF0649-6562-4AF3-89EB-B7C002F4A5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E24653-DA81-420C-8BD2-F4CDE48C77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DA4166-857F-4EEA-B320-7F2D4285B7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DFBA87-4407-4894-97C3-774B1BDA0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F81C3-17D7-4495-ADD9-B7518327B56D}" type="datetimeFigureOut">
              <a:rPr lang="id-ID" smtClean="0"/>
              <a:t>07/07/2023</a:t>
            </a:fld>
            <a:endParaRPr lang="id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19CAB2-4C13-4EF9-A511-48EE9D31B5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F4A4B0-8DF4-4A74-9A3E-B1BACDB69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ECEAD-2699-46AF-8740-6B5A5FFB30EF}" type="slidenum">
              <a:rPr lang="id-ID" smtClean="0"/>
              <a:t>‹#›</a:t>
            </a:fld>
            <a:endParaRPr lang="id-ID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28C42917-655C-BBE7-F8A1-3DB814E2DD11}"/>
              </a:ext>
            </a:extLst>
          </p:cNvPr>
          <p:cNvGrpSpPr/>
          <p:nvPr userDrawn="1"/>
        </p:nvGrpSpPr>
        <p:grpSpPr>
          <a:xfrm>
            <a:off x="148856" y="5252484"/>
            <a:ext cx="903767" cy="1602710"/>
            <a:chOff x="148856" y="5252484"/>
            <a:chExt cx="903767" cy="160271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A95C2A1-F7FB-CEC3-B616-18195F84FD70}"/>
                </a:ext>
              </a:extLst>
            </p:cNvPr>
            <p:cNvSpPr/>
            <p:nvPr userDrawn="1"/>
          </p:nvSpPr>
          <p:spPr>
            <a:xfrm>
              <a:off x="148856" y="5252484"/>
              <a:ext cx="903767" cy="1500187"/>
            </a:xfrm>
            <a:prstGeom prst="rect">
              <a:avLst/>
            </a:prstGeom>
            <a:solidFill>
              <a:srgbClr val="360606"/>
            </a:solidFill>
            <a:ln>
              <a:solidFill>
                <a:srgbClr val="36060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E"/>
            </a:p>
          </p:txBody>
        </p:sp>
        <p:pic>
          <p:nvPicPr>
            <p:cNvPr id="10" name="Picture 9" descr="Logo&#10;&#10;Description automatically generated">
              <a:extLst>
                <a:ext uri="{FF2B5EF4-FFF2-40B4-BE49-F238E27FC236}">
                  <a16:creationId xmlns:a16="http://schemas.microsoft.com/office/drawing/2014/main" id="{62C45C06-BD1B-8557-FCAC-32DF2EC93FD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8856" y="5355007"/>
              <a:ext cx="884039" cy="150018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717454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69D3F-EB57-4DA3-A81B-64C50F2F53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3124686-8750-494B-8519-B9572E46D4B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d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DF455E-F0C1-41C3-A7C0-AD961E250C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ABB696-C73D-4275-BFE3-15E6F4474C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F81C3-17D7-4495-ADD9-B7518327B56D}" type="datetimeFigureOut">
              <a:rPr lang="id-ID" smtClean="0"/>
              <a:t>07/07/2023</a:t>
            </a:fld>
            <a:endParaRPr lang="id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118F25-8600-4207-894D-B8139E222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65E59F-476C-4B9D-9968-0F295C279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ECEAD-2699-46AF-8740-6B5A5FFB30EF}" type="slidenum">
              <a:rPr lang="id-ID" smtClean="0"/>
              <a:t>‹#›</a:t>
            </a:fld>
            <a:endParaRPr lang="id-ID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49F4B5BE-B8F2-3AB4-F6F0-3DBC52DF3DF3}"/>
              </a:ext>
            </a:extLst>
          </p:cNvPr>
          <p:cNvGrpSpPr/>
          <p:nvPr userDrawn="1"/>
        </p:nvGrpSpPr>
        <p:grpSpPr>
          <a:xfrm>
            <a:off x="148856" y="5252484"/>
            <a:ext cx="903767" cy="1602710"/>
            <a:chOff x="148856" y="5252484"/>
            <a:chExt cx="903767" cy="160271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B81105D7-41B5-6D51-929B-F8F29AD93CD5}"/>
                </a:ext>
              </a:extLst>
            </p:cNvPr>
            <p:cNvSpPr/>
            <p:nvPr userDrawn="1"/>
          </p:nvSpPr>
          <p:spPr>
            <a:xfrm>
              <a:off x="148856" y="5252484"/>
              <a:ext cx="903767" cy="1500187"/>
            </a:xfrm>
            <a:prstGeom prst="rect">
              <a:avLst/>
            </a:prstGeom>
            <a:solidFill>
              <a:srgbClr val="360606"/>
            </a:solidFill>
            <a:ln>
              <a:solidFill>
                <a:srgbClr val="36060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E"/>
            </a:p>
          </p:txBody>
        </p:sp>
        <p:pic>
          <p:nvPicPr>
            <p:cNvPr id="10" name="Picture 9" descr="Logo&#10;&#10;Description automatically generated">
              <a:extLst>
                <a:ext uri="{FF2B5EF4-FFF2-40B4-BE49-F238E27FC236}">
                  <a16:creationId xmlns:a16="http://schemas.microsoft.com/office/drawing/2014/main" id="{5B83D5F6-36F8-7DD4-5CBB-AAAA8F2CED2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8856" y="5355007"/>
              <a:ext cx="884039" cy="150018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447975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5B5C4-B6EE-4B37-9014-127C3DEBA9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22D6EB-BEC0-4127-8942-0263CF6D1C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1F3BFB-5EE0-4ABA-B7C2-4E7D12A6CF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F81C3-17D7-4495-ADD9-B7518327B56D}" type="datetimeFigureOut">
              <a:rPr lang="id-ID" smtClean="0"/>
              <a:t>07/07/2023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D3DBA1-27EB-4601-8E74-575A1C10E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571B97-130D-4798-8BF7-DA11C71390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ECEAD-2699-46AF-8740-6B5A5FFB30EF}" type="slidenum">
              <a:rPr lang="id-ID" smtClean="0"/>
              <a:t>‹#›</a:t>
            </a:fld>
            <a:endParaRPr lang="id-ID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8E946CF-4279-8F15-5A01-AC7C06063784}"/>
              </a:ext>
            </a:extLst>
          </p:cNvPr>
          <p:cNvGrpSpPr/>
          <p:nvPr userDrawn="1"/>
        </p:nvGrpSpPr>
        <p:grpSpPr>
          <a:xfrm>
            <a:off x="148856" y="5252484"/>
            <a:ext cx="903767" cy="1602710"/>
            <a:chOff x="148856" y="5252484"/>
            <a:chExt cx="903767" cy="160271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CE7E2D8-D0BE-8235-EAFF-FB28A8653A23}"/>
                </a:ext>
              </a:extLst>
            </p:cNvPr>
            <p:cNvSpPr/>
            <p:nvPr userDrawn="1"/>
          </p:nvSpPr>
          <p:spPr>
            <a:xfrm>
              <a:off x="148856" y="5252484"/>
              <a:ext cx="903767" cy="1500187"/>
            </a:xfrm>
            <a:prstGeom prst="rect">
              <a:avLst/>
            </a:prstGeom>
            <a:solidFill>
              <a:srgbClr val="360606"/>
            </a:solidFill>
            <a:ln>
              <a:solidFill>
                <a:srgbClr val="36060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E"/>
            </a:p>
          </p:txBody>
        </p:sp>
        <p:pic>
          <p:nvPicPr>
            <p:cNvPr id="9" name="Picture 8" descr="Logo&#10;&#10;Description automatically generated">
              <a:extLst>
                <a:ext uri="{FF2B5EF4-FFF2-40B4-BE49-F238E27FC236}">
                  <a16:creationId xmlns:a16="http://schemas.microsoft.com/office/drawing/2014/main" id="{3B96144A-5E4A-F455-14B2-01C835E56FA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8856" y="5355007"/>
              <a:ext cx="884039" cy="150018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9948814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0170B6A-0D19-49F8-AE2E-ABE46EBFA5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114B30-E6C2-472C-9132-F2405EFB91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7E45DD-BD71-4687-95F1-347DE12AAB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F81C3-17D7-4495-ADD9-B7518327B56D}" type="datetimeFigureOut">
              <a:rPr lang="id-ID" smtClean="0"/>
              <a:t>07/07/2023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B77038-F7F3-4406-9FE7-2057C38C0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114187-90F3-48D3-87AF-871016446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ECEAD-2699-46AF-8740-6B5A5FFB30EF}" type="slidenum">
              <a:rPr lang="id-ID" smtClean="0"/>
              <a:t>‹#›</a:t>
            </a:fld>
            <a:endParaRPr lang="id-ID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B373E060-F179-6663-AE2D-AEEB29D2615D}"/>
              </a:ext>
            </a:extLst>
          </p:cNvPr>
          <p:cNvGrpSpPr/>
          <p:nvPr userDrawn="1"/>
        </p:nvGrpSpPr>
        <p:grpSpPr>
          <a:xfrm>
            <a:off x="148856" y="5252484"/>
            <a:ext cx="903767" cy="1602710"/>
            <a:chOff x="148856" y="5252484"/>
            <a:chExt cx="903767" cy="160271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3C567DCE-4223-0B3E-8646-24743A8428DA}"/>
                </a:ext>
              </a:extLst>
            </p:cNvPr>
            <p:cNvSpPr/>
            <p:nvPr userDrawn="1"/>
          </p:nvSpPr>
          <p:spPr>
            <a:xfrm>
              <a:off x="148856" y="5252484"/>
              <a:ext cx="903767" cy="1500187"/>
            </a:xfrm>
            <a:prstGeom prst="rect">
              <a:avLst/>
            </a:prstGeom>
            <a:solidFill>
              <a:srgbClr val="360606"/>
            </a:solidFill>
            <a:ln>
              <a:solidFill>
                <a:srgbClr val="36060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E"/>
            </a:p>
          </p:txBody>
        </p:sp>
        <p:pic>
          <p:nvPicPr>
            <p:cNvPr id="9" name="Picture 8" descr="Logo&#10;&#10;Description automatically generated">
              <a:extLst>
                <a:ext uri="{FF2B5EF4-FFF2-40B4-BE49-F238E27FC236}">
                  <a16:creationId xmlns:a16="http://schemas.microsoft.com/office/drawing/2014/main" id="{73AFB843-9F82-22BE-53D2-7832FE4B6CE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8856" y="5355007"/>
              <a:ext cx="884039" cy="150018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008619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6060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97E44D8-C9B7-42DB-BEE3-5781BD2DA4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AA8D00-1E35-4D95-83F6-07837CB457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AF4C8B-B80D-4CAD-A0E8-DFF528C340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4F81C3-17D7-4495-ADD9-B7518327B56D}" type="datetimeFigureOut">
              <a:rPr lang="id-ID" smtClean="0"/>
              <a:t>07/07/2023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5C5856-5581-4CCA-9C54-BECF3C57DA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BB7E1C-4E26-4DDA-B571-0AA69CA696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FECEAD-2699-46AF-8740-6B5A5FFB30EF}" type="slidenum">
              <a:rPr lang="id-ID" smtClean="0"/>
              <a:t>‹#›</a:t>
            </a:fld>
            <a:endParaRPr lang="id-ID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BD7AA7A0-F279-45C7-8A9B-51F082EEF47C}"/>
              </a:ext>
            </a:extLst>
          </p:cNvPr>
          <p:cNvGrpSpPr/>
          <p:nvPr userDrawn="1"/>
        </p:nvGrpSpPr>
        <p:grpSpPr>
          <a:xfrm>
            <a:off x="47461" y="5423232"/>
            <a:ext cx="1158776" cy="1357134"/>
            <a:chOff x="130903" y="5378106"/>
            <a:chExt cx="1158776" cy="1357134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699F698-6B14-4FA1-8360-9AC13C20D90C}"/>
                </a:ext>
              </a:extLst>
            </p:cNvPr>
            <p:cNvSpPr txBox="1"/>
            <p:nvPr userDrawn="1"/>
          </p:nvSpPr>
          <p:spPr>
            <a:xfrm>
              <a:off x="205989" y="6504408"/>
              <a:ext cx="1008609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900" b="1">
                  <a:solidFill>
                    <a:schemeClr val="bg1"/>
                  </a:solidFill>
                  <a:latin typeface="Roboto Condensed" panose="02000000000000000000" pitchFamily="2" charset="0"/>
                  <a:ea typeface="Roboto Condensed" panose="02000000000000000000" pitchFamily="2" charset="0"/>
                  <a:cs typeface="Arial" panose="020B0604020202020204" pitchFamily="34" charset="0"/>
                </a:rPr>
                <a:t>PRII STOCKHOLM</a:t>
              </a:r>
              <a:endParaRPr lang="id-ID" sz="900" b="1">
                <a:solidFill>
                  <a:schemeClr val="bg1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Arial" panose="020B0604020202020204" pitchFamily="34" charset="0"/>
              </a:endParaRPr>
            </a:p>
          </p:txBody>
        </p:sp>
        <p:pic>
          <p:nvPicPr>
            <p:cNvPr id="8" name="Picture 7" descr="A picture containing diagram&#10;&#10;Description automatically generated">
              <a:extLst>
                <a:ext uri="{FF2B5EF4-FFF2-40B4-BE49-F238E27FC236}">
                  <a16:creationId xmlns:a16="http://schemas.microsoft.com/office/drawing/2014/main" id="{9E6AC39D-EFCE-4523-B401-0107798C243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3">
              <a:duotone>
                <a:schemeClr val="bg2">
                  <a:shade val="45000"/>
                  <a:satMod val="135000"/>
                </a:schemeClr>
                <a:prstClr val="white"/>
              </a:duotone>
              <a:alphaModFix/>
              <a:extLst>
                <a:ext uri="{BEBA8EAE-BF5A-486C-A8C5-ECC9F3942E4B}">
                  <a14:imgProps xmlns:a14="http://schemas.microsoft.com/office/drawing/2010/main">
                    <a14:imgLayer r:embed="rId14">
                      <a14:imgEffect>
                        <a14:artisticPaintStrokes/>
                      </a14:imgEffect>
                      <a14:imgEffect>
                        <a14:colorTemperature colorTemp="47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0903" y="5378106"/>
              <a:ext cx="1158776" cy="116080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2619326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d-ID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B3DB9-F3E1-4895-B901-72F515DD3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1055350" cy="2852737"/>
          </a:xfrm>
        </p:spPr>
        <p:txBody>
          <a:bodyPr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tabLst/>
              <a:defRPr/>
            </a:pPr>
            <a:r>
              <a:rPr lang="en-US" sz="4400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298</a:t>
            </a:r>
            <a:endParaRPr lang="id-ID" sz="4400" dirty="0"/>
          </a:p>
        </p:txBody>
      </p:sp>
    </p:spTree>
    <p:extLst>
      <p:ext uri="{BB962C8B-B14F-4D97-AF65-F5344CB8AC3E}">
        <p14:creationId xmlns:p14="http://schemas.microsoft.com/office/powerpoint/2010/main" val="15306789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2F084ADD-D8ED-4D16-B4C0-90DEC0B3F740}"/>
              </a:ext>
            </a:extLst>
          </p:cNvPr>
          <p:cNvSpPr txBox="1">
            <a:spLocks/>
          </p:cNvSpPr>
          <p:nvPr/>
        </p:nvSpPr>
        <p:spPr>
          <a:xfrm>
            <a:off x="1529745" y="5369603"/>
            <a:ext cx="5315671" cy="40712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MEIN GANZES HOFFEN RUHT ALLEIN</a:t>
            </a:r>
            <a:br>
              <a:rPr lang="en-US" sz="20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</a:br>
            <a:r>
              <a:rPr lang="en-US" sz="2000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(BATU KARANG YANG TEGUH)</a:t>
            </a:r>
            <a:endParaRPr kumimoji="0" lang="id-ID" sz="2000" u="none" strike="noStrike" kern="1200" cap="none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F81102-7050-4780-84F7-AA457CE7EC81}"/>
              </a:ext>
            </a:extLst>
          </p:cNvPr>
          <p:cNvSpPr txBox="1"/>
          <p:nvPr/>
        </p:nvSpPr>
        <p:spPr>
          <a:xfrm>
            <a:off x="1636890" y="5900533"/>
            <a:ext cx="19639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G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– </a:t>
            </a: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3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/4</a:t>
            </a:r>
            <a:endParaRPr lang="en-US" dirty="0">
              <a:solidFill>
                <a:prstClr val="white"/>
              </a:solidFill>
              <a:latin typeface="Roboto Condensed" panose="02000000000000000000" pitchFamily="2" charset="0"/>
              <a:ea typeface="Roboto Condensed" panose="02000000000000000000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William B. Bradbury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C4262C3-82AE-4DA9-B83E-41D40A35409B}"/>
              </a:ext>
            </a:extLst>
          </p:cNvPr>
          <p:cNvSpPr txBox="1"/>
          <p:nvPr/>
        </p:nvSpPr>
        <p:spPr>
          <a:xfrm>
            <a:off x="5324281" y="5900534"/>
            <a:ext cx="32660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SOLID ROCK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Edward Mote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5183B68-D516-2A4F-5D99-CE77A2FA726B}"/>
              </a:ext>
            </a:extLst>
          </p:cNvPr>
          <p:cNvSpPr txBox="1"/>
          <p:nvPr/>
        </p:nvSpPr>
        <p:spPr>
          <a:xfrm>
            <a:off x="948710" y="691958"/>
            <a:ext cx="1008258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000" dirty="0">
                <a:solidFill>
                  <a:prstClr val="white"/>
                </a:solidFill>
                <a:latin typeface="Parnumation 3" pitchFamily="2" charset="0"/>
              </a:rPr>
              <a:t>Ts </a:t>
            </a:r>
            <a:r>
              <a:rPr lang="en-US" sz="24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4000" dirty="0">
                <a:solidFill>
                  <a:prstClr val="white"/>
                </a:solidFill>
                <a:latin typeface="Parnumation 3" pitchFamily="2" charset="0"/>
              </a:rPr>
              <a:t>|</a:t>
            </a:r>
            <a:r>
              <a:rPr lang="en-US" sz="24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4000" dirty="0">
                <a:solidFill>
                  <a:prstClr val="white"/>
                </a:solidFill>
                <a:latin typeface="Parnumation 3" pitchFamily="2" charset="0"/>
              </a:rPr>
              <a:t>j1j j 3  5  3</a:t>
            </a:r>
            <a:r>
              <a:rPr lang="en-US" sz="24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4000" dirty="0">
                <a:solidFill>
                  <a:prstClr val="white"/>
                </a:solidFill>
                <a:latin typeface="Parnumation 3" pitchFamily="2" charset="0"/>
              </a:rPr>
              <a:t>|</a:t>
            </a:r>
            <a:r>
              <a:rPr lang="en-US" sz="24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4000" dirty="0">
                <a:solidFill>
                  <a:prstClr val="white"/>
                </a:solidFill>
                <a:latin typeface="Parnumation 3" pitchFamily="2" charset="0"/>
              </a:rPr>
              <a:t>j3j j 2</a:t>
            </a:r>
            <a:r>
              <a:rPr lang="en-US" sz="20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4000" dirty="0">
                <a:solidFill>
                  <a:prstClr val="white"/>
                </a:solidFill>
                <a:latin typeface="Parnumation 3" pitchFamily="2" charset="0"/>
              </a:rPr>
              <a:t> 2</a:t>
            </a:r>
            <a:endParaRPr kumimoji="0" lang="id-ID" sz="4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A3DF555-09B4-D1DF-4FB4-B70BAFBBCF74}"/>
              </a:ext>
            </a:extLst>
          </p:cNvPr>
          <p:cNvSpPr/>
          <p:nvPr/>
        </p:nvSpPr>
        <p:spPr>
          <a:xfrm>
            <a:off x="11704320" y="95034"/>
            <a:ext cx="391885" cy="391885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Roboto Condensed" pitchFamily="2" charset="0"/>
                <a:ea typeface="Roboto Condensed" pitchFamily="2" charset="0"/>
              </a:rPr>
              <a:t>1</a:t>
            </a:r>
            <a:endParaRPr lang="id-ID" dirty="0">
              <a:latin typeface="Roboto Condensed" pitchFamily="2" charset="0"/>
              <a:ea typeface="Roboto Condensed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AAC8CB3-DA7F-5822-B6C8-2F497EECF201}"/>
              </a:ext>
            </a:extLst>
          </p:cNvPr>
          <p:cNvSpPr txBox="1"/>
          <p:nvPr/>
        </p:nvSpPr>
        <p:spPr>
          <a:xfrm>
            <a:off x="1065820" y="2929707"/>
            <a:ext cx="108701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000" dirty="0">
                <a:solidFill>
                  <a:prstClr val="white"/>
                </a:solidFill>
                <a:latin typeface="Parnumation 3" pitchFamily="2" charset="0"/>
              </a:rPr>
              <a:t>3</a:t>
            </a:r>
            <a:r>
              <a:rPr lang="en-US" sz="24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4000" dirty="0">
                <a:solidFill>
                  <a:prstClr val="white"/>
                </a:solidFill>
                <a:latin typeface="Parnumation 3" pitchFamily="2" charset="0"/>
              </a:rPr>
              <a:t>|</a:t>
            </a:r>
            <a:r>
              <a:rPr lang="en-US" sz="24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4000" dirty="0">
                <a:solidFill>
                  <a:prstClr val="white"/>
                </a:solidFill>
                <a:latin typeface="Parnumation 3" pitchFamily="2" charset="0"/>
              </a:rPr>
              <a:t>j4j j 4  4  2 | j1j j s7  1</a:t>
            </a:r>
            <a:endParaRPr kumimoji="0" lang="id-ID" sz="4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C9CA7DB-0E9F-BFCF-450A-606487C30290}"/>
              </a:ext>
            </a:extLst>
          </p:cNvPr>
          <p:cNvSpPr txBox="1"/>
          <p:nvPr/>
        </p:nvSpPr>
        <p:spPr>
          <a:xfrm>
            <a:off x="891591" y="3708204"/>
            <a:ext cx="924230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32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A</a:t>
            </a:r>
            <a:r>
              <a:rPr kumimoji="0" lang="de-DE" sz="3200" b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uf</a:t>
            </a:r>
            <a:r>
              <a:rPr kumimoji="0" lang="de-DE" sz="32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  Chris - </a:t>
            </a:r>
            <a:r>
              <a:rPr kumimoji="0" lang="de-DE" sz="3200" b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ti</a:t>
            </a:r>
            <a:r>
              <a:rPr kumimoji="0" lang="de-DE" sz="32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    Blut    und     </a:t>
            </a:r>
            <a:r>
              <a:rPr kumimoji="0" lang="de-DE" sz="3200" b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Kreu</a:t>
            </a:r>
            <a:r>
              <a:rPr kumimoji="0" lang="de-DE" sz="32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- </a:t>
            </a:r>
            <a:r>
              <a:rPr kumimoji="0" lang="de-DE" sz="3200" b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ze</a:t>
            </a:r>
            <a:r>
              <a:rPr kumimoji="0" lang="de-DE" sz="32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- </a:t>
            </a:r>
            <a:r>
              <a:rPr kumimoji="0" lang="de-DE" sz="3200" b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spein</a:t>
            </a:r>
            <a:r>
              <a:rPr kumimoji="0" lang="de-DE" sz="32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;</a:t>
            </a:r>
            <a:endParaRPr lang="en-US" sz="3200" b="1" dirty="0">
              <a:solidFill>
                <a:prstClr val="white"/>
              </a:solidFill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F455640-1DC1-430B-AAEC-33FB66088508}"/>
              </a:ext>
            </a:extLst>
          </p:cNvPr>
          <p:cNvSpPr txBox="1"/>
          <p:nvPr/>
        </p:nvSpPr>
        <p:spPr>
          <a:xfrm>
            <a:off x="819512" y="2000046"/>
            <a:ext cx="100009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Tia  -  da      </a:t>
            </a:r>
            <a:r>
              <a:rPr lang="en-US" sz="20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</a:t>
            </a:r>
            <a:r>
              <a:rPr lang="en-US" sz="32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la   -  in    </a:t>
            </a:r>
            <a:r>
              <a:rPr lang="en-US" sz="3200" b="1" i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peng</a:t>
            </a:r>
            <a:r>
              <a:rPr lang="en-US" sz="32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-  ha  -  </a:t>
            </a:r>
            <a:r>
              <a:rPr lang="en-US" sz="3200" b="1" i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ra</a:t>
            </a:r>
            <a:r>
              <a:rPr lang="en-US" sz="32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-  pan,</a:t>
            </a:r>
            <a:endParaRPr kumimoji="0" lang="en-US" sz="32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346F40A-60F7-0AEA-48AA-F6B9218573F2}"/>
              </a:ext>
            </a:extLst>
          </p:cNvPr>
          <p:cNvSpPr txBox="1"/>
          <p:nvPr/>
        </p:nvSpPr>
        <p:spPr>
          <a:xfrm>
            <a:off x="680987" y="1403361"/>
            <a:ext cx="8716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32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Mein   </a:t>
            </a:r>
            <a:r>
              <a:rPr kumimoji="0" lang="de-DE" sz="3200" b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gan</a:t>
            </a:r>
            <a:r>
              <a:rPr kumimoji="0" lang="de-DE" sz="32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- </a:t>
            </a:r>
            <a:r>
              <a:rPr kumimoji="0" lang="de-DE" sz="3200" b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zes</a:t>
            </a:r>
            <a:r>
              <a:rPr kumimoji="0" lang="de-DE" sz="32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   Hof - </a:t>
            </a:r>
            <a:r>
              <a:rPr kumimoji="0" lang="de-DE" sz="3200" b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fen</a:t>
            </a:r>
            <a:r>
              <a:rPr kumimoji="0" lang="de-DE" sz="32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   ruht    al  - lein</a:t>
            </a:r>
            <a:endParaRPr kumimoji="0" lang="en-US" sz="3200" b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9AB9439-0894-6B31-75C3-ABB01EA1DB83}"/>
              </a:ext>
            </a:extLst>
          </p:cNvPr>
          <p:cNvSpPr txBox="1"/>
          <p:nvPr/>
        </p:nvSpPr>
        <p:spPr>
          <a:xfrm>
            <a:off x="985404" y="4292979"/>
            <a:ext cx="96746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32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H</a:t>
            </a:r>
            <a:r>
              <a:rPr kumimoji="0" lang="en-US" sz="32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a  -  </a:t>
            </a:r>
            <a:r>
              <a:rPr kumimoji="0" lang="en-US" sz="3200" b="1" i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nya</a:t>
            </a:r>
            <a:r>
              <a:rPr kumimoji="0" lang="en-US" sz="32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   pa  -  da      </a:t>
            </a:r>
            <a:r>
              <a:rPr kumimoji="0" lang="en-US" sz="3200" b="1" i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da</a:t>
            </a:r>
            <a:r>
              <a:rPr kumimoji="0" lang="en-US" sz="32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 -     rah     Ye   -   sus.</a:t>
            </a:r>
          </a:p>
        </p:txBody>
      </p:sp>
    </p:spTree>
    <p:extLst>
      <p:ext uri="{BB962C8B-B14F-4D97-AF65-F5344CB8AC3E}">
        <p14:creationId xmlns:p14="http://schemas.microsoft.com/office/powerpoint/2010/main" val="10850685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2F084ADD-D8ED-4D16-B4C0-90DEC0B3F740}"/>
              </a:ext>
            </a:extLst>
          </p:cNvPr>
          <p:cNvSpPr txBox="1">
            <a:spLocks/>
          </p:cNvSpPr>
          <p:nvPr/>
        </p:nvSpPr>
        <p:spPr>
          <a:xfrm>
            <a:off x="1529745" y="5369603"/>
            <a:ext cx="5315671" cy="40712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MEIN GANZES HOFFEN RUHT ALLEIN</a:t>
            </a:r>
            <a:br>
              <a:rPr lang="en-US" sz="20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</a:br>
            <a:r>
              <a:rPr lang="en-US" sz="2000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(BATU KARANG YANG TEGUH)</a:t>
            </a:r>
            <a:endParaRPr kumimoji="0" lang="id-ID" sz="2000" u="none" strike="noStrike" kern="1200" cap="none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F81102-7050-4780-84F7-AA457CE7EC81}"/>
              </a:ext>
            </a:extLst>
          </p:cNvPr>
          <p:cNvSpPr txBox="1"/>
          <p:nvPr/>
        </p:nvSpPr>
        <p:spPr>
          <a:xfrm>
            <a:off x="1636890" y="5900533"/>
            <a:ext cx="19639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G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– </a:t>
            </a: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3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/4</a:t>
            </a:r>
            <a:endParaRPr lang="en-US" dirty="0">
              <a:solidFill>
                <a:prstClr val="white"/>
              </a:solidFill>
              <a:latin typeface="Roboto Condensed" panose="02000000000000000000" pitchFamily="2" charset="0"/>
              <a:ea typeface="Roboto Condensed" panose="02000000000000000000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William B. Bradbury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C4262C3-82AE-4DA9-B83E-41D40A35409B}"/>
              </a:ext>
            </a:extLst>
          </p:cNvPr>
          <p:cNvSpPr txBox="1"/>
          <p:nvPr/>
        </p:nvSpPr>
        <p:spPr>
          <a:xfrm>
            <a:off x="5324281" y="5900534"/>
            <a:ext cx="32660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SOLID ROCK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Edward Mote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5183B68-D516-2A4F-5D99-CE77A2FA726B}"/>
              </a:ext>
            </a:extLst>
          </p:cNvPr>
          <p:cNvSpPr txBox="1"/>
          <p:nvPr/>
        </p:nvSpPr>
        <p:spPr>
          <a:xfrm>
            <a:off x="948710" y="691958"/>
            <a:ext cx="1008258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000" dirty="0">
                <a:solidFill>
                  <a:prstClr val="white"/>
                </a:solidFill>
                <a:latin typeface="Parnumation 3" pitchFamily="2" charset="0"/>
              </a:rPr>
              <a:t>Ts </a:t>
            </a:r>
            <a:r>
              <a:rPr lang="en-US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4000" dirty="0">
                <a:solidFill>
                  <a:prstClr val="white"/>
                </a:solidFill>
                <a:latin typeface="Parnumation 3" pitchFamily="2" charset="0"/>
              </a:rPr>
              <a:t>|</a:t>
            </a:r>
            <a:r>
              <a:rPr lang="en-US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4000" dirty="0">
                <a:solidFill>
                  <a:prstClr val="white"/>
                </a:solidFill>
                <a:latin typeface="Parnumation 3" pitchFamily="2" charset="0"/>
              </a:rPr>
              <a:t>j1j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4000" dirty="0">
                <a:solidFill>
                  <a:prstClr val="white"/>
                </a:solidFill>
                <a:latin typeface="Parnumation 3" pitchFamily="2" charset="0"/>
              </a:rPr>
              <a:t>j 3</a:t>
            </a:r>
            <a:r>
              <a:rPr lang="en-US" sz="28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4000" dirty="0">
                <a:solidFill>
                  <a:prstClr val="white"/>
                </a:solidFill>
                <a:latin typeface="Parnumation 3" pitchFamily="2" charset="0"/>
              </a:rPr>
              <a:t> 5  3</a:t>
            </a:r>
            <a:r>
              <a:rPr lang="en-US" sz="24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4000" dirty="0">
                <a:solidFill>
                  <a:prstClr val="white"/>
                </a:solidFill>
                <a:latin typeface="Parnumation 3" pitchFamily="2" charset="0"/>
              </a:rPr>
              <a:t>|</a:t>
            </a:r>
            <a:r>
              <a:rPr lang="en-US" sz="24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4000" dirty="0">
                <a:solidFill>
                  <a:prstClr val="white"/>
                </a:solidFill>
                <a:latin typeface="Parnumation 3" pitchFamily="2" charset="0"/>
              </a:rPr>
              <a:t>j3j j 2  2</a:t>
            </a:r>
            <a:endParaRPr kumimoji="0" lang="id-ID" sz="4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A3DF555-09B4-D1DF-4FB4-B70BAFBBCF74}"/>
              </a:ext>
            </a:extLst>
          </p:cNvPr>
          <p:cNvSpPr/>
          <p:nvPr/>
        </p:nvSpPr>
        <p:spPr>
          <a:xfrm>
            <a:off x="11704320" y="95034"/>
            <a:ext cx="391885" cy="391885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Roboto Condensed" pitchFamily="2" charset="0"/>
                <a:ea typeface="Roboto Condensed" pitchFamily="2" charset="0"/>
              </a:rPr>
              <a:t>1</a:t>
            </a:r>
            <a:endParaRPr lang="id-ID" dirty="0">
              <a:latin typeface="Roboto Condensed" pitchFamily="2" charset="0"/>
              <a:ea typeface="Roboto Condensed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AAC8CB3-DA7F-5822-B6C8-2F497EECF201}"/>
              </a:ext>
            </a:extLst>
          </p:cNvPr>
          <p:cNvSpPr txBox="1"/>
          <p:nvPr/>
        </p:nvSpPr>
        <p:spPr>
          <a:xfrm>
            <a:off x="1065820" y="2929707"/>
            <a:ext cx="108701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000" dirty="0">
                <a:solidFill>
                  <a:prstClr val="white"/>
                </a:solidFill>
                <a:latin typeface="Parnumation 3" pitchFamily="2" charset="0"/>
              </a:rPr>
              <a:t>3</a:t>
            </a:r>
            <a:r>
              <a:rPr lang="en-US" sz="24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4000" dirty="0">
                <a:solidFill>
                  <a:prstClr val="white"/>
                </a:solidFill>
                <a:latin typeface="Parnumation 3" pitchFamily="2" charset="0"/>
              </a:rPr>
              <a:t>|</a:t>
            </a:r>
            <a:r>
              <a:rPr lang="en-US" sz="24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4000" dirty="0">
                <a:solidFill>
                  <a:prstClr val="white"/>
                </a:solidFill>
                <a:latin typeface="Parnumation 3" pitchFamily="2" charset="0"/>
              </a:rPr>
              <a:t>j4j j 4  4  2</a:t>
            </a:r>
            <a:r>
              <a:rPr lang="en-US" sz="28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4000" dirty="0">
                <a:solidFill>
                  <a:prstClr val="white"/>
                </a:solidFill>
                <a:latin typeface="Parnumation 3" pitchFamily="2" charset="0"/>
              </a:rPr>
              <a:t>|</a:t>
            </a:r>
            <a:r>
              <a:rPr lang="en-US" sz="28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4000" dirty="0">
                <a:solidFill>
                  <a:prstClr val="white"/>
                </a:solidFill>
                <a:latin typeface="Parnumation 3" pitchFamily="2" charset="0"/>
              </a:rPr>
              <a:t>j1j </a:t>
            </a:r>
            <a:r>
              <a:rPr lang="en-US" sz="4000" dirty="0" err="1">
                <a:solidFill>
                  <a:prstClr val="white"/>
                </a:solidFill>
                <a:latin typeface="Parnumation 3" pitchFamily="2" charset="0"/>
              </a:rPr>
              <a:t>jjj</a:t>
            </a:r>
            <a:r>
              <a:rPr lang="en-US" sz="4000" dirty="0">
                <a:solidFill>
                  <a:prstClr val="white"/>
                </a:solidFill>
                <a:latin typeface="Parnumation 3" pitchFamily="2" charset="0"/>
              </a:rPr>
              <a:t> j s7 </a:t>
            </a:r>
            <a:r>
              <a:rPr lang="en-US" sz="16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4000" dirty="0">
                <a:solidFill>
                  <a:prstClr val="white"/>
                </a:solidFill>
                <a:latin typeface="Parnumation 3" pitchFamily="2" charset="0"/>
              </a:rPr>
              <a:t> 1</a:t>
            </a:r>
            <a:endParaRPr kumimoji="0" lang="id-ID" sz="4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C9CA7DB-0E9F-BFCF-450A-606487C30290}"/>
              </a:ext>
            </a:extLst>
          </p:cNvPr>
          <p:cNvSpPr txBox="1"/>
          <p:nvPr/>
        </p:nvSpPr>
        <p:spPr>
          <a:xfrm>
            <a:off x="899980" y="3708204"/>
            <a:ext cx="924230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32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D</a:t>
            </a:r>
            <a:r>
              <a:rPr kumimoji="0" lang="de-DE" sz="32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er     </a:t>
            </a:r>
            <a:r>
              <a:rPr kumimoji="0" lang="de-DE" sz="3200" b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ew</a:t>
            </a:r>
            <a:r>
              <a:rPr kumimoji="0" lang="de-DE" sz="32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‘ -  </a:t>
            </a:r>
            <a:r>
              <a:rPr kumimoji="0" lang="de-DE" sz="3200" b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ge</a:t>
            </a:r>
            <a:r>
              <a:rPr kumimoji="0" lang="de-DE" sz="32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   Fels    </a:t>
            </a:r>
            <a:r>
              <a:rPr kumimoji="0" lang="de-DE" sz="3200" b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be</a:t>
            </a:r>
            <a:r>
              <a:rPr kumimoji="0" lang="de-DE" sz="32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 -  trügt   mich   nicht!</a:t>
            </a:r>
            <a:endParaRPr lang="en-US" sz="3200" b="1" dirty="0">
              <a:solidFill>
                <a:prstClr val="white"/>
              </a:solidFill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F455640-1DC1-430B-AAEC-33FB66088508}"/>
              </a:ext>
            </a:extLst>
          </p:cNvPr>
          <p:cNvSpPr txBox="1"/>
          <p:nvPr/>
        </p:nvSpPr>
        <p:spPr>
          <a:xfrm>
            <a:off x="819512" y="2000046"/>
            <a:ext cx="100009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Se  -  mu  -  a  -  </a:t>
            </a:r>
            <a:r>
              <a:rPr lang="en-US" sz="3200" b="1" i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nya</a:t>
            </a:r>
            <a:r>
              <a:rPr lang="en-US" sz="32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   </a:t>
            </a:r>
            <a:r>
              <a:rPr lang="en-US" sz="3200" b="1" i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ku</a:t>
            </a:r>
            <a:r>
              <a:rPr lang="en-US" sz="32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     </a:t>
            </a:r>
            <a:r>
              <a:rPr lang="en-US" sz="3200" b="1" i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san</a:t>
            </a:r>
            <a:r>
              <a:rPr lang="en-US" sz="32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- </a:t>
            </a:r>
            <a:r>
              <a:rPr lang="en-US" sz="3200" b="1" i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dar</a:t>
            </a:r>
            <a:r>
              <a:rPr lang="en-US" sz="32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-  </a:t>
            </a:r>
            <a:r>
              <a:rPr lang="en-US" sz="3200" b="1" i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kan</a:t>
            </a:r>
            <a:r>
              <a:rPr lang="en-US" sz="32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, </a:t>
            </a:r>
            <a:endParaRPr kumimoji="0" lang="en-US" sz="32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346F40A-60F7-0AEA-48AA-F6B9218573F2}"/>
              </a:ext>
            </a:extLst>
          </p:cNvPr>
          <p:cNvSpPr txBox="1"/>
          <p:nvPr/>
        </p:nvSpPr>
        <p:spPr>
          <a:xfrm>
            <a:off x="831989" y="1403361"/>
            <a:ext cx="8716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de-DE" sz="32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Ob      je  -  de    an  -  der    </a:t>
            </a:r>
            <a:r>
              <a:rPr lang="de-DE" sz="32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Stüt</a:t>
            </a:r>
            <a:r>
              <a:rPr lang="de-DE" sz="32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- </a:t>
            </a:r>
            <a:r>
              <a:rPr lang="de-DE" sz="32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ze</a:t>
            </a:r>
            <a:r>
              <a:rPr lang="de-DE" sz="32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   bricht,</a:t>
            </a:r>
            <a:endParaRPr kumimoji="0" lang="en-US" sz="3200" b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9AB9439-0894-6B31-75C3-ABB01EA1DB83}"/>
              </a:ext>
            </a:extLst>
          </p:cNvPr>
          <p:cNvSpPr txBox="1"/>
          <p:nvPr/>
        </p:nvSpPr>
        <p:spPr>
          <a:xfrm>
            <a:off x="985404" y="4292979"/>
            <a:ext cx="96746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32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H</a:t>
            </a:r>
            <a:r>
              <a:rPr kumimoji="0" lang="en-US" sz="32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a  -  </a:t>
            </a:r>
            <a:r>
              <a:rPr kumimoji="0" lang="en-US" sz="3200" b="1" i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nya</a:t>
            </a:r>
            <a:r>
              <a:rPr kumimoji="0" lang="en-US" sz="32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   pa  -  da      </a:t>
            </a:r>
            <a:r>
              <a:rPr lang="en-US" sz="32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n</a:t>
            </a:r>
            <a:r>
              <a:rPr kumimoji="0" lang="en-US" sz="32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a  -   ma        Ye  -   sus.</a:t>
            </a:r>
          </a:p>
        </p:txBody>
      </p:sp>
    </p:spTree>
    <p:extLst>
      <p:ext uri="{BB962C8B-B14F-4D97-AF65-F5344CB8AC3E}">
        <p14:creationId xmlns:p14="http://schemas.microsoft.com/office/powerpoint/2010/main" val="14517460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2F084ADD-D8ED-4D16-B4C0-90DEC0B3F740}"/>
              </a:ext>
            </a:extLst>
          </p:cNvPr>
          <p:cNvSpPr txBox="1">
            <a:spLocks/>
          </p:cNvSpPr>
          <p:nvPr/>
        </p:nvSpPr>
        <p:spPr>
          <a:xfrm>
            <a:off x="1529745" y="5369603"/>
            <a:ext cx="5315671" cy="40712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MEIN GANZES HOFFEN RUHT ALLEIN</a:t>
            </a:r>
            <a:br>
              <a:rPr lang="en-US" sz="20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</a:br>
            <a:r>
              <a:rPr lang="en-US" sz="2000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(BATU KARANG YANG TEGUH)</a:t>
            </a:r>
            <a:endParaRPr kumimoji="0" lang="id-ID" sz="2000" u="none" strike="noStrike" kern="1200" cap="none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F81102-7050-4780-84F7-AA457CE7EC81}"/>
              </a:ext>
            </a:extLst>
          </p:cNvPr>
          <p:cNvSpPr txBox="1"/>
          <p:nvPr/>
        </p:nvSpPr>
        <p:spPr>
          <a:xfrm>
            <a:off x="1636890" y="5900533"/>
            <a:ext cx="19639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G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– </a:t>
            </a: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3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/4</a:t>
            </a:r>
            <a:endParaRPr lang="en-US" dirty="0">
              <a:solidFill>
                <a:prstClr val="white"/>
              </a:solidFill>
              <a:latin typeface="Roboto Condensed" panose="02000000000000000000" pitchFamily="2" charset="0"/>
              <a:ea typeface="Roboto Condensed" panose="02000000000000000000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William B. Bradbury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C4262C3-82AE-4DA9-B83E-41D40A35409B}"/>
              </a:ext>
            </a:extLst>
          </p:cNvPr>
          <p:cNvSpPr txBox="1"/>
          <p:nvPr/>
        </p:nvSpPr>
        <p:spPr>
          <a:xfrm>
            <a:off x="5324281" y="5900534"/>
            <a:ext cx="32660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SOLID ROCK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Edward Mote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5183B68-D516-2A4F-5D99-CE77A2FA726B}"/>
              </a:ext>
            </a:extLst>
          </p:cNvPr>
          <p:cNvSpPr txBox="1"/>
          <p:nvPr/>
        </p:nvSpPr>
        <p:spPr>
          <a:xfrm>
            <a:off x="948710" y="691958"/>
            <a:ext cx="1008258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000" dirty="0">
                <a:solidFill>
                  <a:prstClr val="white"/>
                </a:solidFill>
                <a:latin typeface="Parnumation 3" pitchFamily="2" charset="0"/>
              </a:rPr>
              <a:t>T </a:t>
            </a:r>
            <a:r>
              <a:rPr lang="en-US" sz="24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4000" dirty="0">
                <a:solidFill>
                  <a:prstClr val="white"/>
                </a:solidFill>
                <a:latin typeface="Parnumation 3" pitchFamily="2" charset="0"/>
              </a:rPr>
              <a:t>|</a:t>
            </a:r>
            <a:r>
              <a:rPr lang="en-US" sz="24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4000" dirty="0">
                <a:solidFill>
                  <a:prstClr val="white"/>
                </a:solidFill>
                <a:latin typeface="Parnumation 3" pitchFamily="2" charset="0"/>
              </a:rPr>
              <a:t>j5j j 5 </a:t>
            </a:r>
            <a:r>
              <a:rPr lang="en-US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28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4000" dirty="0">
                <a:solidFill>
                  <a:prstClr val="white"/>
                </a:solidFill>
                <a:latin typeface="Parnumation 3" pitchFamily="2" charset="0"/>
              </a:rPr>
              <a:t>5</a:t>
            </a:r>
            <a:r>
              <a:rPr lang="en-US" sz="105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4000" dirty="0">
                <a:solidFill>
                  <a:prstClr val="white"/>
                </a:solidFill>
                <a:latin typeface="Parnumation 3" pitchFamily="2" charset="0"/>
              </a:rPr>
              <a:t> 5</a:t>
            </a:r>
            <a:r>
              <a:rPr lang="en-US" sz="24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4000" dirty="0">
                <a:solidFill>
                  <a:prstClr val="white"/>
                </a:solidFill>
                <a:latin typeface="Parnumation 3" pitchFamily="2" charset="0"/>
              </a:rPr>
              <a:t>|</a:t>
            </a:r>
            <a:r>
              <a:rPr lang="en-US" sz="24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4000" dirty="0">
                <a:solidFill>
                  <a:prstClr val="white"/>
                </a:solidFill>
                <a:latin typeface="Parnumation 3" pitchFamily="2" charset="0"/>
              </a:rPr>
              <a:t>j6j j</a:t>
            </a:r>
            <a:r>
              <a:rPr lang="en-US" sz="32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4000" dirty="0">
                <a:solidFill>
                  <a:prstClr val="white"/>
                </a:solidFill>
                <a:latin typeface="Parnumation 3" pitchFamily="2" charset="0"/>
              </a:rPr>
              <a:t>6  6</a:t>
            </a:r>
            <a:endParaRPr kumimoji="0" lang="id-ID" sz="4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A3DF555-09B4-D1DF-4FB4-B70BAFBBCF74}"/>
              </a:ext>
            </a:extLst>
          </p:cNvPr>
          <p:cNvSpPr/>
          <p:nvPr/>
        </p:nvSpPr>
        <p:spPr>
          <a:xfrm>
            <a:off x="11704320" y="95034"/>
            <a:ext cx="391885" cy="391885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Roboto Condensed" pitchFamily="2" charset="0"/>
                <a:ea typeface="Roboto Condensed" pitchFamily="2" charset="0"/>
              </a:rPr>
              <a:t>R</a:t>
            </a:r>
            <a:endParaRPr lang="id-ID" dirty="0">
              <a:latin typeface="Roboto Condensed" pitchFamily="2" charset="0"/>
              <a:ea typeface="Roboto Condensed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AAC8CB3-DA7F-5822-B6C8-2F497EECF201}"/>
              </a:ext>
            </a:extLst>
          </p:cNvPr>
          <p:cNvSpPr txBox="1"/>
          <p:nvPr/>
        </p:nvSpPr>
        <p:spPr>
          <a:xfrm>
            <a:off x="931596" y="2929707"/>
            <a:ext cx="108701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000" dirty="0">
                <a:solidFill>
                  <a:prstClr val="white"/>
                </a:solidFill>
                <a:latin typeface="Parnumation 3" pitchFamily="2" charset="0"/>
              </a:rPr>
              <a:t>6</a:t>
            </a:r>
            <a:r>
              <a:rPr lang="en-US" sz="24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4000" dirty="0">
                <a:solidFill>
                  <a:prstClr val="white"/>
                </a:solidFill>
                <a:latin typeface="Parnumation 3" pitchFamily="2" charset="0"/>
              </a:rPr>
              <a:t>|</a:t>
            </a:r>
            <a:r>
              <a:rPr lang="en-US" sz="24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4000" dirty="0">
                <a:solidFill>
                  <a:prstClr val="white"/>
                </a:solidFill>
                <a:latin typeface="Parnumation 3" pitchFamily="2" charset="0"/>
              </a:rPr>
              <a:t>j5j</a:t>
            </a:r>
            <a:r>
              <a:rPr lang="en-US" sz="16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4000" dirty="0">
                <a:solidFill>
                  <a:prstClr val="white"/>
                </a:solidFill>
                <a:latin typeface="Parnumation 3" pitchFamily="2" charset="0"/>
              </a:rPr>
              <a:t>j</a:t>
            </a:r>
            <a:r>
              <a:rPr lang="en-US" sz="16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4000" dirty="0" err="1">
                <a:solidFill>
                  <a:prstClr val="white"/>
                </a:solidFill>
                <a:latin typeface="Parnumation 3" pitchFamily="2" charset="0"/>
              </a:rPr>
              <a:t>j</a:t>
            </a:r>
            <a:r>
              <a:rPr lang="en-US" sz="4000" dirty="0">
                <a:solidFill>
                  <a:prstClr val="white"/>
                </a:solidFill>
                <a:latin typeface="Parnumation 3" pitchFamily="2" charset="0"/>
              </a:rPr>
              <a:t> 3 </a:t>
            </a:r>
            <a:r>
              <a:rPr lang="en-US" sz="28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4000" dirty="0">
                <a:solidFill>
                  <a:prstClr val="white"/>
                </a:solidFill>
                <a:latin typeface="Parnumation 3" pitchFamily="2" charset="0"/>
              </a:rPr>
              <a:t> 3  1</a:t>
            </a:r>
            <a:r>
              <a:rPr lang="en-US" sz="24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4000" dirty="0">
                <a:solidFill>
                  <a:prstClr val="white"/>
                </a:solidFill>
                <a:latin typeface="Parnumation 3" pitchFamily="2" charset="0"/>
              </a:rPr>
              <a:t>|</a:t>
            </a:r>
            <a:r>
              <a:rPr lang="en-US" sz="24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4000" dirty="0">
                <a:solidFill>
                  <a:prstClr val="white"/>
                </a:solidFill>
                <a:latin typeface="Parnumation 3" pitchFamily="2" charset="0"/>
              </a:rPr>
              <a:t>j3j j 3 </a:t>
            </a:r>
            <a:r>
              <a:rPr lang="en-US" sz="32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4000" dirty="0">
                <a:solidFill>
                  <a:prstClr val="white"/>
                </a:solidFill>
                <a:latin typeface="Parnumation 3" pitchFamily="2" charset="0"/>
              </a:rPr>
              <a:t>2</a:t>
            </a:r>
            <a:endParaRPr kumimoji="0" lang="id-ID" sz="4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C9CA7DB-0E9F-BFCF-450A-606487C30290}"/>
              </a:ext>
            </a:extLst>
          </p:cNvPr>
          <p:cNvSpPr txBox="1"/>
          <p:nvPr/>
        </p:nvSpPr>
        <p:spPr>
          <a:xfrm>
            <a:off x="732200" y="3708204"/>
            <a:ext cx="924230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32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Wer     an - </a:t>
            </a:r>
            <a:r>
              <a:rPr kumimoji="0" lang="de-DE" sz="3200" b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ders</a:t>
            </a:r>
            <a:r>
              <a:rPr kumimoji="0" lang="de-DE" sz="32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   baut,  der    baut   auf  Sand,</a:t>
            </a:r>
            <a:endParaRPr lang="en-US" sz="3200" b="1" dirty="0">
              <a:solidFill>
                <a:prstClr val="white"/>
              </a:solidFill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F455640-1DC1-430B-AAEC-33FB66088508}"/>
              </a:ext>
            </a:extLst>
          </p:cNvPr>
          <p:cNvSpPr txBox="1"/>
          <p:nvPr/>
        </p:nvSpPr>
        <p:spPr>
          <a:xfrm>
            <a:off x="911791" y="2000046"/>
            <a:ext cx="100009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Di       </a:t>
            </a:r>
            <a:r>
              <a:rPr lang="en-US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</a:t>
            </a:r>
            <a:r>
              <a:rPr lang="en-US" sz="32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a   -  </a:t>
            </a:r>
            <a:r>
              <a:rPr lang="en-US" sz="3200" b="1" i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tas</a:t>
            </a:r>
            <a:r>
              <a:rPr lang="en-US" sz="32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    Ye - sus      </a:t>
            </a:r>
            <a:r>
              <a:rPr lang="en-US" sz="3200" b="1" i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ba</a:t>
            </a:r>
            <a:r>
              <a:rPr lang="en-US" sz="32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 -  </a:t>
            </a:r>
            <a:r>
              <a:rPr lang="en-US" sz="3200" b="1" i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tu</a:t>
            </a:r>
            <a:r>
              <a:rPr lang="en-US" sz="32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     ka -</a:t>
            </a:r>
            <a:endParaRPr kumimoji="0" lang="en-US" sz="32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346F40A-60F7-0AEA-48AA-F6B9218573F2}"/>
              </a:ext>
            </a:extLst>
          </p:cNvPr>
          <p:cNvSpPr txBox="1"/>
          <p:nvPr/>
        </p:nvSpPr>
        <p:spPr>
          <a:xfrm>
            <a:off x="563541" y="1403361"/>
            <a:ext cx="8716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de-DE" sz="32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Chris - </a:t>
            </a:r>
            <a:r>
              <a:rPr lang="de-DE" sz="32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tus</a:t>
            </a:r>
            <a:r>
              <a:rPr lang="de-DE" sz="32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,   der    Fels,  al  -  lein   hält  stand!</a:t>
            </a:r>
            <a:endParaRPr kumimoji="0" lang="en-US" sz="3200" b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9AB9439-0894-6B31-75C3-ABB01EA1DB83}"/>
              </a:ext>
            </a:extLst>
          </p:cNvPr>
          <p:cNvSpPr txBox="1"/>
          <p:nvPr/>
        </p:nvSpPr>
        <p:spPr>
          <a:xfrm>
            <a:off x="691789" y="4292979"/>
            <a:ext cx="96746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32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rang  yang    </a:t>
            </a:r>
            <a:r>
              <a:rPr lang="en-US" sz="3200" b="1" i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te</a:t>
            </a:r>
            <a:r>
              <a:rPr lang="en-US" sz="32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  -  </a:t>
            </a:r>
            <a:r>
              <a:rPr lang="en-US" sz="3200" b="1" i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guh</a:t>
            </a:r>
            <a:r>
              <a:rPr lang="en-US" sz="32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    </a:t>
            </a:r>
            <a:r>
              <a:rPr lang="en-US" sz="3200" b="1" i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ku</a:t>
            </a:r>
            <a:r>
              <a:rPr lang="en-US" sz="32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     </a:t>
            </a:r>
            <a:r>
              <a:rPr lang="en-US" sz="3200" b="1" i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ber</a:t>
            </a:r>
            <a:r>
              <a:rPr lang="en-US" sz="32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 -  di   -  </a:t>
            </a:r>
            <a:r>
              <a:rPr lang="en-US" sz="3200" b="1" i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ri</a:t>
            </a:r>
            <a:r>
              <a:rPr lang="en-US" sz="32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, </a:t>
            </a:r>
            <a:endParaRPr kumimoji="0" lang="en-US" sz="32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48746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2F084ADD-D8ED-4D16-B4C0-90DEC0B3F740}"/>
              </a:ext>
            </a:extLst>
          </p:cNvPr>
          <p:cNvSpPr txBox="1">
            <a:spLocks/>
          </p:cNvSpPr>
          <p:nvPr/>
        </p:nvSpPr>
        <p:spPr>
          <a:xfrm>
            <a:off x="1529745" y="5369603"/>
            <a:ext cx="5315671" cy="40712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MEIN GANZES HOFFEN RUHT ALLEIN</a:t>
            </a:r>
            <a:br>
              <a:rPr lang="en-US" sz="20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</a:br>
            <a:r>
              <a:rPr lang="en-US" sz="2000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(BATU KARANG YANG TEGUH)</a:t>
            </a:r>
            <a:endParaRPr kumimoji="0" lang="id-ID" sz="2000" u="none" strike="noStrike" kern="1200" cap="none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F81102-7050-4780-84F7-AA457CE7EC81}"/>
              </a:ext>
            </a:extLst>
          </p:cNvPr>
          <p:cNvSpPr txBox="1"/>
          <p:nvPr/>
        </p:nvSpPr>
        <p:spPr>
          <a:xfrm>
            <a:off x="1636890" y="5900533"/>
            <a:ext cx="19639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G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– </a:t>
            </a: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3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/4</a:t>
            </a:r>
            <a:endParaRPr lang="en-US" dirty="0">
              <a:solidFill>
                <a:prstClr val="white"/>
              </a:solidFill>
              <a:latin typeface="Roboto Condensed" panose="02000000000000000000" pitchFamily="2" charset="0"/>
              <a:ea typeface="Roboto Condensed" panose="02000000000000000000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William B. Bradbury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C4262C3-82AE-4DA9-B83E-41D40A35409B}"/>
              </a:ext>
            </a:extLst>
          </p:cNvPr>
          <p:cNvSpPr txBox="1"/>
          <p:nvPr/>
        </p:nvSpPr>
        <p:spPr>
          <a:xfrm>
            <a:off x="5324281" y="5900534"/>
            <a:ext cx="32660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SOLID ROCK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Edward Mote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5183B68-D516-2A4F-5D99-CE77A2FA726B}"/>
              </a:ext>
            </a:extLst>
          </p:cNvPr>
          <p:cNvSpPr txBox="1"/>
          <p:nvPr/>
        </p:nvSpPr>
        <p:spPr>
          <a:xfrm>
            <a:off x="948710" y="1967086"/>
            <a:ext cx="1008258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000" dirty="0">
                <a:solidFill>
                  <a:prstClr val="white"/>
                </a:solidFill>
                <a:latin typeface="Parnumation 3" pitchFamily="2" charset="0"/>
              </a:rPr>
              <a:t>Ts </a:t>
            </a:r>
            <a:r>
              <a:rPr lang="en-US" sz="11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4000" dirty="0">
                <a:solidFill>
                  <a:prstClr val="white"/>
                </a:solidFill>
                <a:latin typeface="Parnumation 3" pitchFamily="2" charset="0"/>
              </a:rPr>
              <a:t>|</a:t>
            </a:r>
            <a:r>
              <a:rPr lang="en-US" sz="11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4000" dirty="0">
                <a:solidFill>
                  <a:prstClr val="white"/>
                </a:solidFill>
                <a:latin typeface="Parnumation 3" pitchFamily="2" charset="0"/>
              </a:rPr>
              <a:t>j1j j</a:t>
            </a:r>
            <a:r>
              <a:rPr lang="en-US" sz="1400" dirty="0">
                <a:solidFill>
                  <a:prstClr val="white"/>
                </a:solidFill>
                <a:latin typeface="Parnumation 3" pitchFamily="2" charset="0"/>
              </a:rPr>
              <a:t>   </a:t>
            </a:r>
            <a:r>
              <a:rPr lang="en-US" sz="4000" dirty="0">
                <a:solidFill>
                  <a:prstClr val="white"/>
                </a:solidFill>
                <a:latin typeface="Parnumation 3" pitchFamily="2" charset="0"/>
              </a:rPr>
              <a:t>1  </a:t>
            </a:r>
            <a:r>
              <a:rPr lang="en-US" sz="24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4000" dirty="0">
                <a:solidFill>
                  <a:prstClr val="white"/>
                </a:solidFill>
                <a:latin typeface="Parnumation 3" pitchFamily="2" charset="0"/>
              </a:rPr>
              <a:t>1 </a:t>
            </a:r>
            <a:r>
              <a:rPr lang="en-US" sz="20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4000" dirty="0">
                <a:solidFill>
                  <a:prstClr val="white"/>
                </a:solidFill>
                <a:latin typeface="Parnumation 3" pitchFamily="2" charset="0"/>
              </a:rPr>
              <a:t> 3</a:t>
            </a:r>
            <a:r>
              <a:rPr lang="en-US" sz="24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4000" dirty="0">
                <a:solidFill>
                  <a:prstClr val="white"/>
                </a:solidFill>
                <a:latin typeface="Parnumation 3" pitchFamily="2" charset="0"/>
              </a:rPr>
              <a:t>|</a:t>
            </a:r>
            <a:r>
              <a:rPr lang="en-US" sz="24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4000" dirty="0">
                <a:solidFill>
                  <a:prstClr val="white"/>
                </a:solidFill>
                <a:latin typeface="Parnumation 3" pitchFamily="2" charset="0"/>
              </a:rPr>
              <a:t>j2j j 2 </a:t>
            </a:r>
            <a:r>
              <a:rPr lang="en-US" sz="28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4000" dirty="0">
                <a:solidFill>
                  <a:prstClr val="white"/>
                </a:solidFill>
                <a:latin typeface="Parnumation 3" pitchFamily="2" charset="0"/>
              </a:rPr>
              <a:t>1 +</a:t>
            </a:r>
            <a:endParaRPr kumimoji="0" lang="id-ID" sz="4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A3DF555-09B4-D1DF-4FB4-B70BAFBBCF74}"/>
              </a:ext>
            </a:extLst>
          </p:cNvPr>
          <p:cNvSpPr/>
          <p:nvPr/>
        </p:nvSpPr>
        <p:spPr>
          <a:xfrm>
            <a:off x="11704320" y="95034"/>
            <a:ext cx="391885" cy="391885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Roboto Condensed" pitchFamily="2" charset="0"/>
                <a:ea typeface="Roboto Condensed" pitchFamily="2" charset="0"/>
              </a:rPr>
              <a:t>R</a:t>
            </a:r>
            <a:endParaRPr lang="id-ID" dirty="0">
              <a:latin typeface="Roboto Condensed" pitchFamily="2" charset="0"/>
              <a:ea typeface="Roboto Condensed" pitchFamily="2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F455640-1DC1-430B-AAEC-33FB66088508}"/>
              </a:ext>
            </a:extLst>
          </p:cNvPr>
          <p:cNvSpPr txBox="1"/>
          <p:nvPr/>
        </p:nvSpPr>
        <p:spPr>
          <a:xfrm>
            <a:off x="920180" y="3275174"/>
            <a:ext cx="100009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i-FI" sz="32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A  -  las   yang    lain      tak     kan    ku  - kuh.</a:t>
            </a:r>
            <a:endParaRPr kumimoji="0" lang="en-US" sz="32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346F40A-60F7-0AEA-48AA-F6B9218573F2}"/>
              </a:ext>
            </a:extLst>
          </p:cNvPr>
          <p:cNvSpPr txBox="1"/>
          <p:nvPr/>
        </p:nvSpPr>
        <p:spPr>
          <a:xfrm>
            <a:off x="706154" y="2678489"/>
            <a:ext cx="8716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32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Wer    an - </a:t>
            </a:r>
            <a:r>
              <a:rPr kumimoji="0" lang="de-DE" sz="3200" b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ders</a:t>
            </a:r>
            <a:r>
              <a:rPr kumimoji="0" lang="de-DE" sz="32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    baut,   der    baut   auf   Sand,</a:t>
            </a:r>
            <a:endParaRPr lang="en-US" sz="3200" b="1" dirty="0">
              <a:solidFill>
                <a:prstClr val="white"/>
              </a:solidFill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60879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2F084ADD-D8ED-4D16-B4C0-90DEC0B3F740}"/>
              </a:ext>
            </a:extLst>
          </p:cNvPr>
          <p:cNvSpPr txBox="1">
            <a:spLocks/>
          </p:cNvSpPr>
          <p:nvPr/>
        </p:nvSpPr>
        <p:spPr>
          <a:xfrm>
            <a:off x="1529745" y="5369603"/>
            <a:ext cx="5315671" cy="40712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MEIN GANZES HOFFEN RUHT ALLEIN</a:t>
            </a:r>
            <a:br>
              <a:rPr lang="en-US" sz="20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</a:br>
            <a:r>
              <a:rPr lang="en-US" sz="2000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(BATU KARANG YANG TEGUH)</a:t>
            </a:r>
            <a:endParaRPr kumimoji="0" lang="id-ID" sz="2000" u="none" strike="noStrike" kern="1200" cap="none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F81102-7050-4780-84F7-AA457CE7EC81}"/>
              </a:ext>
            </a:extLst>
          </p:cNvPr>
          <p:cNvSpPr txBox="1"/>
          <p:nvPr/>
        </p:nvSpPr>
        <p:spPr>
          <a:xfrm>
            <a:off x="1636890" y="5900533"/>
            <a:ext cx="19639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G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– </a:t>
            </a: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3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/4</a:t>
            </a:r>
            <a:endParaRPr lang="en-US" dirty="0">
              <a:solidFill>
                <a:prstClr val="white"/>
              </a:solidFill>
              <a:latin typeface="Roboto Condensed" panose="02000000000000000000" pitchFamily="2" charset="0"/>
              <a:ea typeface="Roboto Condensed" panose="02000000000000000000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William B. Bradbury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C4262C3-82AE-4DA9-B83E-41D40A35409B}"/>
              </a:ext>
            </a:extLst>
          </p:cNvPr>
          <p:cNvSpPr txBox="1"/>
          <p:nvPr/>
        </p:nvSpPr>
        <p:spPr>
          <a:xfrm>
            <a:off x="5324281" y="5900534"/>
            <a:ext cx="32660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SOLID ROCK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Edward Mote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5183B68-D516-2A4F-5D99-CE77A2FA726B}"/>
              </a:ext>
            </a:extLst>
          </p:cNvPr>
          <p:cNvSpPr txBox="1"/>
          <p:nvPr/>
        </p:nvSpPr>
        <p:spPr>
          <a:xfrm>
            <a:off x="948710" y="691958"/>
            <a:ext cx="1008258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000" dirty="0">
                <a:solidFill>
                  <a:prstClr val="white"/>
                </a:solidFill>
                <a:latin typeface="Parnumation 3" pitchFamily="2" charset="0"/>
              </a:rPr>
              <a:t>Ts </a:t>
            </a:r>
            <a:r>
              <a:rPr lang="en-US" sz="24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4000" dirty="0">
                <a:solidFill>
                  <a:prstClr val="white"/>
                </a:solidFill>
                <a:latin typeface="Parnumation 3" pitchFamily="2" charset="0"/>
              </a:rPr>
              <a:t>|</a:t>
            </a:r>
            <a:r>
              <a:rPr lang="en-US" sz="24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4000" dirty="0">
                <a:solidFill>
                  <a:prstClr val="white"/>
                </a:solidFill>
                <a:latin typeface="Parnumation 3" pitchFamily="2" charset="0"/>
              </a:rPr>
              <a:t>j1j j 3 </a:t>
            </a:r>
            <a:r>
              <a:rPr lang="en-US" sz="20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4000" dirty="0">
                <a:solidFill>
                  <a:prstClr val="white"/>
                </a:solidFill>
                <a:latin typeface="Parnumation 3" pitchFamily="2" charset="0"/>
              </a:rPr>
              <a:t> 5  3</a:t>
            </a:r>
            <a:r>
              <a:rPr lang="en-US" sz="24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4000" dirty="0">
                <a:solidFill>
                  <a:prstClr val="white"/>
                </a:solidFill>
                <a:latin typeface="Parnumation 3" pitchFamily="2" charset="0"/>
              </a:rPr>
              <a:t>|</a:t>
            </a:r>
            <a:r>
              <a:rPr lang="en-US" sz="24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4000" dirty="0">
                <a:solidFill>
                  <a:prstClr val="white"/>
                </a:solidFill>
                <a:latin typeface="Parnumation 3" pitchFamily="2" charset="0"/>
              </a:rPr>
              <a:t>j3j j 2</a:t>
            </a:r>
            <a:r>
              <a:rPr lang="en-US" sz="3200" dirty="0">
                <a:solidFill>
                  <a:prstClr val="white"/>
                </a:solidFill>
                <a:latin typeface="Parnumation 3" pitchFamily="2" charset="0"/>
              </a:rPr>
              <a:t>  </a:t>
            </a:r>
            <a:r>
              <a:rPr lang="en-US" sz="28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4000" dirty="0">
                <a:solidFill>
                  <a:prstClr val="white"/>
                </a:solidFill>
                <a:latin typeface="Parnumation 3" pitchFamily="2" charset="0"/>
              </a:rPr>
              <a:t>2</a:t>
            </a:r>
            <a:endParaRPr kumimoji="0" lang="id-ID" sz="4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A3DF555-09B4-D1DF-4FB4-B70BAFBBCF74}"/>
              </a:ext>
            </a:extLst>
          </p:cNvPr>
          <p:cNvSpPr/>
          <p:nvPr/>
        </p:nvSpPr>
        <p:spPr>
          <a:xfrm>
            <a:off x="11704320" y="95034"/>
            <a:ext cx="391885" cy="391885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Roboto Condensed" pitchFamily="2" charset="0"/>
                <a:ea typeface="Roboto Condensed" pitchFamily="2" charset="0"/>
              </a:rPr>
              <a:t>2</a:t>
            </a:r>
            <a:endParaRPr lang="id-ID" dirty="0">
              <a:latin typeface="Roboto Condensed" pitchFamily="2" charset="0"/>
              <a:ea typeface="Roboto Condensed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AAC8CB3-DA7F-5822-B6C8-2F497EECF201}"/>
              </a:ext>
            </a:extLst>
          </p:cNvPr>
          <p:cNvSpPr txBox="1"/>
          <p:nvPr/>
        </p:nvSpPr>
        <p:spPr>
          <a:xfrm>
            <a:off x="1065820" y="2929707"/>
            <a:ext cx="108701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000" dirty="0">
                <a:solidFill>
                  <a:prstClr val="white"/>
                </a:solidFill>
                <a:latin typeface="Parnumation 3" pitchFamily="2" charset="0"/>
              </a:rPr>
              <a:t>3</a:t>
            </a:r>
            <a:r>
              <a:rPr lang="en-US" sz="24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4000" dirty="0">
                <a:solidFill>
                  <a:prstClr val="white"/>
                </a:solidFill>
                <a:latin typeface="Parnumation 3" pitchFamily="2" charset="0"/>
              </a:rPr>
              <a:t>|</a:t>
            </a:r>
            <a:r>
              <a:rPr lang="en-US" sz="24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4000" dirty="0">
                <a:solidFill>
                  <a:prstClr val="white"/>
                </a:solidFill>
                <a:latin typeface="Parnumation 3" pitchFamily="2" charset="0"/>
              </a:rPr>
              <a:t>j4j</a:t>
            </a:r>
            <a:r>
              <a:rPr lang="en-US" sz="28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4000" dirty="0">
                <a:solidFill>
                  <a:prstClr val="white"/>
                </a:solidFill>
                <a:latin typeface="Parnumation 3" pitchFamily="2" charset="0"/>
              </a:rPr>
              <a:t>j 4  </a:t>
            </a:r>
            <a:r>
              <a:rPr lang="en-US" sz="12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4000" dirty="0">
                <a:solidFill>
                  <a:prstClr val="white"/>
                </a:solidFill>
                <a:latin typeface="Parnumation 3" pitchFamily="2" charset="0"/>
              </a:rPr>
              <a:t>4  2</a:t>
            </a:r>
            <a:r>
              <a:rPr lang="en-US" sz="28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4000" dirty="0">
                <a:solidFill>
                  <a:prstClr val="white"/>
                </a:solidFill>
                <a:latin typeface="Parnumation 3" pitchFamily="2" charset="0"/>
              </a:rPr>
              <a:t>|</a:t>
            </a:r>
            <a:r>
              <a:rPr lang="en-US" sz="28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4000" dirty="0">
                <a:solidFill>
                  <a:prstClr val="white"/>
                </a:solidFill>
                <a:latin typeface="Parnumation 3" pitchFamily="2" charset="0"/>
              </a:rPr>
              <a:t>j1j </a:t>
            </a:r>
            <a:r>
              <a:rPr lang="en-US" sz="4000" dirty="0" err="1">
                <a:solidFill>
                  <a:prstClr val="white"/>
                </a:solidFill>
                <a:latin typeface="Parnumation 3" pitchFamily="2" charset="0"/>
              </a:rPr>
              <a:t>jjj</a:t>
            </a:r>
            <a:r>
              <a:rPr lang="en-US" sz="28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4000" dirty="0">
                <a:solidFill>
                  <a:prstClr val="white"/>
                </a:solidFill>
                <a:latin typeface="Parnumation 3" pitchFamily="2" charset="0"/>
              </a:rPr>
              <a:t>s7  1</a:t>
            </a:r>
            <a:endParaRPr kumimoji="0" lang="id-ID" sz="4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C9CA7DB-0E9F-BFCF-450A-606487C30290}"/>
              </a:ext>
            </a:extLst>
          </p:cNvPr>
          <p:cNvSpPr txBox="1"/>
          <p:nvPr/>
        </p:nvSpPr>
        <p:spPr>
          <a:xfrm>
            <a:off x="790923" y="3708204"/>
            <a:ext cx="924230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32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D</a:t>
            </a:r>
            <a:r>
              <a:rPr kumimoji="0" lang="de-DE" sz="32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och   Sei -  ne    Treu  nicht    </a:t>
            </a:r>
            <a:r>
              <a:rPr kumimoji="0" lang="de-DE" sz="3200" b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än</a:t>
            </a:r>
            <a:r>
              <a:rPr kumimoji="0" lang="de-DE" sz="32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- </a:t>
            </a:r>
            <a:r>
              <a:rPr kumimoji="0" lang="de-DE" sz="3200" b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dern</a:t>
            </a:r>
            <a:r>
              <a:rPr kumimoji="0" lang="de-DE" sz="32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 kann.</a:t>
            </a:r>
            <a:endParaRPr lang="en-US" sz="3200" b="1" dirty="0">
              <a:solidFill>
                <a:prstClr val="white"/>
              </a:solidFill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F455640-1DC1-430B-AAEC-33FB66088508}"/>
              </a:ext>
            </a:extLst>
          </p:cNvPr>
          <p:cNvSpPr txBox="1"/>
          <p:nvPr/>
        </p:nvSpPr>
        <p:spPr>
          <a:xfrm>
            <a:off x="702066" y="2000046"/>
            <a:ext cx="100009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b="1" i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Wak</a:t>
            </a:r>
            <a:r>
              <a:rPr lang="en-US" sz="32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 -  </a:t>
            </a:r>
            <a:r>
              <a:rPr lang="en-US" sz="3200" b="1" i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tu</a:t>
            </a:r>
            <a:r>
              <a:rPr lang="en-US" sz="32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     da  -  tang     </a:t>
            </a:r>
            <a:r>
              <a:rPr lang="en-US" sz="3200" b="1" i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ke</a:t>
            </a:r>
            <a:r>
              <a:rPr lang="en-US" sz="32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  -  </a:t>
            </a:r>
            <a:r>
              <a:rPr lang="en-US" sz="3200" b="1" i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ge</a:t>
            </a:r>
            <a:r>
              <a:rPr lang="en-US" sz="32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  -  la  -  pan,</a:t>
            </a:r>
            <a:endParaRPr kumimoji="0" lang="en-US" sz="32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346F40A-60F7-0AEA-48AA-F6B9218573F2}"/>
              </a:ext>
            </a:extLst>
          </p:cNvPr>
          <p:cNvSpPr txBox="1"/>
          <p:nvPr/>
        </p:nvSpPr>
        <p:spPr>
          <a:xfrm>
            <a:off x="790044" y="1403361"/>
            <a:ext cx="8716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32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Um  - gibt  mich   Zwei - </a:t>
            </a:r>
            <a:r>
              <a:rPr kumimoji="0" lang="de-DE" sz="3200" b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fel</a:t>
            </a:r>
            <a:r>
              <a:rPr kumimoji="0" lang="de-DE" sz="32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   dann  und   wann,</a:t>
            </a:r>
            <a:endParaRPr kumimoji="0" lang="en-US" sz="3200" b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9AB9439-0894-6B31-75C3-ABB01EA1DB83}"/>
              </a:ext>
            </a:extLst>
          </p:cNvPr>
          <p:cNvSpPr txBox="1"/>
          <p:nvPr/>
        </p:nvSpPr>
        <p:spPr>
          <a:xfrm>
            <a:off x="985404" y="4292979"/>
            <a:ext cx="96746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32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Ku     </a:t>
            </a:r>
            <a:r>
              <a:rPr lang="en-US" sz="3200" b="1" i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ber</a:t>
            </a:r>
            <a:r>
              <a:rPr lang="en-US" sz="32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-  </a:t>
            </a:r>
            <a:r>
              <a:rPr lang="en-US" sz="3200" b="1" i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lin</a:t>
            </a:r>
            <a:r>
              <a:rPr lang="en-US" sz="32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 - dung   da   -  lam   Tu  -  </a:t>
            </a:r>
            <a:r>
              <a:rPr lang="en-US" sz="3200" b="1" i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han</a:t>
            </a:r>
            <a:r>
              <a:rPr lang="en-US" sz="32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.</a:t>
            </a:r>
            <a:endParaRPr kumimoji="0" lang="en-US" sz="32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90014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2F084ADD-D8ED-4D16-B4C0-90DEC0B3F740}"/>
              </a:ext>
            </a:extLst>
          </p:cNvPr>
          <p:cNvSpPr txBox="1">
            <a:spLocks/>
          </p:cNvSpPr>
          <p:nvPr/>
        </p:nvSpPr>
        <p:spPr>
          <a:xfrm>
            <a:off x="1529745" y="5369603"/>
            <a:ext cx="5315671" cy="40712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MEIN GANZES HOFFEN RUHT ALLEIN</a:t>
            </a:r>
            <a:br>
              <a:rPr lang="en-US" sz="20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</a:br>
            <a:r>
              <a:rPr lang="en-US" sz="2000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(BATU KARANG YANG TEGUH)</a:t>
            </a:r>
            <a:endParaRPr kumimoji="0" lang="id-ID" sz="2000" u="none" strike="noStrike" kern="1200" cap="none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F81102-7050-4780-84F7-AA457CE7EC81}"/>
              </a:ext>
            </a:extLst>
          </p:cNvPr>
          <p:cNvSpPr txBox="1"/>
          <p:nvPr/>
        </p:nvSpPr>
        <p:spPr>
          <a:xfrm>
            <a:off x="1636890" y="5900533"/>
            <a:ext cx="19639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G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– </a:t>
            </a: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3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/4</a:t>
            </a:r>
            <a:endParaRPr lang="en-US" dirty="0">
              <a:solidFill>
                <a:prstClr val="white"/>
              </a:solidFill>
              <a:latin typeface="Roboto Condensed" panose="02000000000000000000" pitchFamily="2" charset="0"/>
              <a:ea typeface="Roboto Condensed" panose="02000000000000000000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William B. Bradbury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C4262C3-82AE-4DA9-B83E-41D40A35409B}"/>
              </a:ext>
            </a:extLst>
          </p:cNvPr>
          <p:cNvSpPr txBox="1"/>
          <p:nvPr/>
        </p:nvSpPr>
        <p:spPr>
          <a:xfrm>
            <a:off x="5324281" y="5900534"/>
            <a:ext cx="32660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SOLID ROCK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Edward Mote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5183B68-D516-2A4F-5D99-CE77A2FA726B}"/>
              </a:ext>
            </a:extLst>
          </p:cNvPr>
          <p:cNvSpPr txBox="1"/>
          <p:nvPr/>
        </p:nvSpPr>
        <p:spPr>
          <a:xfrm>
            <a:off x="948710" y="691958"/>
            <a:ext cx="1008258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000" dirty="0">
                <a:solidFill>
                  <a:prstClr val="white"/>
                </a:solidFill>
                <a:latin typeface="Parnumation 3" pitchFamily="2" charset="0"/>
              </a:rPr>
              <a:t>Ts </a:t>
            </a:r>
            <a:r>
              <a:rPr lang="en-US" sz="24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4000" dirty="0">
                <a:solidFill>
                  <a:prstClr val="white"/>
                </a:solidFill>
                <a:latin typeface="Parnumation 3" pitchFamily="2" charset="0"/>
              </a:rPr>
              <a:t>|</a:t>
            </a:r>
            <a:r>
              <a:rPr lang="en-US" sz="24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4000" dirty="0">
                <a:solidFill>
                  <a:prstClr val="white"/>
                </a:solidFill>
                <a:latin typeface="Parnumation 3" pitchFamily="2" charset="0"/>
              </a:rPr>
              <a:t>j1j</a:t>
            </a:r>
            <a:r>
              <a:rPr lang="en-US" sz="28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4000" dirty="0">
                <a:solidFill>
                  <a:prstClr val="white"/>
                </a:solidFill>
                <a:latin typeface="Parnumation 3" pitchFamily="2" charset="0"/>
              </a:rPr>
              <a:t>j </a:t>
            </a:r>
            <a:r>
              <a:rPr lang="en-US" sz="4000" dirty="0" err="1">
                <a:solidFill>
                  <a:prstClr val="white"/>
                </a:solidFill>
                <a:latin typeface="Parnumation 3" pitchFamily="2" charset="0"/>
              </a:rPr>
              <a:t>j</a:t>
            </a:r>
            <a:r>
              <a:rPr lang="en-US" sz="4000" dirty="0">
                <a:solidFill>
                  <a:prstClr val="white"/>
                </a:solidFill>
                <a:latin typeface="Parnumation 3" pitchFamily="2" charset="0"/>
              </a:rPr>
              <a:t> 3 </a:t>
            </a:r>
            <a:r>
              <a:rPr lang="en-US" sz="20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24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4000" dirty="0">
                <a:solidFill>
                  <a:prstClr val="white"/>
                </a:solidFill>
                <a:latin typeface="Parnumation 3" pitchFamily="2" charset="0"/>
              </a:rPr>
              <a:t>5 </a:t>
            </a:r>
            <a:r>
              <a:rPr lang="en-US" sz="16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4000" dirty="0">
                <a:solidFill>
                  <a:prstClr val="white"/>
                </a:solidFill>
                <a:latin typeface="Parnumation 3" pitchFamily="2" charset="0"/>
              </a:rPr>
              <a:t>3</a:t>
            </a:r>
            <a:r>
              <a:rPr lang="en-US" sz="24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4000" dirty="0">
                <a:solidFill>
                  <a:prstClr val="white"/>
                </a:solidFill>
                <a:latin typeface="Parnumation 3" pitchFamily="2" charset="0"/>
              </a:rPr>
              <a:t>|</a:t>
            </a:r>
            <a:r>
              <a:rPr lang="en-US" sz="24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4000" dirty="0">
                <a:solidFill>
                  <a:prstClr val="white"/>
                </a:solidFill>
                <a:latin typeface="Parnumation 3" pitchFamily="2" charset="0"/>
              </a:rPr>
              <a:t>j3j j 2</a:t>
            </a:r>
            <a:r>
              <a:rPr lang="en-US" sz="20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4000" dirty="0">
                <a:solidFill>
                  <a:prstClr val="white"/>
                </a:solidFill>
                <a:latin typeface="Parnumation 3" pitchFamily="2" charset="0"/>
              </a:rPr>
              <a:t>  2</a:t>
            </a:r>
            <a:endParaRPr kumimoji="0" lang="id-ID" sz="4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A3DF555-09B4-D1DF-4FB4-B70BAFBBCF74}"/>
              </a:ext>
            </a:extLst>
          </p:cNvPr>
          <p:cNvSpPr/>
          <p:nvPr/>
        </p:nvSpPr>
        <p:spPr>
          <a:xfrm>
            <a:off x="11704320" y="95034"/>
            <a:ext cx="391885" cy="391885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Roboto Condensed" pitchFamily="2" charset="0"/>
                <a:ea typeface="Roboto Condensed" pitchFamily="2" charset="0"/>
              </a:rPr>
              <a:t>2</a:t>
            </a:r>
            <a:endParaRPr lang="id-ID" dirty="0">
              <a:latin typeface="Roboto Condensed" pitchFamily="2" charset="0"/>
              <a:ea typeface="Roboto Condensed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AAC8CB3-DA7F-5822-B6C8-2F497EECF201}"/>
              </a:ext>
            </a:extLst>
          </p:cNvPr>
          <p:cNvSpPr txBox="1"/>
          <p:nvPr/>
        </p:nvSpPr>
        <p:spPr>
          <a:xfrm>
            <a:off x="1065820" y="2929707"/>
            <a:ext cx="108701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000" dirty="0">
                <a:solidFill>
                  <a:prstClr val="white"/>
                </a:solidFill>
                <a:latin typeface="Parnumation 3" pitchFamily="2" charset="0"/>
              </a:rPr>
              <a:t>3</a:t>
            </a:r>
            <a:r>
              <a:rPr lang="en-US" sz="24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4000" dirty="0">
                <a:solidFill>
                  <a:prstClr val="white"/>
                </a:solidFill>
                <a:latin typeface="Parnumation 3" pitchFamily="2" charset="0"/>
              </a:rPr>
              <a:t>|</a:t>
            </a:r>
            <a:r>
              <a:rPr lang="en-US" sz="24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4000" dirty="0">
                <a:solidFill>
                  <a:prstClr val="white"/>
                </a:solidFill>
                <a:latin typeface="Parnumation 3" pitchFamily="2" charset="0"/>
              </a:rPr>
              <a:t>j4j j 4  4  2</a:t>
            </a:r>
            <a:r>
              <a:rPr lang="en-US" sz="24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4000" dirty="0">
                <a:solidFill>
                  <a:prstClr val="white"/>
                </a:solidFill>
                <a:latin typeface="Parnumation 3" pitchFamily="2" charset="0"/>
              </a:rPr>
              <a:t>|</a:t>
            </a:r>
            <a:r>
              <a:rPr lang="en-US" sz="24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4000" dirty="0">
                <a:solidFill>
                  <a:prstClr val="white"/>
                </a:solidFill>
                <a:latin typeface="Parnumation 3" pitchFamily="2" charset="0"/>
              </a:rPr>
              <a:t>j1j j</a:t>
            </a:r>
            <a:r>
              <a:rPr lang="en-US" sz="28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4000" dirty="0">
                <a:solidFill>
                  <a:prstClr val="white"/>
                </a:solidFill>
                <a:latin typeface="Parnumation 3" pitchFamily="2" charset="0"/>
              </a:rPr>
              <a:t>s7  1</a:t>
            </a:r>
            <a:endParaRPr kumimoji="0" lang="id-ID" sz="4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C9CA7DB-0E9F-BFCF-450A-606487C30290}"/>
              </a:ext>
            </a:extLst>
          </p:cNvPr>
          <p:cNvSpPr txBox="1"/>
          <p:nvPr/>
        </p:nvSpPr>
        <p:spPr>
          <a:xfrm>
            <a:off x="908369" y="3708204"/>
            <a:ext cx="924230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32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D</a:t>
            </a:r>
            <a:r>
              <a:rPr kumimoji="0" lang="de-DE" sz="32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er    Fels   hält   </a:t>
            </a:r>
            <a:r>
              <a:rPr kumimoji="0" lang="de-DE" sz="3200" b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mei</a:t>
            </a:r>
            <a:r>
              <a:rPr kumimoji="0" lang="de-DE" sz="32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- </a:t>
            </a:r>
            <a:r>
              <a:rPr kumimoji="0" lang="de-DE" sz="3200" b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nen</a:t>
            </a:r>
            <a:r>
              <a:rPr kumimoji="0" lang="de-DE" sz="32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    An - </a:t>
            </a:r>
            <a:r>
              <a:rPr kumimoji="0" lang="de-DE" sz="3200" b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ker</a:t>
            </a:r>
            <a:r>
              <a:rPr kumimoji="0" lang="de-DE" sz="32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  fest.</a:t>
            </a:r>
            <a:endParaRPr lang="en-US" sz="3200" b="1" dirty="0">
              <a:solidFill>
                <a:prstClr val="white"/>
              </a:solidFill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F455640-1DC1-430B-AAEC-33FB66088508}"/>
              </a:ext>
            </a:extLst>
          </p:cNvPr>
          <p:cNvSpPr txBox="1"/>
          <p:nvPr/>
        </p:nvSpPr>
        <p:spPr>
          <a:xfrm>
            <a:off x="928569" y="2000046"/>
            <a:ext cx="100009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Da -  lam       </a:t>
            </a:r>
            <a:r>
              <a:rPr lang="en-US" sz="3200" b="1" i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ti</a:t>
            </a:r>
            <a:r>
              <a:rPr lang="en-US" sz="32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  -   ap       per  -  </a:t>
            </a:r>
            <a:r>
              <a:rPr lang="en-US" sz="3200" b="1" i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gu</a:t>
            </a:r>
            <a:r>
              <a:rPr lang="en-US" sz="32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 -  mu  -  </a:t>
            </a:r>
            <a:r>
              <a:rPr lang="en-US" sz="3200" b="1" i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lan</a:t>
            </a:r>
            <a:r>
              <a:rPr lang="en-US" sz="32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,</a:t>
            </a:r>
            <a:endParaRPr kumimoji="0" lang="en-US" sz="32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346F40A-60F7-0AEA-48AA-F6B9218573F2}"/>
              </a:ext>
            </a:extLst>
          </p:cNvPr>
          <p:cNvSpPr txBox="1"/>
          <p:nvPr/>
        </p:nvSpPr>
        <p:spPr>
          <a:xfrm>
            <a:off x="848767" y="1403361"/>
            <a:ext cx="8716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de-DE" sz="32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Ob   Sturm   auf   Sturm   das   Herz   mir   presst,</a:t>
            </a:r>
            <a:endParaRPr kumimoji="0" lang="en-US" sz="3200" b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9AB9439-0894-6B31-75C3-ABB01EA1DB83}"/>
              </a:ext>
            </a:extLst>
          </p:cNvPr>
          <p:cNvSpPr txBox="1"/>
          <p:nvPr/>
        </p:nvSpPr>
        <p:spPr>
          <a:xfrm>
            <a:off x="1052516" y="4292979"/>
            <a:ext cx="96746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32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A   -  nu - </a:t>
            </a:r>
            <a:r>
              <a:rPr lang="en-US" sz="3200" b="1" i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g’rah</a:t>
            </a:r>
            <a:r>
              <a:rPr lang="en-US" sz="32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- Nya    </a:t>
            </a:r>
            <a:r>
              <a:rPr lang="en-US" sz="3200" b="1" i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tak</a:t>
            </a:r>
            <a:r>
              <a:rPr lang="en-US" sz="32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     di  - ta  -  </a:t>
            </a:r>
            <a:r>
              <a:rPr lang="en-US" sz="3200" b="1" i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han</a:t>
            </a:r>
            <a:r>
              <a:rPr lang="en-US" sz="32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.</a:t>
            </a:r>
            <a:endParaRPr kumimoji="0" lang="en-US" sz="32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08623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2F084ADD-D8ED-4D16-B4C0-90DEC0B3F740}"/>
              </a:ext>
            </a:extLst>
          </p:cNvPr>
          <p:cNvSpPr txBox="1">
            <a:spLocks/>
          </p:cNvSpPr>
          <p:nvPr/>
        </p:nvSpPr>
        <p:spPr>
          <a:xfrm>
            <a:off x="1529745" y="5369603"/>
            <a:ext cx="5315671" cy="40712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MEIN GANZES HOFFEN RUHT ALLEIN</a:t>
            </a:r>
            <a:br>
              <a:rPr lang="en-US" sz="20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</a:br>
            <a:r>
              <a:rPr lang="en-US" sz="2000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(BATU KARANG YANG TEGUH)</a:t>
            </a:r>
            <a:endParaRPr kumimoji="0" lang="id-ID" sz="2000" u="none" strike="noStrike" kern="1200" cap="none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F81102-7050-4780-84F7-AA457CE7EC81}"/>
              </a:ext>
            </a:extLst>
          </p:cNvPr>
          <p:cNvSpPr txBox="1"/>
          <p:nvPr/>
        </p:nvSpPr>
        <p:spPr>
          <a:xfrm>
            <a:off x="1636890" y="5900533"/>
            <a:ext cx="19639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G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– </a:t>
            </a: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3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/4</a:t>
            </a:r>
            <a:endParaRPr lang="en-US" dirty="0">
              <a:solidFill>
                <a:prstClr val="white"/>
              </a:solidFill>
              <a:latin typeface="Roboto Condensed" panose="02000000000000000000" pitchFamily="2" charset="0"/>
              <a:ea typeface="Roboto Condensed" panose="02000000000000000000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William B. Bradbury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C4262C3-82AE-4DA9-B83E-41D40A35409B}"/>
              </a:ext>
            </a:extLst>
          </p:cNvPr>
          <p:cNvSpPr txBox="1"/>
          <p:nvPr/>
        </p:nvSpPr>
        <p:spPr>
          <a:xfrm>
            <a:off x="5324281" y="5900534"/>
            <a:ext cx="32660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SOLID ROCK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Edward Mote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5183B68-D516-2A4F-5D99-CE77A2FA726B}"/>
              </a:ext>
            </a:extLst>
          </p:cNvPr>
          <p:cNvSpPr txBox="1"/>
          <p:nvPr/>
        </p:nvSpPr>
        <p:spPr>
          <a:xfrm>
            <a:off x="948710" y="691958"/>
            <a:ext cx="1008258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000" dirty="0">
                <a:solidFill>
                  <a:prstClr val="white"/>
                </a:solidFill>
                <a:latin typeface="Parnumation 3" pitchFamily="2" charset="0"/>
              </a:rPr>
              <a:t>T </a:t>
            </a:r>
            <a:r>
              <a:rPr lang="en-US" sz="24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4000" dirty="0">
                <a:solidFill>
                  <a:prstClr val="white"/>
                </a:solidFill>
                <a:latin typeface="Parnumation 3" pitchFamily="2" charset="0"/>
              </a:rPr>
              <a:t>|</a:t>
            </a:r>
            <a:r>
              <a:rPr lang="en-US" sz="24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4000" dirty="0">
                <a:solidFill>
                  <a:prstClr val="white"/>
                </a:solidFill>
                <a:latin typeface="Parnumation 3" pitchFamily="2" charset="0"/>
              </a:rPr>
              <a:t>j5j j 5 </a:t>
            </a:r>
            <a:r>
              <a:rPr lang="en-US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28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4000" dirty="0">
                <a:solidFill>
                  <a:prstClr val="white"/>
                </a:solidFill>
                <a:latin typeface="Parnumation 3" pitchFamily="2" charset="0"/>
              </a:rPr>
              <a:t>5</a:t>
            </a:r>
            <a:r>
              <a:rPr lang="en-US" sz="105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4000" dirty="0">
                <a:solidFill>
                  <a:prstClr val="white"/>
                </a:solidFill>
                <a:latin typeface="Parnumation 3" pitchFamily="2" charset="0"/>
              </a:rPr>
              <a:t> 5</a:t>
            </a:r>
            <a:r>
              <a:rPr lang="en-US" sz="24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4000" dirty="0">
                <a:solidFill>
                  <a:prstClr val="white"/>
                </a:solidFill>
                <a:latin typeface="Parnumation 3" pitchFamily="2" charset="0"/>
              </a:rPr>
              <a:t>|</a:t>
            </a:r>
            <a:r>
              <a:rPr lang="en-US" sz="24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4000" dirty="0">
                <a:solidFill>
                  <a:prstClr val="white"/>
                </a:solidFill>
                <a:latin typeface="Parnumation 3" pitchFamily="2" charset="0"/>
              </a:rPr>
              <a:t>j6j j</a:t>
            </a:r>
            <a:r>
              <a:rPr lang="en-US" sz="32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4000" dirty="0">
                <a:solidFill>
                  <a:prstClr val="white"/>
                </a:solidFill>
                <a:latin typeface="Parnumation 3" pitchFamily="2" charset="0"/>
              </a:rPr>
              <a:t>6  6</a:t>
            </a:r>
            <a:endParaRPr kumimoji="0" lang="id-ID" sz="4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A3DF555-09B4-D1DF-4FB4-B70BAFBBCF74}"/>
              </a:ext>
            </a:extLst>
          </p:cNvPr>
          <p:cNvSpPr/>
          <p:nvPr/>
        </p:nvSpPr>
        <p:spPr>
          <a:xfrm>
            <a:off x="11704320" y="95034"/>
            <a:ext cx="391885" cy="391885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Roboto Condensed" pitchFamily="2" charset="0"/>
                <a:ea typeface="Roboto Condensed" pitchFamily="2" charset="0"/>
              </a:rPr>
              <a:t>R</a:t>
            </a:r>
            <a:endParaRPr lang="id-ID" dirty="0">
              <a:latin typeface="Roboto Condensed" pitchFamily="2" charset="0"/>
              <a:ea typeface="Roboto Condensed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AAC8CB3-DA7F-5822-B6C8-2F497EECF201}"/>
              </a:ext>
            </a:extLst>
          </p:cNvPr>
          <p:cNvSpPr txBox="1"/>
          <p:nvPr/>
        </p:nvSpPr>
        <p:spPr>
          <a:xfrm>
            <a:off x="931596" y="2929707"/>
            <a:ext cx="108701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000" dirty="0">
                <a:solidFill>
                  <a:prstClr val="white"/>
                </a:solidFill>
                <a:latin typeface="Parnumation 3" pitchFamily="2" charset="0"/>
              </a:rPr>
              <a:t>6</a:t>
            </a:r>
            <a:r>
              <a:rPr lang="en-US" sz="24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4000" dirty="0">
                <a:solidFill>
                  <a:prstClr val="white"/>
                </a:solidFill>
                <a:latin typeface="Parnumation 3" pitchFamily="2" charset="0"/>
              </a:rPr>
              <a:t>|</a:t>
            </a:r>
            <a:r>
              <a:rPr lang="en-US" sz="24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4000" dirty="0">
                <a:solidFill>
                  <a:prstClr val="white"/>
                </a:solidFill>
                <a:latin typeface="Parnumation 3" pitchFamily="2" charset="0"/>
              </a:rPr>
              <a:t>j5j</a:t>
            </a:r>
            <a:r>
              <a:rPr lang="en-US" sz="16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4000" dirty="0">
                <a:solidFill>
                  <a:prstClr val="white"/>
                </a:solidFill>
                <a:latin typeface="Parnumation 3" pitchFamily="2" charset="0"/>
              </a:rPr>
              <a:t>j</a:t>
            </a:r>
            <a:r>
              <a:rPr lang="en-US" sz="16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4000" dirty="0" err="1">
                <a:solidFill>
                  <a:prstClr val="white"/>
                </a:solidFill>
                <a:latin typeface="Parnumation 3" pitchFamily="2" charset="0"/>
              </a:rPr>
              <a:t>j</a:t>
            </a:r>
            <a:r>
              <a:rPr lang="en-US" sz="4000" dirty="0">
                <a:solidFill>
                  <a:prstClr val="white"/>
                </a:solidFill>
                <a:latin typeface="Parnumation 3" pitchFamily="2" charset="0"/>
              </a:rPr>
              <a:t> 3 </a:t>
            </a:r>
            <a:r>
              <a:rPr lang="en-US" sz="28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4000" dirty="0">
                <a:solidFill>
                  <a:prstClr val="white"/>
                </a:solidFill>
                <a:latin typeface="Parnumation 3" pitchFamily="2" charset="0"/>
              </a:rPr>
              <a:t> 3  1</a:t>
            </a:r>
            <a:r>
              <a:rPr lang="en-US" sz="24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4000" dirty="0">
                <a:solidFill>
                  <a:prstClr val="white"/>
                </a:solidFill>
                <a:latin typeface="Parnumation 3" pitchFamily="2" charset="0"/>
              </a:rPr>
              <a:t>|</a:t>
            </a:r>
            <a:r>
              <a:rPr lang="en-US" sz="24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4000" dirty="0">
                <a:solidFill>
                  <a:prstClr val="white"/>
                </a:solidFill>
                <a:latin typeface="Parnumation 3" pitchFamily="2" charset="0"/>
              </a:rPr>
              <a:t>j3j j 3 </a:t>
            </a:r>
            <a:r>
              <a:rPr lang="en-US" sz="32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4000" dirty="0">
                <a:solidFill>
                  <a:prstClr val="white"/>
                </a:solidFill>
                <a:latin typeface="Parnumation 3" pitchFamily="2" charset="0"/>
              </a:rPr>
              <a:t>2</a:t>
            </a:r>
            <a:endParaRPr kumimoji="0" lang="id-ID" sz="4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C9CA7DB-0E9F-BFCF-450A-606487C30290}"/>
              </a:ext>
            </a:extLst>
          </p:cNvPr>
          <p:cNvSpPr txBox="1"/>
          <p:nvPr/>
        </p:nvSpPr>
        <p:spPr>
          <a:xfrm>
            <a:off x="732200" y="3708204"/>
            <a:ext cx="924230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32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Wer     an - </a:t>
            </a:r>
            <a:r>
              <a:rPr kumimoji="0" lang="de-DE" sz="3200" b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ders</a:t>
            </a:r>
            <a:r>
              <a:rPr kumimoji="0" lang="de-DE" sz="32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   baut,  der    baut   auf  Sand,</a:t>
            </a:r>
            <a:endParaRPr lang="en-US" sz="3200" b="1" dirty="0">
              <a:solidFill>
                <a:prstClr val="white"/>
              </a:solidFill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F455640-1DC1-430B-AAEC-33FB66088508}"/>
              </a:ext>
            </a:extLst>
          </p:cNvPr>
          <p:cNvSpPr txBox="1"/>
          <p:nvPr/>
        </p:nvSpPr>
        <p:spPr>
          <a:xfrm>
            <a:off x="911791" y="2000046"/>
            <a:ext cx="100009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Di       </a:t>
            </a:r>
            <a:r>
              <a:rPr lang="en-US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</a:t>
            </a:r>
            <a:r>
              <a:rPr lang="en-US" sz="32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a   -  </a:t>
            </a:r>
            <a:r>
              <a:rPr lang="en-US" sz="3200" b="1" i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tas</a:t>
            </a:r>
            <a:r>
              <a:rPr lang="en-US" sz="32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    Ye - sus      </a:t>
            </a:r>
            <a:r>
              <a:rPr lang="en-US" sz="3200" b="1" i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ba</a:t>
            </a:r>
            <a:r>
              <a:rPr lang="en-US" sz="32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 -  </a:t>
            </a:r>
            <a:r>
              <a:rPr lang="en-US" sz="3200" b="1" i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tu</a:t>
            </a:r>
            <a:r>
              <a:rPr lang="en-US" sz="32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     ka -</a:t>
            </a:r>
            <a:endParaRPr kumimoji="0" lang="en-US" sz="32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346F40A-60F7-0AEA-48AA-F6B9218573F2}"/>
              </a:ext>
            </a:extLst>
          </p:cNvPr>
          <p:cNvSpPr txBox="1"/>
          <p:nvPr/>
        </p:nvSpPr>
        <p:spPr>
          <a:xfrm>
            <a:off x="563541" y="1403361"/>
            <a:ext cx="8716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de-DE" sz="32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Chris - </a:t>
            </a:r>
            <a:r>
              <a:rPr lang="de-DE" sz="32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tus</a:t>
            </a:r>
            <a:r>
              <a:rPr lang="de-DE" sz="32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,   der    Fels,  al  -  lein   hält  stand!</a:t>
            </a:r>
            <a:endParaRPr kumimoji="0" lang="en-US" sz="3200" b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9AB9439-0894-6B31-75C3-ABB01EA1DB83}"/>
              </a:ext>
            </a:extLst>
          </p:cNvPr>
          <p:cNvSpPr txBox="1"/>
          <p:nvPr/>
        </p:nvSpPr>
        <p:spPr>
          <a:xfrm>
            <a:off x="691789" y="4292979"/>
            <a:ext cx="96746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32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rang  yang    </a:t>
            </a:r>
            <a:r>
              <a:rPr lang="en-US" sz="3200" b="1" i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te</a:t>
            </a:r>
            <a:r>
              <a:rPr lang="en-US" sz="32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  -  </a:t>
            </a:r>
            <a:r>
              <a:rPr lang="en-US" sz="3200" b="1" i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guh</a:t>
            </a:r>
            <a:r>
              <a:rPr lang="en-US" sz="32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    </a:t>
            </a:r>
            <a:r>
              <a:rPr lang="en-US" sz="3200" b="1" i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ku</a:t>
            </a:r>
            <a:r>
              <a:rPr lang="en-US" sz="32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     </a:t>
            </a:r>
            <a:r>
              <a:rPr lang="en-US" sz="3200" b="1" i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ber</a:t>
            </a:r>
            <a:r>
              <a:rPr lang="en-US" sz="32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 -  di   -  </a:t>
            </a:r>
            <a:r>
              <a:rPr lang="en-US" sz="3200" b="1" i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ri</a:t>
            </a:r>
            <a:r>
              <a:rPr lang="en-US" sz="32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, </a:t>
            </a:r>
            <a:endParaRPr kumimoji="0" lang="en-US" sz="32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07364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2F084ADD-D8ED-4D16-B4C0-90DEC0B3F740}"/>
              </a:ext>
            </a:extLst>
          </p:cNvPr>
          <p:cNvSpPr txBox="1">
            <a:spLocks/>
          </p:cNvSpPr>
          <p:nvPr/>
        </p:nvSpPr>
        <p:spPr>
          <a:xfrm>
            <a:off x="1529745" y="5369603"/>
            <a:ext cx="5315671" cy="40712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MEIN GANZES HOFFEN RUHT ALLEIN</a:t>
            </a:r>
            <a:br>
              <a:rPr lang="en-US" sz="20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</a:br>
            <a:r>
              <a:rPr lang="en-US" sz="2000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(BATU KARANG YANG TEGUH)</a:t>
            </a:r>
            <a:endParaRPr kumimoji="0" lang="id-ID" sz="2000" u="none" strike="noStrike" kern="1200" cap="none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F81102-7050-4780-84F7-AA457CE7EC81}"/>
              </a:ext>
            </a:extLst>
          </p:cNvPr>
          <p:cNvSpPr txBox="1"/>
          <p:nvPr/>
        </p:nvSpPr>
        <p:spPr>
          <a:xfrm>
            <a:off x="1636890" y="5900533"/>
            <a:ext cx="19639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G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– </a:t>
            </a: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3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/4</a:t>
            </a:r>
            <a:endParaRPr lang="en-US" dirty="0">
              <a:solidFill>
                <a:prstClr val="white"/>
              </a:solidFill>
              <a:latin typeface="Roboto Condensed" panose="02000000000000000000" pitchFamily="2" charset="0"/>
              <a:ea typeface="Roboto Condensed" panose="02000000000000000000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William B. Bradbury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C4262C3-82AE-4DA9-B83E-41D40A35409B}"/>
              </a:ext>
            </a:extLst>
          </p:cNvPr>
          <p:cNvSpPr txBox="1"/>
          <p:nvPr/>
        </p:nvSpPr>
        <p:spPr>
          <a:xfrm>
            <a:off x="5324281" y="5900534"/>
            <a:ext cx="32660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SOLID ROCK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Edward Mote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5183B68-D516-2A4F-5D99-CE77A2FA726B}"/>
              </a:ext>
            </a:extLst>
          </p:cNvPr>
          <p:cNvSpPr txBox="1"/>
          <p:nvPr/>
        </p:nvSpPr>
        <p:spPr>
          <a:xfrm>
            <a:off x="948710" y="1967086"/>
            <a:ext cx="1008258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000" dirty="0">
                <a:solidFill>
                  <a:prstClr val="white"/>
                </a:solidFill>
                <a:latin typeface="Parnumation 3" pitchFamily="2" charset="0"/>
              </a:rPr>
              <a:t>Ts </a:t>
            </a:r>
            <a:r>
              <a:rPr lang="en-US" sz="11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4000" dirty="0">
                <a:solidFill>
                  <a:prstClr val="white"/>
                </a:solidFill>
                <a:latin typeface="Parnumation 3" pitchFamily="2" charset="0"/>
              </a:rPr>
              <a:t>|</a:t>
            </a:r>
            <a:r>
              <a:rPr lang="en-US" sz="11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4000" dirty="0">
                <a:solidFill>
                  <a:prstClr val="white"/>
                </a:solidFill>
                <a:latin typeface="Parnumation 3" pitchFamily="2" charset="0"/>
              </a:rPr>
              <a:t>j1j j</a:t>
            </a:r>
            <a:r>
              <a:rPr lang="en-US" sz="1400" dirty="0">
                <a:solidFill>
                  <a:prstClr val="white"/>
                </a:solidFill>
                <a:latin typeface="Parnumation 3" pitchFamily="2" charset="0"/>
              </a:rPr>
              <a:t>   </a:t>
            </a:r>
            <a:r>
              <a:rPr lang="en-US" sz="4000" dirty="0">
                <a:solidFill>
                  <a:prstClr val="white"/>
                </a:solidFill>
                <a:latin typeface="Parnumation 3" pitchFamily="2" charset="0"/>
              </a:rPr>
              <a:t>1  </a:t>
            </a:r>
            <a:r>
              <a:rPr lang="en-US" sz="24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4000" dirty="0">
                <a:solidFill>
                  <a:prstClr val="white"/>
                </a:solidFill>
                <a:latin typeface="Parnumation 3" pitchFamily="2" charset="0"/>
              </a:rPr>
              <a:t>1 </a:t>
            </a:r>
            <a:r>
              <a:rPr lang="en-US" sz="20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4000" dirty="0">
                <a:solidFill>
                  <a:prstClr val="white"/>
                </a:solidFill>
                <a:latin typeface="Parnumation 3" pitchFamily="2" charset="0"/>
              </a:rPr>
              <a:t> 3</a:t>
            </a:r>
            <a:r>
              <a:rPr lang="en-US" sz="24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4000" dirty="0">
                <a:solidFill>
                  <a:prstClr val="white"/>
                </a:solidFill>
                <a:latin typeface="Parnumation 3" pitchFamily="2" charset="0"/>
              </a:rPr>
              <a:t>|</a:t>
            </a:r>
            <a:r>
              <a:rPr lang="en-US" sz="24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4000" dirty="0">
                <a:solidFill>
                  <a:prstClr val="white"/>
                </a:solidFill>
                <a:latin typeface="Parnumation 3" pitchFamily="2" charset="0"/>
              </a:rPr>
              <a:t>j2j j 2 </a:t>
            </a:r>
            <a:r>
              <a:rPr lang="en-US" sz="28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4000" dirty="0">
                <a:solidFill>
                  <a:prstClr val="white"/>
                </a:solidFill>
                <a:latin typeface="Parnumation 3" pitchFamily="2" charset="0"/>
              </a:rPr>
              <a:t>1 +</a:t>
            </a:r>
            <a:endParaRPr kumimoji="0" lang="id-ID" sz="4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A3DF555-09B4-D1DF-4FB4-B70BAFBBCF74}"/>
              </a:ext>
            </a:extLst>
          </p:cNvPr>
          <p:cNvSpPr/>
          <p:nvPr/>
        </p:nvSpPr>
        <p:spPr>
          <a:xfrm>
            <a:off x="11704320" y="95034"/>
            <a:ext cx="391885" cy="391885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Roboto Condensed" pitchFamily="2" charset="0"/>
                <a:ea typeface="Roboto Condensed" pitchFamily="2" charset="0"/>
              </a:rPr>
              <a:t>R</a:t>
            </a:r>
            <a:endParaRPr lang="id-ID" dirty="0">
              <a:latin typeface="Roboto Condensed" pitchFamily="2" charset="0"/>
              <a:ea typeface="Roboto Condensed" pitchFamily="2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F455640-1DC1-430B-AAEC-33FB66088508}"/>
              </a:ext>
            </a:extLst>
          </p:cNvPr>
          <p:cNvSpPr txBox="1"/>
          <p:nvPr/>
        </p:nvSpPr>
        <p:spPr>
          <a:xfrm>
            <a:off x="920180" y="3275174"/>
            <a:ext cx="100009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i-FI" sz="32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A  -  las   yang    lain      tak     kan    ku  - kuh.</a:t>
            </a:r>
            <a:endParaRPr kumimoji="0" lang="en-US" sz="32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346F40A-60F7-0AEA-48AA-F6B9218573F2}"/>
              </a:ext>
            </a:extLst>
          </p:cNvPr>
          <p:cNvSpPr txBox="1"/>
          <p:nvPr/>
        </p:nvSpPr>
        <p:spPr>
          <a:xfrm>
            <a:off x="840378" y="2678489"/>
            <a:ext cx="8716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32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Wer  an - </a:t>
            </a:r>
            <a:r>
              <a:rPr kumimoji="0" lang="de-DE" sz="3200" b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ders</a:t>
            </a:r>
            <a:r>
              <a:rPr kumimoji="0" lang="de-DE" sz="32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    baut,   der    baut   auf   Sand,</a:t>
            </a:r>
            <a:endParaRPr lang="en-US" sz="3200" b="1" dirty="0">
              <a:solidFill>
                <a:prstClr val="white"/>
              </a:solidFill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47224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2F084ADD-D8ED-4D16-B4C0-90DEC0B3F740}"/>
              </a:ext>
            </a:extLst>
          </p:cNvPr>
          <p:cNvSpPr txBox="1">
            <a:spLocks/>
          </p:cNvSpPr>
          <p:nvPr/>
        </p:nvSpPr>
        <p:spPr>
          <a:xfrm>
            <a:off x="1529745" y="5369603"/>
            <a:ext cx="5315671" cy="40712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MEIN GANZES HOFFEN RUHT ALLEIN</a:t>
            </a:r>
            <a:br>
              <a:rPr lang="en-US" sz="20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</a:br>
            <a:r>
              <a:rPr lang="en-US" sz="2000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(BATU KARANG YANG TEGUH)</a:t>
            </a:r>
            <a:endParaRPr kumimoji="0" lang="id-ID" sz="2000" u="none" strike="noStrike" kern="1200" cap="none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F81102-7050-4780-84F7-AA457CE7EC81}"/>
              </a:ext>
            </a:extLst>
          </p:cNvPr>
          <p:cNvSpPr txBox="1"/>
          <p:nvPr/>
        </p:nvSpPr>
        <p:spPr>
          <a:xfrm>
            <a:off x="1636890" y="5900533"/>
            <a:ext cx="19639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G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– </a:t>
            </a: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3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/4</a:t>
            </a:r>
            <a:endParaRPr lang="en-US" dirty="0">
              <a:solidFill>
                <a:prstClr val="white"/>
              </a:solidFill>
              <a:latin typeface="Roboto Condensed" panose="02000000000000000000" pitchFamily="2" charset="0"/>
              <a:ea typeface="Roboto Condensed" panose="02000000000000000000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William B. Bradbury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C4262C3-82AE-4DA9-B83E-41D40A35409B}"/>
              </a:ext>
            </a:extLst>
          </p:cNvPr>
          <p:cNvSpPr txBox="1"/>
          <p:nvPr/>
        </p:nvSpPr>
        <p:spPr>
          <a:xfrm>
            <a:off x="5324281" y="5900534"/>
            <a:ext cx="32660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SOLID ROCK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Edward Mote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5183B68-D516-2A4F-5D99-CE77A2FA726B}"/>
              </a:ext>
            </a:extLst>
          </p:cNvPr>
          <p:cNvSpPr txBox="1"/>
          <p:nvPr/>
        </p:nvSpPr>
        <p:spPr>
          <a:xfrm>
            <a:off x="948710" y="691958"/>
            <a:ext cx="1008258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000" dirty="0">
                <a:solidFill>
                  <a:prstClr val="white"/>
                </a:solidFill>
                <a:latin typeface="Parnumation 3" pitchFamily="2" charset="0"/>
              </a:rPr>
              <a:t>Ts </a:t>
            </a:r>
            <a:r>
              <a:rPr lang="en-US" sz="24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4000" dirty="0">
                <a:solidFill>
                  <a:prstClr val="white"/>
                </a:solidFill>
                <a:latin typeface="Parnumation 3" pitchFamily="2" charset="0"/>
              </a:rPr>
              <a:t>|</a:t>
            </a:r>
            <a:r>
              <a:rPr lang="en-US" sz="24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4000" dirty="0">
                <a:solidFill>
                  <a:prstClr val="white"/>
                </a:solidFill>
                <a:latin typeface="Parnumation 3" pitchFamily="2" charset="0"/>
              </a:rPr>
              <a:t>j1j j 3</a:t>
            </a:r>
            <a:r>
              <a:rPr lang="en-US" sz="32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40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24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4000" dirty="0">
                <a:solidFill>
                  <a:prstClr val="white"/>
                </a:solidFill>
                <a:latin typeface="Parnumation 3" pitchFamily="2" charset="0"/>
              </a:rPr>
              <a:t>5 </a:t>
            </a:r>
            <a:r>
              <a:rPr lang="en-US" sz="12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4000" dirty="0">
                <a:solidFill>
                  <a:prstClr val="white"/>
                </a:solidFill>
                <a:latin typeface="Parnumation 3" pitchFamily="2" charset="0"/>
              </a:rPr>
              <a:t> 3</a:t>
            </a:r>
            <a:r>
              <a:rPr lang="en-US" sz="11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4000" dirty="0">
                <a:solidFill>
                  <a:prstClr val="white"/>
                </a:solidFill>
                <a:latin typeface="Parnumation 3" pitchFamily="2" charset="0"/>
              </a:rPr>
              <a:t>|</a:t>
            </a:r>
            <a:r>
              <a:rPr lang="en-US" sz="32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4000" dirty="0">
                <a:solidFill>
                  <a:prstClr val="white"/>
                </a:solidFill>
                <a:latin typeface="Parnumation 3" pitchFamily="2" charset="0"/>
              </a:rPr>
              <a:t>j3j j 2</a:t>
            </a:r>
            <a:r>
              <a:rPr lang="en-US" sz="32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28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4000" dirty="0">
                <a:solidFill>
                  <a:prstClr val="white"/>
                </a:solidFill>
                <a:latin typeface="Parnumation 3" pitchFamily="2" charset="0"/>
              </a:rPr>
              <a:t>2</a:t>
            </a:r>
            <a:endParaRPr kumimoji="0" lang="id-ID" sz="4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A3DF555-09B4-D1DF-4FB4-B70BAFBBCF74}"/>
              </a:ext>
            </a:extLst>
          </p:cNvPr>
          <p:cNvSpPr/>
          <p:nvPr/>
        </p:nvSpPr>
        <p:spPr>
          <a:xfrm>
            <a:off x="11704320" y="95034"/>
            <a:ext cx="391885" cy="391885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Roboto Condensed" pitchFamily="2" charset="0"/>
                <a:ea typeface="Roboto Condensed" pitchFamily="2" charset="0"/>
              </a:rPr>
              <a:t>3</a:t>
            </a:r>
            <a:endParaRPr lang="id-ID" dirty="0">
              <a:latin typeface="Roboto Condensed" pitchFamily="2" charset="0"/>
              <a:ea typeface="Roboto Condensed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AAC8CB3-DA7F-5822-B6C8-2F497EECF201}"/>
              </a:ext>
            </a:extLst>
          </p:cNvPr>
          <p:cNvSpPr txBox="1"/>
          <p:nvPr/>
        </p:nvSpPr>
        <p:spPr>
          <a:xfrm>
            <a:off x="1065820" y="2929707"/>
            <a:ext cx="108701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000" dirty="0">
                <a:solidFill>
                  <a:prstClr val="white"/>
                </a:solidFill>
                <a:latin typeface="Parnumation 3" pitchFamily="2" charset="0"/>
              </a:rPr>
              <a:t>3</a:t>
            </a:r>
            <a:r>
              <a:rPr lang="en-US" sz="24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4000" dirty="0">
                <a:solidFill>
                  <a:prstClr val="white"/>
                </a:solidFill>
                <a:latin typeface="Parnumation 3" pitchFamily="2" charset="0"/>
              </a:rPr>
              <a:t>|</a:t>
            </a:r>
            <a:r>
              <a:rPr lang="en-US" sz="24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4000" dirty="0">
                <a:solidFill>
                  <a:prstClr val="white"/>
                </a:solidFill>
                <a:latin typeface="Parnumation 3" pitchFamily="2" charset="0"/>
              </a:rPr>
              <a:t>j4j j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4000" dirty="0">
                <a:solidFill>
                  <a:prstClr val="white"/>
                </a:solidFill>
                <a:latin typeface="Parnumation 3" pitchFamily="2" charset="0"/>
              </a:rPr>
              <a:t>4 </a:t>
            </a:r>
            <a:r>
              <a:rPr lang="en-US" sz="32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4000" dirty="0">
                <a:solidFill>
                  <a:prstClr val="white"/>
                </a:solidFill>
                <a:latin typeface="Parnumation 3" pitchFamily="2" charset="0"/>
              </a:rPr>
              <a:t>4 </a:t>
            </a:r>
            <a:r>
              <a:rPr lang="en-US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4000" dirty="0">
                <a:solidFill>
                  <a:prstClr val="white"/>
                </a:solidFill>
                <a:latin typeface="Parnumation 3" pitchFamily="2" charset="0"/>
              </a:rPr>
              <a:t>2</a:t>
            </a:r>
            <a:r>
              <a:rPr lang="en-US" sz="28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4000" dirty="0">
                <a:solidFill>
                  <a:prstClr val="white"/>
                </a:solidFill>
                <a:latin typeface="Parnumation 3" pitchFamily="2" charset="0"/>
              </a:rPr>
              <a:t>|</a:t>
            </a:r>
            <a:r>
              <a:rPr lang="en-US" sz="28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4000" dirty="0">
                <a:solidFill>
                  <a:prstClr val="white"/>
                </a:solidFill>
                <a:latin typeface="Parnumation 3" pitchFamily="2" charset="0"/>
              </a:rPr>
              <a:t>j1j </a:t>
            </a:r>
            <a:r>
              <a:rPr lang="en-US" sz="4000" dirty="0" err="1">
                <a:solidFill>
                  <a:prstClr val="white"/>
                </a:solidFill>
                <a:latin typeface="Parnumation 3" pitchFamily="2" charset="0"/>
              </a:rPr>
              <a:t>jj</a:t>
            </a:r>
            <a:r>
              <a:rPr lang="en-US" sz="40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6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4000" dirty="0">
                <a:solidFill>
                  <a:prstClr val="white"/>
                </a:solidFill>
                <a:latin typeface="Parnumation 3" pitchFamily="2" charset="0"/>
              </a:rPr>
              <a:t>s7 </a:t>
            </a:r>
            <a:r>
              <a:rPr lang="en-US" sz="20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4000" dirty="0">
                <a:solidFill>
                  <a:prstClr val="white"/>
                </a:solidFill>
                <a:latin typeface="Parnumation 3" pitchFamily="2" charset="0"/>
              </a:rPr>
              <a:t>1</a:t>
            </a:r>
            <a:endParaRPr kumimoji="0" lang="id-ID" sz="4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C9CA7DB-0E9F-BFCF-450A-606487C30290}"/>
              </a:ext>
            </a:extLst>
          </p:cNvPr>
          <p:cNvSpPr txBox="1"/>
          <p:nvPr/>
        </p:nvSpPr>
        <p:spPr>
          <a:xfrm>
            <a:off x="975481" y="3708204"/>
            <a:ext cx="924230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32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B</a:t>
            </a:r>
            <a:r>
              <a:rPr kumimoji="0" lang="de-DE" sz="32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e - wahr - en   mich   trotz     je  -  der   Flut.</a:t>
            </a:r>
            <a:endParaRPr lang="en-US" sz="3200" b="1" dirty="0">
              <a:solidFill>
                <a:prstClr val="white"/>
              </a:solidFill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F455640-1DC1-430B-AAEC-33FB66088508}"/>
              </a:ext>
            </a:extLst>
          </p:cNvPr>
          <p:cNvSpPr txBox="1"/>
          <p:nvPr/>
        </p:nvSpPr>
        <p:spPr>
          <a:xfrm>
            <a:off x="819512" y="2000046"/>
            <a:ext cx="100009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Tu  -  </a:t>
            </a:r>
            <a:r>
              <a:rPr lang="en-US" sz="3200" b="1" i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han</a:t>
            </a:r>
            <a:r>
              <a:rPr lang="en-US" sz="32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  mem - </a:t>
            </a:r>
            <a:r>
              <a:rPr lang="en-US" sz="3200" b="1" i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b’ri</a:t>
            </a:r>
            <a:r>
              <a:rPr lang="en-US" sz="32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     per -  </a:t>
            </a:r>
            <a:r>
              <a:rPr lang="en-US" sz="3200" b="1" i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jan</a:t>
            </a:r>
            <a:r>
              <a:rPr lang="en-US" sz="32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 -  ji  -   an,</a:t>
            </a:r>
            <a:endParaRPr kumimoji="0" lang="en-US" sz="32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346F40A-60F7-0AEA-48AA-F6B9218573F2}"/>
              </a:ext>
            </a:extLst>
          </p:cNvPr>
          <p:cNvSpPr txBox="1"/>
          <p:nvPr/>
        </p:nvSpPr>
        <p:spPr>
          <a:xfrm>
            <a:off x="739710" y="1403361"/>
            <a:ext cx="8716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32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Sein  Wort, Sein   Bund, Sein    </a:t>
            </a:r>
            <a:r>
              <a:rPr kumimoji="0" lang="de-DE" sz="3200" b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teu</a:t>
            </a:r>
            <a:r>
              <a:rPr kumimoji="0" lang="de-DE" sz="32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 - </a:t>
            </a:r>
            <a:r>
              <a:rPr kumimoji="0" lang="de-DE" sz="3200" b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res</a:t>
            </a:r>
            <a:r>
              <a:rPr kumimoji="0" lang="de-DE" sz="32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  Blut</a:t>
            </a:r>
            <a:endParaRPr kumimoji="0" lang="en-US" sz="3200" b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9AB9439-0894-6B31-75C3-ABB01EA1DB83}"/>
              </a:ext>
            </a:extLst>
          </p:cNvPr>
          <p:cNvSpPr txBox="1"/>
          <p:nvPr/>
        </p:nvSpPr>
        <p:spPr>
          <a:xfrm>
            <a:off x="851180" y="4292979"/>
            <a:ext cx="96746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32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Me  -  no - long   dan     me  -  </a:t>
            </a:r>
            <a:r>
              <a:rPr lang="en-US" sz="3200" b="1" i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ngu</a:t>
            </a:r>
            <a:r>
              <a:rPr lang="en-US" sz="32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 -  at - </a:t>
            </a:r>
            <a:r>
              <a:rPr lang="en-US" sz="3200" b="1" i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kan.</a:t>
            </a:r>
            <a:endParaRPr kumimoji="0" lang="en-US" sz="32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7324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2F084ADD-D8ED-4D16-B4C0-90DEC0B3F740}"/>
              </a:ext>
            </a:extLst>
          </p:cNvPr>
          <p:cNvSpPr txBox="1">
            <a:spLocks/>
          </p:cNvSpPr>
          <p:nvPr/>
        </p:nvSpPr>
        <p:spPr>
          <a:xfrm>
            <a:off x="1529745" y="5369603"/>
            <a:ext cx="5315671" cy="40712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MEIN GANZES HOFFEN RUHT ALLEIN</a:t>
            </a:r>
            <a:br>
              <a:rPr lang="en-US" sz="20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</a:br>
            <a:r>
              <a:rPr lang="en-US" sz="2000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(BATU KARANG YANG TEGUH)</a:t>
            </a:r>
            <a:endParaRPr kumimoji="0" lang="id-ID" sz="2000" u="none" strike="noStrike" kern="1200" cap="none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F81102-7050-4780-84F7-AA457CE7EC81}"/>
              </a:ext>
            </a:extLst>
          </p:cNvPr>
          <p:cNvSpPr txBox="1"/>
          <p:nvPr/>
        </p:nvSpPr>
        <p:spPr>
          <a:xfrm>
            <a:off x="1636890" y="5900533"/>
            <a:ext cx="19639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G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– </a:t>
            </a: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3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/4</a:t>
            </a:r>
            <a:endParaRPr lang="en-US" dirty="0">
              <a:solidFill>
                <a:prstClr val="white"/>
              </a:solidFill>
              <a:latin typeface="Roboto Condensed" panose="02000000000000000000" pitchFamily="2" charset="0"/>
              <a:ea typeface="Roboto Condensed" panose="02000000000000000000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William B. Bradbury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C4262C3-82AE-4DA9-B83E-41D40A35409B}"/>
              </a:ext>
            </a:extLst>
          </p:cNvPr>
          <p:cNvSpPr txBox="1"/>
          <p:nvPr/>
        </p:nvSpPr>
        <p:spPr>
          <a:xfrm>
            <a:off x="5324281" y="5900534"/>
            <a:ext cx="32660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SOLID ROCK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Edward Mote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5183B68-D516-2A4F-5D99-CE77A2FA726B}"/>
              </a:ext>
            </a:extLst>
          </p:cNvPr>
          <p:cNvSpPr txBox="1"/>
          <p:nvPr/>
        </p:nvSpPr>
        <p:spPr>
          <a:xfrm>
            <a:off x="948710" y="691958"/>
            <a:ext cx="1008258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000" dirty="0">
                <a:solidFill>
                  <a:prstClr val="white"/>
                </a:solidFill>
                <a:latin typeface="Parnumation 3" pitchFamily="2" charset="0"/>
              </a:rPr>
              <a:t>Ts </a:t>
            </a:r>
            <a:r>
              <a:rPr lang="en-US" sz="24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4000" dirty="0">
                <a:solidFill>
                  <a:prstClr val="white"/>
                </a:solidFill>
                <a:latin typeface="Parnumation 3" pitchFamily="2" charset="0"/>
              </a:rPr>
              <a:t>|</a:t>
            </a:r>
            <a:r>
              <a:rPr lang="en-US" sz="24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4000" dirty="0">
                <a:solidFill>
                  <a:prstClr val="white"/>
                </a:solidFill>
                <a:latin typeface="Parnumation 3" pitchFamily="2" charset="0"/>
              </a:rPr>
              <a:t>j1j j </a:t>
            </a:r>
            <a:r>
              <a:rPr lang="en-US" sz="4000" dirty="0" err="1">
                <a:solidFill>
                  <a:prstClr val="white"/>
                </a:solidFill>
                <a:latin typeface="Parnumation 3" pitchFamily="2" charset="0"/>
              </a:rPr>
              <a:t>j</a:t>
            </a:r>
            <a:r>
              <a:rPr lang="en-US" sz="16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4000" dirty="0">
                <a:solidFill>
                  <a:prstClr val="white"/>
                </a:solidFill>
                <a:latin typeface="Parnumation 3" pitchFamily="2" charset="0"/>
              </a:rPr>
              <a:t>3  5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4000" dirty="0">
                <a:solidFill>
                  <a:prstClr val="white"/>
                </a:solidFill>
                <a:latin typeface="Parnumation 3" pitchFamily="2" charset="0"/>
              </a:rPr>
              <a:t>3</a:t>
            </a:r>
            <a:r>
              <a:rPr lang="en-US" sz="24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4000" dirty="0">
                <a:solidFill>
                  <a:prstClr val="white"/>
                </a:solidFill>
                <a:latin typeface="Parnumation 3" pitchFamily="2" charset="0"/>
              </a:rPr>
              <a:t>|</a:t>
            </a:r>
            <a:r>
              <a:rPr lang="en-US" sz="24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4000" dirty="0">
                <a:solidFill>
                  <a:prstClr val="white"/>
                </a:solidFill>
                <a:latin typeface="Parnumation 3" pitchFamily="2" charset="0"/>
              </a:rPr>
              <a:t>j3j j 2</a:t>
            </a:r>
            <a:r>
              <a:rPr lang="en-US" sz="20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4000" dirty="0">
                <a:solidFill>
                  <a:prstClr val="white"/>
                </a:solidFill>
                <a:latin typeface="Parnumation 3" pitchFamily="2" charset="0"/>
              </a:rPr>
              <a:t> 2</a:t>
            </a:r>
            <a:endParaRPr kumimoji="0" lang="id-ID" sz="4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A3DF555-09B4-D1DF-4FB4-B70BAFBBCF74}"/>
              </a:ext>
            </a:extLst>
          </p:cNvPr>
          <p:cNvSpPr/>
          <p:nvPr/>
        </p:nvSpPr>
        <p:spPr>
          <a:xfrm>
            <a:off x="11704320" y="95034"/>
            <a:ext cx="391885" cy="391885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Roboto Condensed" pitchFamily="2" charset="0"/>
                <a:ea typeface="Roboto Condensed" pitchFamily="2" charset="0"/>
              </a:rPr>
              <a:t>3</a:t>
            </a:r>
            <a:endParaRPr lang="id-ID" dirty="0">
              <a:latin typeface="Roboto Condensed" pitchFamily="2" charset="0"/>
              <a:ea typeface="Roboto Condensed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AAC8CB3-DA7F-5822-B6C8-2F497EECF201}"/>
              </a:ext>
            </a:extLst>
          </p:cNvPr>
          <p:cNvSpPr txBox="1"/>
          <p:nvPr/>
        </p:nvSpPr>
        <p:spPr>
          <a:xfrm>
            <a:off x="1065820" y="2929707"/>
            <a:ext cx="108701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000" dirty="0">
                <a:solidFill>
                  <a:prstClr val="white"/>
                </a:solidFill>
                <a:latin typeface="Parnumation 3" pitchFamily="2" charset="0"/>
              </a:rPr>
              <a:t>3</a:t>
            </a:r>
            <a:r>
              <a:rPr lang="en-US" sz="24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4000" dirty="0">
                <a:solidFill>
                  <a:prstClr val="white"/>
                </a:solidFill>
                <a:latin typeface="Parnumation 3" pitchFamily="2" charset="0"/>
              </a:rPr>
              <a:t>|</a:t>
            </a:r>
            <a:r>
              <a:rPr lang="en-US" sz="24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4000" dirty="0">
                <a:solidFill>
                  <a:prstClr val="white"/>
                </a:solidFill>
                <a:latin typeface="Parnumation 3" pitchFamily="2" charset="0"/>
              </a:rPr>
              <a:t>j4j j 4</a:t>
            </a:r>
            <a:r>
              <a:rPr lang="en-US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4000" dirty="0">
                <a:solidFill>
                  <a:prstClr val="white"/>
                </a:solidFill>
                <a:latin typeface="Parnumation 3" pitchFamily="2" charset="0"/>
              </a:rPr>
              <a:t> 4</a:t>
            </a:r>
            <a:r>
              <a:rPr lang="en-US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4000" dirty="0">
                <a:solidFill>
                  <a:prstClr val="white"/>
                </a:solidFill>
                <a:latin typeface="Parnumation 3" pitchFamily="2" charset="0"/>
              </a:rPr>
              <a:t> 2</a:t>
            </a:r>
            <a:r>
              <a:rPr lang="en-US" sz="24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4000" dirty="0">
                <a:solidFill>
                  <a:prstClr val="white"/>
                </a:solidFill>
                <a:latin typeface="Parnumation 3" pitchFamily="2" charset="0"/>
              </a:rPr>
              <a:t>|</a:t>
            </a:r>
            <a:r>
              <a:rPr lang="en-US" sz="32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4000" dirty="0">
                <a:solidFill>
                  <a:prstClr val="white"/>
                </a:solidFill>
                <a:latin typeface="Parnumation 3" pitchFamily="2" charset="0"/>
              </a:rPr>
              <a:t>j1j j </a:t>
            </a:r>
            <a:r>
              <a:rPr lang="en-US" sz="4000" dirty="0" err="1">
                <a:solidFill>
                  <a:prstClr val="white"/>
                </a:solidFill>
                <a:latin typeface="Parnumation 3" pitchFamily="2" charset="0"/>
              </a:rPr>
              <a:t>j</a:t>
            </a:r>
            <a:r>
              <a:rPr lang="en-US" sz="24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4000" dirty="0">
                <a:solidFill>
                  <a:prstClr val="white"/>
                </a:solidFill>
                <a:latin typeface="Parnumation 3" pitchFamily="2" charset="0"/>
              </a:rPr>
              <a:t>s7  1</a:t>
            </a:r>
            <a:endParaRPr kumimoji="0" lang="id-ID" sz="4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C9CA7DB-0E9F-BFCF-450A-606487C30290}"/>
              </a:ext>
            </a:extLst>
          </p:cNvPr>
          <p:cNvSpPr txBox="1"/>
          <p:nvPr/>
        </p:nvSpPr>
        <p:spPr>
          <a:xfrm>
            <a:off x="832868" y="3708204"/>
            <a:ext cx="924230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32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W</a:t>
            </a:r>
            <a:r>
              <a:rPr kumimoji="0" lang="de-DE" sz="32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er     soll -</a:t>
            </a:r>
            <a:r>
              <a:rPr kumimoji="0" lang="de-DE" sz="20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</a:t>
            </a:r>
            <a:r>
              <a:rPr kumimoji="0" lang="de-DE" sz="32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</a:t>
            </a:r>
            <a:r>
              <a:rPr kumimoji="0" lang="de-DE" sz="3200" b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te</a:t>
            </a:r>
            <a:r>
              <a:rPr kumimoji="0" lang="de-DE" sz="32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   so  nicht  glück - </a:t>
            </a:r>
            <a:r>
              <a:rPr kumimoji="0" lang="de-DE" sz="3200" b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lich</a:t>
            </a:r>
            <a:r>
              <a:rPr kumimoji="0" lang="de-DE" sz="32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  sein?</a:t>
            </a:r>
            <a:endParaRPr lang="en-US" sz="3200" b="1" dirty="0">
              <a:solidFill>
                <a:prstClr val="white"/>
              </a:solidFill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F455640-1DC1-430B-AAEC-33FB66088508}"/>
              </a:ext>
            </a:extLst>
          </p:cNvPr>
          <p:cNvSpPr txBox="1"/>
          <p:nvPr/>
        </p:nvSpPr>
        <p:spPr>
          <a:xfrm>
            <a:off x="869846" y="2000046"/>
            <a:ext cx="100009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Se  -  mu   -   a     yang   </a:t>
            </a:r>
            <a:r>
              <a:rPr lang="en-US" sz="3200" b="1" i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ku</a:t>
            </a:r>
            <a:r>
              <a:rPr lang="en-US" sz="32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  -  per -  </a:t>
            </a:r>
            <a:r>
              <a:rPr lang="en-US" sz="3200" b="1" i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lu</a:t>
            </a:r>
            <a:r>
              <a:rPr lang="en-US" sz="32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-  </a:t>
            </a:r>
            <a:r>
              <a:rPr lang="en-US" sz="3200" b="1" i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kan</a:t>
            </a:r>
            <a:r>
              <a:rPr lang="en-US" sz="32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, </a:t>
            </a:r>
            <a:endParaRPr kumimoji="0" lang="en-US" sz="32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346F40A-60F7-0AEA-48AA-F6B9218573F2}"/>
              </a:ext>
            </a:extLst>
          </p:cNvPr>
          <p:cNvSpPr txBox="1"/>
          <p:nvPr/>
        </p:nvSpPr>
        <p:spPr>
          <a:xfrm>
            <a:off x="798433" y="1403361"/>
            <a:ext cx="8716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de-DE" sz="32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Auf  Chris - </a:t>
            </a:r>
            <a:r>
              <a:rPr lang="de-DE" sz="32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tum</a:t>
            </a:r>
            <a:r>
              <a:rPr lang="de-DE" sz="32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   bau    ich   ganz    al - lein,</a:t>
            </a:r>
            <a:endParaRPr kumimoji="0" lang="en-US" sz="3200" b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9AB9439-0894-6B31-75C3-ABB01EA1DB83}"/>
              </a:ext>
            </a:extLst>
          </p:cNvPr>
          <p:cNvSpPr txBox="1"/>
          <p:nvPr/>
        </p:nvSpPr>
        <p:spPr>
          <a:xfrm>
            <a:off x="977015" y="4292979"/>
            <a:ext cx="96746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32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Tu  -  </a:t>
            </a:r>
            <a:r>
              <a:rPr lang="en-US" sz="3200" b="1" i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han</a:t>
            </a:r>
            <a:r>
              <a:rPr lang="en-US" sz="32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  ten - </a:t>
            </a:r>
            <a:r>
              <a:rPr lang="en-US" sz="3200" b="1" i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tu</a:t>
            </a:r>
            <a:r>
              <a:rPr lang="en-US" sz="32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  mem  - be   -    </a:t>
            </a:r>
            <a:r>
              <a:rPr lang="en-US" sz="3200" b="1" i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ri</a:t>
            </a:r>
            <a:r>
              <a:rPr lang="en-US" sz="32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 -  </a:t>
            </a:r>
            <a:r>
              <a:rPr lang="en-US" sz="3200" b="1" i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kan.</a:t>
            </a:r>
            <a:endParaRPr kumimoji="0" lang="en-US" sz="32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14423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2F084ADD-D8ED-4D16-B4C0-90DEC0B3F740}"/>
              </a:ext>
            </a:extLst>
          </p:cNvPr>
          <p:cNvSpPr txBox="1">
            <a:spLocks/>
          </p:cNvSpPr>
          <p:nvPr/>
        </p:nvSpPr>
        <p:spPr>
          <a:xfrm>
            <a:off x="1529745" y="5369603"/>
            <a:ext cx="5315671" cy="40712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MEIN GANZES HOFFEN RUHT ALLEIN</a:t>
            </a:r>
            <a:br>
              <a:rPr lang="en-US" sz="20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</a:br>
            <a:r>
              <a:rPr lang="en-US" sz="2000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(BATU KARANG YANG TEGUH)</a:t>
            </a:r>
            <a:endParaRPr kumimoji="0" lang="id-ID" sz="2000" u="none" strike="noStrike" kern="1200" cap="none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F81102-7050-4780-84F7-AA457CE7EC81}"/>
              </a:ext>
            </a:extLst>
          </p:cNvPr>
          <p:cNvSpPr txBox="1"/>
          <p:nvPr/>
        </p:nvSpPr>
        <p:spPr>
          <a:xfrm>
            <a:off x="1636890" y="5900533"/>
            <a:ext cx="19639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G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– </a:t>
            </a: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3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/4</a:t>
            </a:r>
            <a:endParaRPr lang="en-US" dirty="0">
              <a:solidFill>
                <a:prstClr val="white"/>
              </a:solidFill>
              <a:latin typeface="Roboto Condensed" panose="02000000000000000000" pitchFamily="2" charset="0"/>
              <a:ea typeface="Roboto Condensed" panose="02000000000000000000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William B. Bradbury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C4262C3-82AE-4DA9-B83E-41D40A35409B}"/>
              </a:ext>
            </a:extLst>
          </p:cNvPr>
          <p:cNvSpPr txBox="1"/>
          <p:nvPr/>
        </p:nvSpPr>
        <p:spPr>
          <a:xfrm>
            <a:off x="5324281" y="5900534"/>
            <a:ext cx="32660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SOLID ROCK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Edward Mote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5183B68-D516-2A4F-5D99-CE77A2FA726B}"/>
              </a:ext>
            </a:extLst>
          </p:cNvPr>
          <p:cNvSpPr txBox="1"/>
          <p:nvPr/>
        </p:nvSpPr>
        <p:spPr>
          <a:xfrm>
            <a:off x="948710" y="691958"/>
            <a:ext cx="1008258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000" dirty="0">
                <a:solidFill>
                  <a:prstClr val="white"/>
                </a:solidFill>
                <a:latin typeface="Parnumation 3" pitchFamily="2" charset="0"/>
              </a:rPr>
              <a:t>T </a:t>
            </a:r>
            <a:r>
              <a:rPr lang="en-US" sz="24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4000" dirty="0">
                <a:solidFill>
                  <a:prstClr val="white"/>
                </a:solidFill>
                <a:latin typeface="Parnumation 3" pitchFamily="2" charset="0"/>
              </a:rPr>
              <a:t>|</a:t>
            </a:r>
            <a:r>
              <a:rPr lang="en-US" sz="24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4000" dirty="0">
                <a:solidFill>
                  <a:prstClr val="white"/>
                </a:solidFill>
                <a:latin typeface="Parnumation 3" pitchFamily="2" charset="0"/>
              </a:rPr>
              <a:t>j5j j 5 </a:t>
            </a:r>
            <a:r>
              <a:rPr lang="en-US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28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4000" dirty="0">
                <a:solidFill>
                  <a:prstClr val="white"/>
                </a:solidFill>
                <a:latin typeface="Parnumation 3" pitchFamily="2" charset="0"/>
              </a:rPr>
              <a:t>5</a:t>
            </a:r>
            <a:r>
              <a:rPr lang="en-US" sz="105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4000" dirty="0">
                <a:solidFill>
                  <a:prstClr val="white"/>
                </a:solidFill>
                <a:latin typeface="Parnumation 3" pitchFamily="2" charset="0"/>
              </a:rPr>
              <a:t> 5</a:t>
            </a:r>
            <a:r>
              <a:rPr lang="en-US" sz="24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4000" dirty="0">
                <a:solidFill>
                  <a:prstClr val="white"/>
                </a:solidFill>
                <a:latin typeface="Parnumation 3" pitchFamily="2" charset="0"/>
              </a:rPr>
              <a:t>|</a:t>
            </a:r>
            <a:r>
              <a:rPr lang="en-US" sz="24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4000" dirty="0">
                <a:solidFill>
                  <a:prstClr val="white"/>
                </a:solidFill>
                <a:latin typeface="Parnumation 3" pitchFamily="2" charset="0"/>
              </a:rPr>
              <a:t>j6j j</a:t>
            </a:r>
            <a:r>
              <a:rPr lang="en-US" sz="32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4000" dirty="0">
                <a:solidFill>
                  <a:prstClr val="white"/>
                </a:solidFill>
                <a:latin typeface="Parnumation 3" pitchFamily="2" charset="0"/>
              </a:rPr>
              <a:t>6  6</a:t>
            </a:r>
            <a:endParaRPr kumimoji="0" lang="id-ID" sz="4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A3DF555-09B4-D1DF-4FB4-B70BAFBBCF74}"/>
              </a:ext>
            </a:extLst>
          </p:cNvPr>
          <p:cNvSpPr/>
          <p:nvPr/>
        </p:nvSpPr>
        <p:spPr>
          <a:xfrm>
            <a:off x="11704320" y="95034"/>
            <a:ext cx="391885" cy="391885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Roboto Condensed" pitchFamily="2" charset="0"/>
                <a:ea typeface="Roboto Condensed" pitchFamily="2" charset="0"/>
              </a:rPr>
              <a:t>R</a:t>
            </a:r>
            <a:endParaRPr lang="id-ID" dirty="0">
              <a:latin typeface="Roboto Condensed" pitchFamily="2" charset="0"/>
              <a:ea typeface="Roboto Condensed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AAC8CB3-DA7F-5822-B6C8-2F497EECF201}"/>
              </a:ext>
            </a:extLst>
          </p:cNvPr>
          <p:cNvSpPr txBox="1"/>
          <p:nvPr/>
        </p:nvSpPr>
        <p:spPr>
          <a:xfrm>
            <a:off x="931596" y="2929707"/>
            <a:ext cx="108701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000" dirty="0">
                <a:solidFill>
                  <a:prstClr val="white"/>
                </a:solidFill>
                <a:latin typeface="Parnumation 3" pitchFamily="2" charset="0"/>
              </a:rPr>
              <a:t>6</a:t>
            </a:r>
            <a:r>
              <a:rPr lang="en-US" sz="24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4000" dirty="0">
                <a:solidFill>
                  <a:prstClr val="white"/>
                </a:solidFill>
                <a:latin typeface="Parnumation 3" pitchFamily="2" charset="0"/>
              </a:rPr>
              <a:t>|</a:t>
            </a:r>
            <a:r>
              <a:rPr lang="en-US" sz="24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4000" dirty="0">
                <a:solidFill>
                  <a:prstClr val="white"/>
                </a:solidFill>
                <a:latin typeface="Parnumation 3" pitchFamily="2" charset="0"/>
              </a:rPr>
              <a:t>j5j</a:t>
            </a:r>
            <a:r>
              <a:rPr lang="en-US" sz="16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4000" dirty="0">
                <a:solidFill>
                  <a:prstClr val="white"/>
                </a:solidFill>
                <a:latin typeface="Parnumation 3" pitchFamily="2" charset="0"/>
              </a:rPr>
              <a:t>j</a:t>
            </a:r>
            <a:r>
              <a:rPr lang="en-US" sz="16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4000" dirty="0" err="1">
                <a:solidFill>
                  <a:prstClr val="white"/>
                </a:solidFill>
                <a:latin typeface="Parnumation 3" pitchFamily="2" charset="0"/>
              </a:rPr>
              <a:t>j</a:t>
            </a:r>
            <a:r>
              <a:rPr lang="en-US" sz="4000" dirty="0">
                <a:solidFill>
                  <a:prstClr val="white"/>
                </a:solidFill>
                <a:latin typeface="Parnumation 3" pitchFamily="2" charset="0"/>
              </a:rPr>
              <a:t> 3 </a:t>
            </a:r>
            <a:r>
              <a:rPr lang="en-US" sz="28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4000" dirty="0">
                <a:solidFill>
                  <a:prstClr val="white"/>
                </a:solidFill>
                <a:latin typeface="Parnumation 3" pitchFamily="2" charset="0"/>
              </a:rPr>
              <a:t> 3  1</a:t>
            </a:r>
            <a:r>
              <a:rPr lang="en-US" sz="24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4000" dirty="0">
                <a:solidFill>
                  <a:prstClr val="white"/>
                </a:solidFill>
                <a:latin typeface="Parnumation 3" pitchFamily="2" charset="0"/>
              </a:rPr>
              <a:t>|</a:t>
            </a:r>
            <a:r>
              <a:rPr lang="en-US" sz="24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4000" dirty="0">
                <a:solidFill>
                  <a:prstClr val="white"/>
                </a:solidFill>
                <a:latin typeface="Parnumation 3" pitchFamily="2" charset="0"/>
              </a:rPr>
              <a:t>j3j j 3 </a:t>
            </a:r>
            <a:r>
              <a:rPr lang="en-US" sz="32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4000" dirty="0">
                <a:solidFill>
                  <a:prstClr val="white"/>
                </a:solidFill>
                <a:latin typeface="Parnumation 3" pitchFamily="2" charset="0"/>
              </a:rPr>
              <a:t>2</a:t>
            </a:r>
            <a:endParaRPr kumimoji="0" lang="id-ID" sz="4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C9CA7DB-0E9F-BFCF-450A-606487C30290}"/>
              </a:ext>
            </a:extLst>
          </p:cNvPr>
          <p:cNvSpPr txBox="1"/>
          <p:nvPr/>
        </p:nvSpPr>
        <p:spPr>
          <a:xfrm>
            <a:off x="732200" y="3708204"/>
            <a:ext cx="924230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32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Wer     an - </a:t>
            </a:r>
            <a:r>
              <a:rPr kumimoji="0" lang="de-DE" sz="3200" b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ders</a:t>
            </a:r>
            <a:r>
              <a:rPr kumimoji="0" lang="de-DE" sz="32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   baut,  der    baut   auf  Sand,</a:t>
            </a:r>
            <a:endParaRPr lang="en-US" sz="3200" b="1" dirty="0">
              <a:solidFill>
                <a:prstClr val="white"/>
              </a:solidFill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F455640-1DC1-430B-AAEC-33FB66088508}"/>
              </a:ext>
            </a:extLst>
          </p:cNvPr>
          <p:cNvSpPr txBox="1"/>
          <p:nvPr/>
        </p:nvSpPr>
        <p:spPr>
          <a:xfrm>
            <a:off x="911791" y="2000046"/>
            <a:ext cx="100009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Di       </a:t>
            </a:r>
            <a:r>
              <a:rPr lang="en-US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</a:t>
            </a:r>
            <a:r>
              <a:rPr lang="en-US" sz="32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a   -  </a:t>
            </a:r>
            <a:r>
              <a:rPr lang="en-US" sz="3200" b="1" i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tas</a:t>
            </a:r>
            <a:r>
              <a:rPr lang="en-US" sz="32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    Ye - sus      </a:t>
            </a:r>
            <a:r>
              <a:rPr lang="en-US" sz="3200" b="1" i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ba</a:t>
            </a:r>
            <a:r>
              <a:rPr lang="en-US" sz="32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 -  </a:t>
            </a:r>
            <a:r>
              <a:rPr lang="en-US" sz="3200" b="1" i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tu</a:t>
            </a:r>
            <a:r>
              <a:rPr lang="en-US" sz="32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     ka -</a:t>
            </a:r>
            <a:endParaRPr kumimoji="0" lang="en-US" sz="32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346F40A-60F7-0AEA-48AA-F6B9218573F2}"/>
              </a:ext>
            </a:extLst>
          </p:cNvPr>
          <p:cNvSpPr txBox="1"/>
          <p:nvPr/>
        </p:nvSpPr>
        <p:spPr>
          <a:xfrm>
            <a:off x="563541" y="1403361"/>
            <a:ext cx="8716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de-DE" sz="32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Chris - </a:t>
            </a:r>
            <a:r>
              <a:rPr lang="de-DE" sz="32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tus</a:t>
            </a:r>
            <a:r>
              <a:rPr lang="de-DE" sz="32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,   der    Fels,  al  -  lein   hält  stand!</a:t>
            </a:r>
            <a:endParaRPr kumimoji="0" lang="en-US" sz="3200" b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9AB9439-0894-6B31-75C3-ABB01EA1DB83}"/>
              </a:ext>
            </a:extLst>
          </p:cNvPr>
          <p:cNvSpPr txBox="1"/>
          <p:nvPr/>
        </p:nvSpPr>
        <p:spPr>
          <a:xfrm>
            <a:off x="691789" y="4292979"/>
            <a:ext cx="96746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32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rang  yang    </a:t>
            </a:r>
            <a:r>
              <a:rPr lang="en-US" sz="3200" b="1" i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te</a:t>
            </a:r>
            <a:r>
              <a:rPr lang="en-US" sz="32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  -  </a:t>
            </a:r>
            <a:r>
              <a:rPr lang="en-US" sz="3200" b="1" i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guh</a:t>
            </a:r>
            <a:r>
              <a:rPr lang="en-US" sz="32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    </a:t>
            </a:r>
            <a:r>
              <a:rPr lang="en-US" sz="3200" b="1" i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ku</a:t>
            </a:r>
            <a:r>
              <a:rPr lang="en-US" sz="32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     </a:t>
            </a:r>
            <a:r>
              <a:rPr lang="en-US" sz="3200" b="1" i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ber</a:t>
            </a:r>
            <a:r>
              <a:rPr lang="en-US" sz="32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 -  di   -  </a:t>
            </a:r>
            <a:r>
              <a:rPr lang="en-US" sz="3200" b="1" i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ri</a:t>
            </a:r>
            <a:r>
              <a:rPr lang="en-US" sz="32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, </a:t>
            </a:r>
            <a:endParaRPr kumimoji="0" lang="en-US" sz="32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49597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2F084ADD-D8ED-4D16-B4C0-90DEC0B3F740}"/>
              </a:ext>
            </a:extLst>
          </p:cNvPr>
          <p:cNvSpPr txBox="1">
            <a:spLocks/>
          </p:cNvSpPr>
          <p:nvPr/>
        </p:nvSpPr>
        <p:spPr>
          <a:xfrm>
            <a:off x="1529745" y="5369603"/>
            <a:ext cx="5315671" cy="40712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MEIN GANZES HOFFEN RUHT ALLEIN</a:t>
            </a:r>
            <a:br>
              <a:rPr lang="en-US" sz="20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</a:br>
            <a:r>
              <a:rPr lang="en-US" sz="2000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(BATU KARANG YANG TEGUH)</a:t>
            </a:r>
            <a:endParaRPr kumimoji="0" lang="id-ID" sz="2000" u="none" strike="noStrike" kern="1200" cap="none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F81102-7050-4780-84F7-AA457CE7EC81}"/>
              </a:ext>
            </a:extLst>
          </p:cNvPr>
          <p:cNvSpPr txBox="1"/>
          <p:nvPr/>
        </p:nvSpPr>
        <p:spPr>
          <a:xfrm>
            <a:off x="1636890" y="5900533"/>
            <a:ext cx="19639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G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– </a:t>
            </a: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3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/4</a:t>
            </a:r>
            <a:endParaRPr lang="en-US" dirty="0">
              <a:solidFill>
                <a:prstClr val="white"/>
              </a:solidFill>
              <a:latin typeface="Roboto Condensed" panose="02000000000000000000" pitchFamily="2" charset="0"/>
              <a:ea typeface="Roboto Condensed" panose="02000000000000000000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William B. Bradbury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C4262C3-82AE-4DA9-B83E-41D40A35409B}"/>
              </a:ext>
            </a:extLst>
          </p:cNvPr>
          <p:cNvSpPr txBox="1"/>
          <p:nvPr/>
        </p:nvSpPr>
        <p:spPr>
          <a:xfrm>
            <a:off x="5324281" y="5900534"/>
            <a:ext cx="32660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SOLID ROCK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Edward Mote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5183B68-D516-2A4F-5D99-CE77A2FA726B}"/>
              </a:ext>
            </a:extLst>
          </p:cNvPr>
          <p:cNvSpPr txBox="1"/>
          <p:nvPr/>
        </p:nvSpPr>
        <p:spPr>
          <a:xfrm>
            <a:off x="948710" y="1967086"/>
            <a:ext cx="1008258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000" dirty="0">
                <a:solidFill>
                  <a:prstClr val="white"/>
                </a:solidFill>
                <a:latin typeface="Parnumation 3" pitchFamily="2" charset="0"/>
              </a:rPr>
              <a:t>Ts </a:t>
            </a:r>
            <a:r>
              <a:rPr lang="en-US" sz="11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4000" dirty="0">
                <a:solidFill>
                  <a:prstClr val="white"/>
                </a:solidFill>
                <a:latin typeface="Parnumation 3" pitchFamily="2" charset="0"/>
              </a:rPr>
              <a:t>|</a:t>
            </a:r>
            <a:r>
              <a:rPr lang="en-US" sz="11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4000" dirty="0">
                <a:solidFill>
                  <a:prstClr val="white"/>
                </a:solidFill>
                <a:latin typeface="Parnumation 3" pitchFamily="2" charset="0"/>
              </a:rPr>
              <a:t>j1j j</a:t>
            </a:r>
            <a:r>
              <a:rPr lang="en-US" sz="1400" dirty="0">
                <a:solidFill>
                  <a:prstClr val="white"/>
                </a:solidFill>
                <a:latin typeface="Parnumation 3" pitchFamily="2" charset="0"/>
              </a:rPr>
              <a:t>   </a:t>
            </a:r>
            <a:r>
              <a:rPr lang="en-US" sz="4000" dirty="0">
                <a:solidFill>
                  <a:prstClr val="white"/>
                </a:solidFill>
                <a:latin typeface="Parnumation 3" pitchFamily="2" charset="0"/>
              </a:rPr>
              <a:t>1  </a:t>
            </a:r>
            <a:r>
              <a:rPr lang="en-US" sz="24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4000" dirty="0">
                <a:solidFill>
                  <a:prstClr val="white"/>
                </a:solidFill>
                <a:latin typeface="Parnumation 3" pitchFamily="2" charset="0"/>
              </a:rPr>
              <a:t>1 </a:t>
            </a:r>
            <a:r>
              <a:rPr lang="en-US" sz="20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4000" dirty="0">
                <a:solidFill>
                  <a:prstClr val="white"/>
                </a:solidFill>
                <a:latin typeface="Parnumation 3" pitchFamily="2" charset="0"/>
              </a:rPr>
              <a:t> 3</a:t>
            </a:r>
            <a:r>
              <a:rPr lang="en-US" sz="24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4000" dirty="0">
                <a:solidFill>
                  <a:prstClr val="white"/>
                </a:solidFill>
                <a:latin typeface="Parnumation 3" pitchFamily="2" charset="0"/>
              </a:rPr>
              <a:t>|</a:t>
            </a:r>
            <a:r>
              <a:rPr lang="en-US" sz="24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4000" dirty="0">
                <a:solidFill>
                  <a:prstClr val="white"/>
                </a:solidFill>
                <a:latin typeface="Parnumation 3" pitchFamily="2" charset="0"/>
              </a:rPr>
              <a:t>j2j j 2 </a:t>
            </a:r>
            <a:r>
              <a:rPr lang="en-US" sz="28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4000" dirty="0">
                <a:solidFill>
                  <a:prstClr val="white"/>
                </a:solidFill>
                <a:latin typeface="Parnumation 3" pitchFamily="2" charset="0"/>
              </a:rPr>
              <a:t>1 +</a:t>
            </a:r>
            <a:endParaRPr kumimoji="0" lang="id-ID" sz="4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A3DF555-09B4-D1DF-4FB4-B70BAFBBCF74}"/>
              </a:ext>
            </a:extLst>
          </p:cNvPr>
          <p:cNvSpPr/>
          <p:nvPr/>
        </p:nvSpPr>
        <p:spPr>
          <a:xfrm>
            <a:off x="11704320" y="95034"/>
            <a:ext cx="391885" cy="391885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Roboto Condensed" pitchFamily="2" charset="0"/>
                <a:ea typeface="Roboto Condensed" pitchFamily="2" charset="0"/>
              </a:rPr>
              <a:t>R</a:t>
            </a:r>
            <a:endParaRPr lang="id-ID" dirty="0">
              <a:latin typeface="Roboto Condensed" pitchFamily="2" charset="0"/>
              <a:ea typeface="Roboto Condensed" pitchFamily="2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F455640-1DC1-430B-AAEC-33FB66088508}"/>
              </a:ext>
            </a:extLst>
          </p:cNvPr>
          <p:cNvSpPr txBox="1"/>
          <p:nvPr/>
        </p:nvSpPr>
        <p:spPr>
          <a:xfrm>
            <a:off x="920180" y="3275174"/>
            <a:ext cx="100009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i-FI" sz="32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A  -  las   yang    lain      tak     kan    ku  - kuh.</a:t>
            </a:r>
            <a:endParaRPr kumimoji="0" lang="en-US" sz="32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346F40A-60F7-0AEA-48AA-F6B9218573F2}"/>
              </a:ext>
            </a:extLst>
          </p:cNvPr>
          <p:cNvSpPr txBox="1"/>
          <p:nvPr/>
        </p:nvSpPr>
        <p:spPr>
          <a:xfrm>
            <a:off x="840378" y="2678489"/>
            <a:ext cx="8716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32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Wer  an - </a:t>
            </a:r>
            <a:r>
              <a:rPr kumimoji="0" lang="de-DE" sz="3200" b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ders</a:t>
            </a:r>
            <a:r>
              <a:rPr kumimoji="0" lang="de-DE" sz="32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    baut,   der    baut   auf   Sand,</a:t>
            </a:r>
            <a:endParaRPr lang="en-US" sz="3200" b="1" dirty="0">
              <a:solidFill>
                <a:prstClr val="white"/>
              </a:solidFill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8645210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1064</Words>
  <Application>Microsoft Office PowerPoint</Application>
  <PresentationFormat>Widescreen</PresentationFormat>
  <Paragraphs>136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Calibri Light</vt:lpstr>
      <vt:lpstr>Parnumation 3</vt:lpstr>
      <vt:lpstr>Roboto Condensed</vt:lpstr>
      <vt:lpstr>1_Office Theme</vt:lpstr>
      <vt:lpstr>298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</dc:title>
  <dc:creator>Bobby Simarmata</dc:creator>
  <cp:lastModifiedBy>Ely, Ingrid Ellin</cp:lastModifiedBy>
  <cp:revision>87</cp:revision>
  <dcterms:created xsi:type="dcterms:W3CDTF">2021-06-24T21:29:51Z</dcterms:created>
  <dcterms:modified xsi:type="dcterms:W3CDTF">2023-07-07T19:41:39Z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604be5fb-a727-4de8-9a0b-2318b3ae9b1b_Enabled">
    <vt:lpwstr>true</vt:lpwstr>
  </property>
  <property fmtid="{D5CDD505-2E9C-101B-9397-08002B2CF9AE}" pid="3" name="MSIP_Label_604be5fb-a727-4de8-9a0b-2318b3ae9b1b_SetDate">
    <vt:lpwstr>2022-12-05T18:08:21Z</vt:lpwstr>
  </property>
  <property fmtid="{D5CDD505-2E9C-101B-9397-08002B2CF9AE}" pid="4" name="MSIP_Label_604be5fb-a727-4de8-9a0b-2318b3ae9b1b_Method">
    <vt:lpwstr>Standard</vt:lpwstr>
  </property>
  <property fmtid="{D5CDD505-2E9C-101B-9397-08002B2CF9AE}" pid="5" name="MSIP_Label_604be5fb-a727-4de8-9a0b-2318b3ae9b1b_Name">
    <vt:lpwstr>604be5fb-a727-4de8-9a0b-2318b3ae9b1b</vt:lpwstr>
  </property>
  <property fmtid="{D5CDD505-2E9C-101B-9397-08002B2CF9AE}" pid="6" name="MSIP_Label_604be5fb-a727-4de8-9a0b-2318b3ae9b1b_SiteId">
    <vt:lpwstr>e361356b-0fd2-4625-86f0-22ae6904a721</vt:lpwstr>
  </property>
  <property fmtid="{D5CDD505-2E9C-101B-9397-08002B2CF9AE}" pid="7" name="MSIP_Label_604be5fb-a727-4de8-9a0b-2318b3ae9b1b_ActionId">
    <vt:lpwstr>50210397-e246-4c49-80f1-2fb9489826a1</vt:lpwstr>
  </property>
  <property fmtid="{D5CDD505-2E9C-101B-9397-08002B2CF9AE}" pid="8" name="MSIP_Label_604be5fb-a727-4de8-9a0b-2318b3ae9b1b_ContentBits">
    <vt:lpwstr>0</vt:lpwstr>
  </property>
</Properties>
</file>