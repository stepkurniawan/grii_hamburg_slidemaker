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5" r:id="rId2"/>
    <p:sldId id="446" r:id="rId3"/>
    <p:sldId id="447" r:id="rId4"/>
    <p:sldId id="448" r:id="rId5"/>
    <p:sldId id="449" r:id="rId6"/>
    <p:sldId id="450" r:id="rId7"/>
    <p:sldId id="451" r:id="rId8"/>
    <p:sldId id="452" r:id="rId9"/>
    <p:sldId id="453" r:id="rId10"/>
    <p:sldId id="454" r:id="rId11"/>
    <p:sldId id="455" r:id="rId12"/>
    <p:sldId id="456" r:id="rId13"/>
    <p:sldId id="457" r:id="rId14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032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92203-8B88-47F4-A063-3B196B6AC5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B74F5-6C0E-4647-BD9D-08F46F0CD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00AC9-BC04-4E39-A27C-BE6101457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67E9-287C-4998-9348-A732C3E6A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12D58-9E51-4700-8598-D196E70C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0295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D589C-36F6-457A-908C-B7A60684A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55A8E-21D3-4D58-B4D2-1AD2E4136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A591F-FDB9-43EB-A3CD-E94FB3482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2B9F1-531F-4ED4-B299-820286CE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8173A-F122-4AE9-8254-6C1D9E430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10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6F267-F511-4BEB-8F48-CF6A65895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80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4924EF-4F1F-4145-B79F-6F8CF53A8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DE729-6B1C-4AB2-8A8A-41A9D00C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403A8-0539-4F3B-8285-43D54DE82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1C58E-49BE-4BD2-AD5F-793F07CE3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90252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C2DC6-D4E4-4F63-86D5-F37831A8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A52-2E4E-4FE5-8C9F-CF23D92EFD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0D941-9C61-4898-9224-4F8454A35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CCC77-9BCA-400D-8F55-0E70D3EEE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E56F6-FCCB-44F6-9795-C0F420A55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D92AB-7098-446A-8915-EB7EB095A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0456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9EF8F-5D2C-4D02-9A45-1BCB0804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453FF-B1DE-4D01-BD31-33F7AF24D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AB1EB-F2E9-4A8C-8D10-8A011C27C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3D4EA-4E92-4E88-837F-B9CF6F28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992C3F-1902-4B40-AB8F-E89200964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4314B-4B1B-493A-9C6A-82A70EE69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66BF8-7782-432B-9932-EAF15465F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86AB63-B15C-4AA3-9D69-8FAC60C99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309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44EC-21C5-42B1-9975-818D52A8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F768D-FBEE-4A88-AA31-25AED3AF1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BC78-2186-4C83-B40C-80047D67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6762-BC47-4226-B78D-674BB4EC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7865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6360B9-ABBD-454E-90C1-A344C9CD2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BCF27D-8D6C-4C30-A5AC-33A0896EE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EE1D8-9EA3-4117-99FB-FC6BA15CC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60684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F0649-6562-4AF3-89EB-B7C002F4A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24653-DA81-420C-8BD2-F4CDE48C7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A4166-857F-4EEA-B320-7F2D4285B7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FBA87-4407-4894-97C3-774B1BDA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9CAB2-4C13-4EF9-A511-48EE9D31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4A4B0-8DF4-4A74-9A3E-B1BACDB69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7174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69D3F-EB57-4DA3-A81B-64C50F2F5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124686-8750-494B-8519-B9572E46D4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F455E-F0C1-41C3-A7C0-AD961E250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BB696-C73D-4275-BFE3-15E6F4474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18F25-8600-4207-894D-B8139E222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5E59F-476C-4B9D-9968-0F295C27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47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5B5C4-B6EE-4B37-9014-127C3DEBA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2D6EB-BEC0-4127-8942-0263CF6D1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3BFB-5EE0-4ABA-B7C2-4E7D12A6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DBA1-27EB-4601-8E74-575A1C1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71B97-130D-4798-8BF7-DA11C713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4881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70B6A-0D19-49F8-AE2E-ABE46EBFA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114B30-E6C2-472C-9132-F2405EFB9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E45DD-BD71-4687-95F1-347DE12AA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B77038-F7F3-4406-9FE7-2057C38C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14187-90F3-48D3-87AF-87101644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0086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E44D8-C9B7-42DB-BEE3-5781BD2DA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A8D00-1E35-4D95-83F6-07837CB45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F4C8B-B80D-4CAD-A0E8-DFF528C34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4F81C3-17D7-4495-ADD9-B7518327B56D}" type="datetimeFigureOut">
              <a:rPr lang="id-ID" smtClean="0"/>
              <a:t>17/06/2023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C5856-5581-4CCA-9C54-BECF3C57D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B7E1C-4E26-4DDA-B571-0AA69CA69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ECEAD-2699-46AF-8740-6B5A5FFB30EF}" type="slidenum">
              <a:rPr lang="id-ID" smtClean="0"/>
              <a:t>‹#›</a:t>
            </a:fld>
            <a:endParaRPr lang="id-ID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23E0002A-9538-86DB-99ED-93F733C22C0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7474" y="5383635"/>
            <a:ext cx="868823" cy="1474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93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B3DB9-F3E1-4895-B901-72F515DD3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Ich </a:t>
            </a:r>
            <a:r>
              <a:rPr lang="en-US" dirty="0" err="1"/>
              <a:t>hörte</a:t>
            </a:r>
            <a:r>
              <a:rPr lang="en-US" dirty="0"/>
              <a:t> Jesu </a:t>
            </a:r>
            <a:r>
              <a:rPr lang="en-US" dirty="0" err="1"/>
              <a:t>Freundesruf</a:t>
            </a:r>
            <a:endParaRPr lang="id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2EBF-5242-436B-BE15-67DEDC9FB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3067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Ich   hör –  te     Je –   su      Freun–des – ruf:   «Komm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her,   be –  lad –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nes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kumimoji="0" lang="en-GB" sz="3600" b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Herz</a:t>
            </a:r>
            <a:r>
              <a:rPr kumimoji="0" lang="en-GB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!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a –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Ye –   sus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de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ngar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:  “Hai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yang    pe –     nat.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603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An   Mei – nem  Her – zen     findst du     Ruh     für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al –   len    dei – nen     Schmerz.»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 – ang – kat     da –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hu –   mu      be –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ban – mu   yang  be –     rat.”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02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Ich     kam   zu  Ihm,  so        wie    ich   war: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be –   la –  den, krank und    matt.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J5  |  jz5jx cj3 j 5  !    J5   | jz5jx jc3j j 5   5 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J5  | 6    j5   jz5jx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jc4j j 3  | z3x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c2  j0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T’lah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a –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da – tang,   yang    le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pe –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nuh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ke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du –   ka –  an.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227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 schenk–te      Er     mir      Fried und    Ruh    aus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frei– er     Huld  und     Gnad.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+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Dan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da –  pat –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    pa – da –   Nya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tem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pat    per – hen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an.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Roboto Condensed" pitchFamily="2" charset="0"/>
                <a:ea typeface="Roboto Condensed" pitchFamily="2" charset="0"/>
              </a:rPr>
              <a:t>1</a:t>
            </a:r>
            <a:endParaRPr lang="id-ID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793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Ich   hör –  te     Je –   su      Freun–des – ruf:   «Wer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dur– stig   ist,     der      komm,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a –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Ye –   sus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de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ngar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:  “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ma –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mi –   num –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791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und  wer   kein  Geld    hat,     trin – ke      nur     um –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317960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sonst vom   Le – bens – strom!»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se –   di –     a         air     ha –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yat</a:t>
            </a:r>
            <a:r>
              <a:rPr lang="en-US" sz="3600" b="1" i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     </a:t>
            </a:r>
            <a:r>
              <a:rPr lang="en-US" sz="3600" b="1" i="1" dirty="0" err="1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hai</a:t>
            </a:r>
            <a:r>
              <a:rPr lang="en-US" sz="3600" b="1" i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mi –  num   hi –   dup –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lah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.”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9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Ich      kam  zu  Je –  sus,     und   ich   trank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aus   die – ser   heil – gen    Flut.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J5  |  jz5jx cj3 j 5  !    J5   | jz5jx jc3j j 5   5 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J5  | 6    j5   jz5jx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jc4j j 3  | z3x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c2  j0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T’lah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a –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da – tang,     a –   mat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haus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mi –  num  air  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dus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782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36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Da   ward  der     See – le       Durst  ge –  stillt.  Nun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leb    ich   durch  Sein    Blut.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+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Dan   ha –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ser –  ta  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sem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buh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se –  gar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rus.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2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80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Ich   hör –  te     Je –   su      Freun–des – ruf:   «Ich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bin   das   Licht   der      Welt;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a –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ra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Ye –   sus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de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ngar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:  “Ku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ni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t’rang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ba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ka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023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in      Fin – ster– nis   blick     auf    zu       Mir,    so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wird dein  Weg     er –    hellt!» 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nga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dah!   A –   wan –  mu     le –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nyap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dan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fa –   jar     me –   re –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kah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.”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24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Ich    schau – te  auf    und     fand   in     Ihm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den schö– nen  Mor – gen – stern,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J5  |  jz5jx cj3j  j 5  !    J5   | jz5jx jc3j j 5   5 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J5  | 6    j5   jz5jx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jc4j j 3  | z3x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c2  j0  |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T’lah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a –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da –  tang,    Tu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han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,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ca –   ha –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ya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si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  </a:t>
            </a:r>
            <a:r>
              <a:rPr lang="en-US" sz="3600" b="1" i="1" dirty="0" err="1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nar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–  Mu.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446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7836E-7655-42DE-BF13-A02E184DDD4D}"/>
              </a:ext>
            </a:extLst>
          </p:cNvPr>
          <p:cNvSpPr txBox="1"/>
          <p:nvPr/>
        </p:nvSpPr>
        <p:spPr>
          <a:xfrm>
            <a:off x="464265" y="1248667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und wand– le     nun     in         Sei–nem   Licht   zur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084ADD-D8ED-4D16-B4C0-90DEC0B3F740}"/>
              </a:ext>
            </a:extLst>
          </p:cNvPr>
          <p:cNvSpPr txBox="1">
            <a:spLocks/>
          </p:cNvSpPr>
          <p:nvPr/>
        </p:nvSpPr>
        <p:spPr>
          <a:xfrm>
            <a:off x="1540902" y="5493412"/>
            <a:ext cx="5365735" cy="362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 ICH HÖRTE JESU FREUNDESRUF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(SUARA YESUS ’KU DENGAR)</a:t>
            </a:r>
            <a:endParaRPr kumimoji="0" lang="id-ID" sz="20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81102-7050-4780-84F7-AA457CE7EC81}"/>
              </a:ext>
            </a:extLst>
          </p:cNvPr>
          <p:cNvSpPr txBox="1"/>
          <p:nvPr/>
        </p:nvSpPr>
        <p:spPr>
          <a:xfrm>
            <a:off x="1601383" y="6131352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Es - 6/8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Old English Air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4262C3-82AE-4DA9-B83E-41D40A35409B}"/>
              </a:ext>
            </a:extLst>
          </p:cNvPr>
          <p:cNvSpPr txBox="1"/>
          <p:nvPr/>
        </p:nvSpPr>
        <p:spPr>
          <a:xfrm>
            <a:off x="5324283" y="6131353"/>
            <a:ext cx="15520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Horatius Bonar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E. H. Gebhardt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C7E32D-6930-4AA7-B297-85A8D5C5C087}"/>
              </a:ext>
            </a:extLst>
          </p:cNvPr>
          <p:cNvSpPr txBox="1"/>
          <p:nvPr/>
        </p:nvSpPr>
        <p:spPr>
          <a:xfrm>
            <a:off x="464264" y="3740712"/>
            <a:ext cx="11920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Hei– mat,  zu     dem     Herrn.</a:t>
            </a:r>
            <a:endParaRPr kumimoji="0" lang="id-ID" sz="36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35F941-75A8-4CBB-91C5-650521CC7195}"/>
              </a:ext>
            </a:extLst>
          </p:cNvPr>
          <p:cNvSpPr txBox="1"/>
          <p:nvPr/>
        </p:nvSpPr>
        <p:spPr>
          <a:xfrm>
            <a:off x="507187" y="583312"/>
            <a:ext cx="115616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J3j 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j3j 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4    j4  |  jjz5jx jc4j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jj</a:t>
            </a:r>
            <a:r>
              <a:rPr kumimoji="0" lang="en-US" sz="3200" b="0" i="0" u="none" strike="noStrike" kern="1200" cap="none" spc="-30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3    </a:t>
            </a:r>
            <a:r>
              <a:rPr kumimoji="0" lang="en-US" sz="3200" b="0" i="0" u="none" strike="noStrike" kern="1200" cap="none" spc="-300" normalizeH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2jx jc3j j </a:t>
            </a:r>
            <a:r>
              <a:rPr lang="en-US" sz="3200" spc="-300" dirty="0" err="1">
                <a:solidFill>
                  <a:prstClr val="white"/>
                </a:solidFill>
                <a:latin typeface="Parnumation 3" pitchFamily="2" charset="0"/>
              </a:rPr>
              <a:t>jj</a:t>
            </a:r>
            <a:r>
              <a:rPr lang="en-US" sz="3200" spc="-300" dirty="0">
                <a:solidFill>
                  <a:prstClr val="white"/>
                </a:solidFill>
                <a:latin typeface="Parnumation 3" pitchFamily="2" charset="0"/>
              </a:rPr>
              <a:t> 4   |</a:t>
            </a:r>
            <a:endParaRPr kumimoji="0" lang="id-ID" sz="3200" b="0" i="0" u="none" strike="noStrike" kern="1200" cap="none" spc="-30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5487CF-14C2-48BD-875F-83B2DE9151DC}"/>
              </a:ext>
            </a:extLst>
          </p:cNvPr>
          <p:cNvSpPr txBox="1"/>
          <p:nvPr/>
        </p:nvSpPr>
        <p:spPr>
          <a:xfrm>
            <a:off x="525474" y="3075357"/>
            <a:ext cx="10931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Jz5jxx jc1j j 4    3    j2   | z1x </a:t>
            </a:r>
            <a:r>
              <a:rPr kumimoji="0" lang="en-US" sz="3200" b="0" i="0" u="none" strike="noStrike" kern="1200" cap="none" spc="-30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jx.x</a:t>
            </a:r>
            <a:r>
              <a:rPr kumimoji="0" lang="en-US" sz="3200" b="0" i="0" u="none" strike="noStrike" kern="1200" cap="none" spc="-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arnumation 3" pitchFamily="2" charset="0"/>
                <a:ea typeface="+mn-ea"/>
                <a:cs typeface="+mn-cs"/>
              </a:rPr>
              <a:t> x c1  j0  + </a:t>
            </a:r>
            <a:endParaRPr kumimoji="0" lang="id-ID" sz="3200" b="0" i="0" u="none" strike="noStrike" kern="1200" cap="none" spc="-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arnumation 3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EB7AE7-FAFA-4BEF-96BF-B11B83F131D3}"/>
              </a:ext>
            </a:extLst>
          </p:cNvPr>
          <p:cNvSpPr txBox="1"/>
          <p:nvPr/>
        </p:nvSpPr>
        <p:spPr>
          <a:xfrm>
            <a:off x="439347" y="1894386"/>
            <a:ext cx="116520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Dan    ja –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lan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  tap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te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rang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sam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EF942E-C16E-4EF3-8183-2AA3EFC6F61D}"/>
              </a:ext>
            </a:extLst>
          </p:cNvPr>
          <p:cNvSpPr txBox="1"/>
          <p:nvPr/>
        </p:nvSpPr>
        <p:spPr>
          <a:xfrm>
            <a:off x="439347" y="4380687"/>
            <a:ext cx="12261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pai  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ke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a –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jal</a:t>
            </a:r>
            <a:r>
              <a:rPr kumimoji="0" lang="en-US" sz="36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 –    </a:t>
            </a:r>
            <a:r>
              <a:rPr kumimoji="0" lang="en-US" sz="3600" b="1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boto Condensed" panose="02000000000000000000" pitchFamily="2" charset="0"/>
                <a:ea typeface="Roboto Condensed" panose="02000000000000000000" pitchFamily="2" charset="0"/>
              </a:rPr>
              <a:t>ku</a:t>
            </a:r>
            <a:r>
              <a:rPr lang="en-US" sz="3600" b="1" i="1" dirty="0">
                <a:solidFill>
                  <a:prstClr val="white"/>
                </a:solidFill>
                <a:latin typeface="Roboto Condensed" panose="02000000000000000000" pitchFamily="2" charset="0"/>
                <a:ea typeface="Roboto Condensed" panose="02000000000000000000" pitchFamily="2" charset="0"/>
              </a:rPr>
              <a:t>.</a:t>
            </a:r>
            <a:endParaRPr kumimoji="0" lang="id-ID" sz="3600" b="1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8CF2B30-567E-4D9F-8459-2B4AA79FD963}"/>
              </a:ext>
            </a:extLst>
          </p:cNvPr>
          <p:cNvSpPr/>
          <p:nvPr/>
        </p:nvSpPr>
        <p:spPr>
          <a:xfrm>
            <a:off x="11704320" y="95034"/>
            <a:ext cx="391885" cy="391885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boto Condensed" pitchFamily="2" charset="0"/>
                <a:ea typeface="Roboto Condensed" pitchFamily="2" charset="0"/>
              </a:rPr>
              <a:t>3</a:t>
            </a:r>
            <a:endParaRPr lang="id-ID" dirty="0">
              <a:latin typeface="Roboto Condensed" pitchFamily="2" charset="0"/>
              <a:ea typeface="Roboto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7606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1248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Parnumation 3</vt:lpstr>
      <vt:lpstr>Roboto Condensed</vt:lpstr>
      <vt:lpstr>1_Office Theme</vt:lpstr>
      <vt:lpstr>Ich hörte Jesu Freundesruf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Bobby Simarmata</dc:creator>
  <cp:lastModifiedBy>Martinus Abednego</cp:lastModifiedBy>
  <cp:revision>40</cp:revision>
  <dcterms:created xsi:type="dcterms:W3CDTF">2021-06-24T21:29:51Z</dcterms:created>
  <dcterms:modified xsi:type="dcterms:W3CDTF">2023-06-17T09:42:17Z</dcterms:modified>
</cp:coreProperties>
</file>