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81" r:id="rId3"/>
    <p:sldId id="482" r:id="rId4"/>
    <p:sldId id="484" r:id="rId5"/>
    <p:sldId id="485" r:id="rId6"/>
    <p:sldId id="487" r:id="rId7"/>
    <p:sldId id="488" r:id="rId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24/06/2023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E14D482-FBE8-90CA-29C5-F412055BC12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Wir treten zum Beten vor Gott, den Gerechten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Condensed" panose="02000000000000000000" pitchFamily="2" charset="0"/>
              </a:rPr>
              <a:t>(PUJI TUHAN, ALLAH PENEBUSKU)</a:t>
            </a:r>
            <a:endParaRPr kumimoji="0" lang="id-ID" sz="4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6" y="1388263"/>
            <a:ext cx="1062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Wir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tre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zum   Be-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vor  Gott,  den  Ge-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rech-ten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285993"/>
            <a:ext cx="5082564" cy="6463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Wir treten zum Beten vor Gott, den Gerechten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59027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5902753"/>
            <a:ext cx="1685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Adriaan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Valerius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1" y="722908"/>
            <a:ext cx="10448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5 | 3  4  5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2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’Ku    pu  -  ji     Tu - han,  O,   Al - lah     Pe - ne - bus- ku,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0215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er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wal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tet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und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hal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tet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ein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stren-ges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Ge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richt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1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7 | a1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a2  7 | 6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6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pu  -  ji    dan  syu - kur     ku - ba -  wa     pa - da - Mu;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672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228600" y="1388263"/>
            <a:ext cx="11750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er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läßt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von den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Schlech-ten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die 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gu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nicht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knech-ten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228600" y="722908"/>
            <a:ext cx="11750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7 | a1   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5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hj4j j 5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212835" y="1979323"/>
            <a:ext cx="11750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   ha  -  da - pan  Tu   -  han,    a     -    ku         ber   -    su - jud,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228600" y="3686142"/>
            <a:ext cx="11199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sein  Na -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sei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-   lobt    er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ver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gißt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ser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nicht.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228600" y="3020787"/>
            <a:ext cx="1173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4 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hj6j j 4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gj3j 3 | 4  2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1 | 1..+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254709" y="4277202"/>
            <a:ext cx="11199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 - ngan    su-ka-ci    -       ta       ’ku       me-mu  -  ji  -  Mu.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9AF3CF-9BA1-08FD-0E8F-0B9ACAB167B7}"/>
              </a:ext>
            </a:extLst>
          </p:cNvPr>
          <p:cNvSpPr txBox="1">
            <a:spLocks/>
          </p:cNvSpPr>
          <p:nvPr/>
        </p:nvSpPr>
        <p:spPr>
          <a:xfrm>
            <a:off x="1588201" y="52859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Wir treten zum Beten vor Gott, den Gerechten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399D90C-97B4-9573-A6F4-F0213006C6BC}"/>
              </a:ext>
            </a:extLst>
          </p:cNvPr>
          <p:cNvSpPr txBox="1"/>
          <p:nvPr/>
        </p:nvSpPr>
        <p:spPr>
          <a:xfrm>
            <a:off x="1601383" y="59027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8D416EA-B277-1464-873C-DE3091F5E527}"/>
              </a:ext>
            </a:extLst>
          </p:cNvPr>
          <p:cNvSpPr txBox="1"/>
          <p:nvPr/>
        </p:nvSpPr>
        <p:spPr>
          <a:xfrm>
            <a:off x="5324283" y="5902753"/>
            <a:ext cx="1685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Adriaan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Valerius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03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5" y="1388263"/>
            <a:ext cx="11158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Im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Strei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zur    Sei-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ist    Gott uns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stan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-den,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1" y="722908"/>
            <a:ext cx="10448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5 | 3  4  5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2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’Ku    me-nyem-bah dan  me-mu -  ji       Al - lah   Ba - pa,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157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er      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woll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es    soll  -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das Recht sieg-reich sein: 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1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 |  5 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 7 | a1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a2  7 | 6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6 | 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di           ba  -  wah   naung-an - Mu  ’ku     a - man   s’la  -  lu;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13FD019-8760-1DE9-DC68-A142613CE490}"/>
              </a:ext>
            </a:extLst>
          </p:cNvPr>
          <p:cNvSpPr txBox="1">
            <a:spLocks/>
          </p:cNvSpPr>
          <p:nvPr/>
        </p:nvSpPr>
        <p:spPr>
          <a:xfrm>
            <a:off x="1588201" y="52859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Wir treten zum Beten vor Gott, den Gerechten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21951E8-366D-93A6-940F-56BDFDB9DE3A}"/>
              </a:ext>
            </a:extLst>
          </p:cNvPr>
          <p:cNvSpPr txBox="1"/>
          <p:nvPr/>
        </p:nvSpPr>
        <p:spPr>
          <a:xfrm>
            <a:off x="1601383" y="59027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5B8CB909-9EA2-8F62-063A-DD9C144B92C8}"/>
              </a:ext>
            </a:extLst>
          </p:cNvPr>
          <p:cNvSpPr txBox="1"/>
          <p:nvPr/>
        </p:nvSpPr>
        <p:spPr>
          <a:xfrm>
            <a:off x="5324283" y="5902753"/>
            <a:ext cx="1685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Adriaan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Valerius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557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34052" y="1388263"/>
            <a:ext cx="12233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da  ward, kaum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die   Schlacht schon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ge-won-nen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 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34052" y="1979323"/>
            <a:ext cx="11923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Bah’- ya     me - nye - rang-ku,  Kau        tak        ting-gal - kan-ku,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134052" y="3686142"/>
            <a:ext cx="11845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Du, Gott, warst   ja    mit        uns,        der     Sieg, er   war    dein!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34052" y="3020787"/>
            <a:ext cx="11962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 ij6j j j 4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gj3j 3 |  4  2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1 | 1..+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134052" y="4277202"/>
            <a:ext cx="11845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san-dar    kua  -      sa      -      Mu          dan     ’ku  me-nang - lah.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B75D98E2-E73C-DD9A-6017-EF9291005FF4}"/>
              </a:ext>
            </a:extLst>
          </p:cNvPr>
          <p:cNvSpPr txBox="1"/>
          <p:nvPr/>
        </p:nvSpPr>
        <p:spPr>
          <a:xfrm>
            <a:off x="134052" y="722908"/>
            <a:ext cx="11845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7 | a1 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5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 hj4j j 5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2A421B-EBEC-0031-F7EE-B68C7FB08228}"/>
              </a:ext>
            </a:extLst>
          </p:cNvPr>
          <p:cNvSpPr txBox="1">
            <a:spLocks/>
          </p:cNvSpPr>
          <p:nvPr/>
        </p:nvSpPr>
        <p:spPr>
          <a:xfrm>
            <a:off x="1588201" y="52859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Wir treten zum Beten vor Gott, den Gerechten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411BEA93-FD83-EF7A-E928-B990E7FB699B}"/>
              </a:ext>
            </a:extLst>
          </p:cNvPr>
          <p:cNvSpPr txBox="1"/>
          <p:nvPr/>
        </p:nvSpPr>
        <p:spPr>
          <a:xfrm>
            <a:off x="1601383" y="59027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D2D849FA-C60B-17A7-F000-50CCDE69118E}"/>
              </a:ext>
            </a:extLst>
          </p:cNvPr>
          <p:cNvSpPr txBox="1"/>
          <p:nvPr/>
        </p:nvSpPr>
        <p:spPr>
          <a:xfrm>
            <a:off x="5324283" y="5902753"/>
            <a:ext cx="1685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Adriaan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Valerius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66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6" y="1388263"/>
            <a:ext cx="10937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Wir 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lo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dich   o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du  Len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ker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der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Schlach-ten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0" y="722908"/>
            <a:ext cx="106184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5 | 3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4  5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2 | 3  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’Ku    ber- syu- kur   de-ngan se -  ge - nap   ha  -  ti    -    ku,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und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fle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mögst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hen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uns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fer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ner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 hin   bei,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1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 7 | a1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a2  7 | 6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6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pu  -  ji  -  an     ku  - naik - kan  ke     ha -  di - rat -  Mu;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96F726-7F8C-2A27-6063-EB5FE51BFCB8}"/>
              </a:ext>
            </a:extLst>
          </p:cNvPr>
          <p:cNvSpPr txBox="1">
            <a:spLocks/>
          </p:cNvSpPr>
          <p:nvPr/>
        </p:nvSpPr>
        <p:spPr>
          <a:xfrm>
            <a:off x="1588201" y="52859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Wir treten zum Beten vor Gott, den Gerechten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DF07145-5522-C146-A801-915FB4DD8E1D}"/>
              </a:ext>
            </a:extLst>
          </p:cNvPr>
          <p:cNvSpPr txBox="1"/>
          <p:nvPr/>
        </p:nvSpPr>
        <p:spPr>
          <a:xfrm>
            <a:off x="1601383" y="59027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C7263AF8-8747-7716-45FB-A7779825D533}"/>
              </a:ext>
            </a:extLst>
          </p:cNvPr>
          <p:cNvSpPr txBox="1"/>
          <p:nvPr/>
        </p:nvSpPr>
        <p:spPr>
          <a:xfrm>
            <a:off x="5324283" y="5902753"/>
            <a:ext cx="1685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Adriaan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Valerius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24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5" y="1388263"/>
            <a:ext cx="1149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daß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dei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ne     Ge - mein-de  nicht    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Op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fer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der  Fein-de.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0" y="722908"/>
            <a:ext cx="11490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 7 | 1  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5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hj4j j 5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le - ngan   kua  - sa - Mu, yang      me  -  lin- du - ngi - ku,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1490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Dein  Na -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sei  </a:t>
            </a:r>
            <a:r>
              <a:rPr lang="de-DE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  lobt,      o       Herr, mach uns  frei!</a:t>
            </a:r>
            <a:endParaRPr lang="en-US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490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hj6j j 4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gj3j 3 | 4   2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1 | 1..+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1490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pa  -  da - Mu    ku-pu   -       ji        s’la  -  ma - la  -  ma -  nya.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D1689D-2E59-83CE-C745-788D8C4F29DA}"/>
              </a:ext>
            </a:extLst>
          </p:cNvPr>
          <p:cNvSpPr txBox="1">
            <a:spLocks/>
          </p:cNvSpPr>
          <p:nvPr/>
        </p:nvSpPr>
        <p:spPr>
          <a:xfrm>
            <a:off x="1588201" y="52859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Wir treten zum Beten vor Gott, den Gerechten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B729295-690B-C4D2-4C9C-48B68CE7E677}"/>
              </a:ext>
            </a:extLst>
          </p:cNvPr>
          <p:cNvSpPr txBox="1"/>
          <p:nvPr/>
        </p:nvSpPr>
        <p:spPr>
          <a:xfrm>
            <a:off x="1601383" y="59027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50075730-1E7E-9752-D915-EB59C4DF9370}"/>
              </a:ext>
            </a:extLst>
          </p:cNvPr>
          <p:cNvSpPr txBox="1"/>
          <p:nvPr/>
        </p:nvSpPr>
        <p:spPr>
          <a:xfrm>
            <a:off x="5324283" y="5902753"/>
            <a:ext cx="1685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Adriaan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Valerius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9080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Microsoft Office PowerPoint</Application>
  <PresentationFormat>Breitbild</PresentationFormat>
  <Paragraphs>86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Parnumation 3</vt:lpstr>
      <vt:lpstr>Roboto Condensed</vt:lpstr>
      <vt:lpstr>1_Office Theme</vt:lpstr>
      <vt:lpstr>Wir treten zum Beten vor Gott, den Gerechten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Verio Andrean</cp:lastModifiedBy>
  <cp:revision>136</cp:revision>
  <dcterms:created xsi:type="dcterms:W3CDTF">2021-06-24T21:29:51Z</dcterms:created>
  <dcterms:modified xsi:type="dcterms:W3CDTF">2023-06-24T18:56:47Z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2022-12-27T05:46:43Z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2eacc450-f740-45ba-bdef-142cf7c62623</vt:lpwstr>
  </property>
  <property fmtid="{D5CDD505-2E9C-101B-9397-08002B2CF9AE}" pid="8" name="MSIP_Label_604be5fb-a727-4de8-9a0b-2318b3ae9b1b_ContentBits">
    <vt:lpwstr>0</vt:lpwstr>
  </property>
</Properties>
</file>