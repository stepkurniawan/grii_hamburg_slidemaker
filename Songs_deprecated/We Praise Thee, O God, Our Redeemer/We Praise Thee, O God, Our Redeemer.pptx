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81" r:id="rId3"/>
    <p:sldId id="482" r:id="rId4"/>
    <p:sldId id="484" r:id="rId5"/>
    <p:sldId id="485" r:id="rId6"/>
    <p:sldId id="487" r:id="rId7"/>
    <p:sldId id="488" r:id="rId8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8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16/06/2023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7E14D482-FBE8-90CA-29C5-F412055BC12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Praise Thee, O God, Our Redeemer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Puji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Tuhan</a:t>
            </a:r>
            <a:r>
              <a:rPr lang="en-US" dirty="0">
                <a:solidFill>
                  <a:schemeClr val="bg1"/>
                </a:solidFill>
              </a:rPr>
              <a:t>, Allah </a:t>
            </a:r>
            <a:r>
              <a:rPr lang="en-US" dirty="0" err="1">
                <a:solidFill>
                  <a:schemeClr val="bg1"/>
                </a:solidFill>
              </a:rPr>
              <a:t>Penebusku</a:t>
            </a:r>
            <a:endParaRPr lang="id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6" y="1388263"/>
            <a:ext cx="1062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 praise you, O   God, our  Re - deem-er,   Cre - a - tor;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 PRAISE THEE, O GOD, OUR REDEEMER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1" y="722908"/>
            <a:ext cx="10448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5 | 3  4  5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2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’Ku    pu  -  ji     Tu - han,  O,   Al - lah     Pe - ne - bus-ku,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0215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in    grate-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ful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de 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vo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tion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our    tri-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bute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we  bring;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7 | a1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a2  7 | 6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6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pu  -  ji    dan  syu - kur    ku - ba -  wa     pa - da - Mu;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67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5" y="1388263"/>
            <a:ext cx="1119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    lay      it    be fore  you; we      kneel   and  a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dore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you;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 PRAISE THEE, O GOD, OUR REDEEMER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0" y="722908"/>
            <a:ext cx="10974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7 | a1 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5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hj4j j 5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1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       ha - da - pan   Tu-han,  a   -   ku         ber    -    su - jud,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0911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 bless your ho-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ly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  name:   glad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prai-ses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we sing.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hj6j j 4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gj3j 3 | 4  2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1 | 1..+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 - ngan    su-ka-ci  -   ta           ’ku       me-mu  -  ji  -  Mu.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03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5" y="1388263"/>
            <a:ext cx="1115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We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wor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-ship  you, God  of  our     fa-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thers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and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mo-thers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;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 PRAISE THEE, O GOD, OUR REDEEMER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1" y="722908"/>
            <a:ext cx="10448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5 | 3  4  5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2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i-FI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’Ku    me-nyem-bah dan  me-mu -  ji       Al - lah   Ba - pa,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1579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through life's storm and temp-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est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our guide you have been;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 |  5 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 7 | a1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a2  7 | 6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6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di           ba  -  wah   naung-an - Mu  ’ku     a - man   s’la - lu;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557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5" y="1388263"/>
            <a:ext cx="1119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when pe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rils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o’er-take us,  you   ne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ver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for    -    sake us,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 PRAISE THEE, O GOD, OUR REDEEMER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3/4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0" y="722908"/>
            <a:ext cx="10974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7 | a1 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5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ij4j j j 5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Bah’- ya     me-nye-rang-ku,  Kau   tak         ting-gal - kan-ku,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118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and with your help, O      Lord,      our      bat-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tles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we     win.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0" y="3020787"/>
            <a:ext cx="115862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ij6j j j 4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gj3j 3 | 4  2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1 | 1..+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1420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san-dar  kua - sa       -      Mu         dan      ’ku  me-nang - lah.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66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6" y="1388263"/>
            <a:ext cx="1062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With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voi-ces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u  -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- ted  our   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prai-ses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we     of-fer,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 PRAISE THEE, O GOD, OUR REDEEMER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3/4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1" y="722908"/>
            <a:ext cx="10448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5 | 3  4  5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2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’Ku    ber- syu- kur   de-ngan se -  ge - nap   ha  -  ti - 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our songs  of thanks-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gi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-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ving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to     you    we now  raise;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7 | a1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a2  7 | 6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 6 | 5 .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pu  -  ji  -  an    ku- naik - kan  ke     ha -  di - rat -  Mu;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24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516915" y="1388263"/>
            <a:ext cx="1119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your strong arm will guide us, our   God       is   be - side  us,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88201" y="5514593"/>
            <a:ext cx="5082564" cy="4071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WE PRAISE THEE, O GOD, OUR REDEEMER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(PUJI TUHAN, ALLAH PENEBUSKU)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079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C – </a:t>
            </a: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3/4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633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Eduard </a:t>
            </a:r>
            <a:r>
              <a:rPr lang="en-US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Kremser</a:t>
            </a:r>
            <a:endParaRPr lang="en-US" dirty="0">
              <a:solidFill>
                <a:prstClr val="white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Julia C. Cory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605770" y="722908"/>
            <a:ext cx="11490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5 | 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  7 | a1  </a:t>
            </a: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5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 5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6 hj4j j 5 | 3  1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78A06-D9DB-4B7A-A649-46ECCD7D72B6}"/>
              </a:ext>
            </a:extLst>
          </p:cNvPr>
          <p:cNvSpPr txBox="1"/>
          <p:nvPr/>
        </p:nvSpPr>
        <p:spPr>
          <a:xfrm>
            <a:off x="516509" y="1979323"/>
            <a:ext cx="11187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i-FI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Dan   le - ngan     kua-sa-Mu,  yang   me   -    lin-du - ngi - ku,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53AA7-49B2-4A8A-A20C-9EF8C1437166}"/>
              </a:ext>
            </a:extLst>
          </p:cNvPr>
          <p:cNvSpPr txBox="1"/>
          <p:nvPr/>
        </p:nvSpPr>
        <p:spPr>
          <a:xfrm>
            <a:off x="516509" y="3686142"/>
            <a:ext cx="11490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to you, our great  Re-deem-er,  for    -   e - </a:t>
            </a:r>
            <a:r>
              <a:rPr lang="en-US" sz="3600" b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ver</a:t>
            </a:r>
            <a:r>
              <a:rPr lang="en-US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be    praise!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ED5DC-2D1F-421D-A86A-A622252C26EE}"/>
              </a:ext>
            </a:extLst>
          </p:cNvPr>
          <p:cNvSpPr txBox="1"/>
          <p:nvPr/>
        </p:nvSpPr>
        <p:spPr>
          <a:xfrm>
            <a:off x="605771" y="3020787"/>
            <a:ext cx="111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white"/>
                </a:solidFill>
                <a:latin typeface="Parnumation 3" pitchFamily="2" charset="0"/>
              </a:rPr>
              <a:t>1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| 4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5 hj6j j 4 | i5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4 gj3j 3 | 4  2 </a:t>
            </a:r>
            <a:r>
              <a:rPr kumimoji="0" lang="en-US" sz="3200" b="0" i="0" u="none" strike="noStrike" kern="1200" cap="none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j.j</a:t>
            </a:r>
            <a:r>
              <a:rPr kumimoji="0" lang="en-US" sz="3200" b="0" i="0" u="none" strike="noStrike" kern="1200" cap="none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1 | 1..+</a:t>
            </a:r>
            <a:endParaRPr kumimoji="0" lang="id-ID" sz="3200" b="0" i="0" u="none" strike="noStrike" kern="1200" cap="none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7BBB9-0CF8-43B1-A1EB-04662A31F2F3}"/>
              </a:ext>
            </a:extLst>
          </p:cNvPr>
          <p:cNvSpPr txBox="1"/>
          <p:nvPr/>
        </p:nvSpPr>
        <p:spPr>
          <a:xfrm>
            <a:off x="516509" y="4277202"/>
            <a:ext cx="10937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  -  da - Mu   ku-pu  -  ji            s’la  -  ma - la  -  ma -  nya.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9080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6756</TotalTime>
  <Words>823</Words>
  <Application>Microsoft Office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Parnumation 3</vt:lpstr>
      <vt:lpstr>Roboto Condensed</vt:lpstr>
      <vt:lpstr>1_Office Theme</vt:lpstr>
      <vt:lpstr>We Praise Thee, O God, Our Redeemer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Samuel Kurniawan Wijaya</cp:lastModifiedBy>
  <cp:revision>135</cp:revision>
  <dcterms:created xsi:type="dcterms:W3CDTF">2021-06-24T21:29:51Z</dcterms:created>
  <dcterms:modified xsi:type="dcterms:W3CDTF">2023-06-16T14:15:57Z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2022-12-27T05:46:43Z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2eacc450-f740-45ba-bdef-142cf7c62623</vt:lpwstr>
  </property>
  <property fmtid="{D5CDD505-2E9C-101B-9397-08002B2CF9AE}" pid="8" name="MSIP_Label_604be5fb-a727-4de8-9a0b-2318b3ae9b1b_ContentBits">
    <vt:lpwstr>0</vt:lpwstr>
  </property>
</Properties>
</file>