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1F088626-2E6F-79C4-5041-C14AA000689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19/06/2023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O, die tiefe Liebe Jesu!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   | 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y    | u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O,      die      tie –    fe           Lie – be         Je –       su,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frei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un –       </a:t>
            </a: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faß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bar           </a:t>
            </a: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mäch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tig –   lich,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–  sih       Ye –    sus,       O,      da –      lam –     nya,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tak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hing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ga             dan         be –   bas,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01D23B-D0DF-439C-1B5C-F3499239780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FE763-73B9-4E84-94E8-138789BBFC4B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y  |  u 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rol –  let        gleich  dem    wei –    ten         Mee –   re 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voll   und       seg –     nend    ü –        ber     mich.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 –   gai       g’lom – bang  laut –    an           be –      sar,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–  li –        put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di –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22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237CE9-FCEE-ADC6-DAF9-F05235F1A129}"/>
              </a:ext>
            </a:extLst>
          </p:cNvPr>
          <p:cNvSpPr txBox="1"/>
          <p:nvPr/>
        </p:nvSpPr>
        <p:spPr>
          <a:xfrm>
            <a:off x="504139" y="2629608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jz2jx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A596C-D165-0DD2-1A4F-B764A3A170A4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spc="-300" dirty="0">
              <a:solidFill>
                <a:prstClr val="white"/>
              </a:solidFill>
              <a:latin typeface="Parnumation 3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jz1jx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c3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Rings er –     gießt   sich     und    um –    schließt  mich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Sei – ner       Lie – be      rei –  cher              Strom,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Kau – cu –     rah –   kan,     Kau – lim –    pah –       kan,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–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de –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ngan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ka –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Mu.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2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| 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 y  .   +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  | u 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führt   mich     vor – wärts,   führt     mich     auf –     wärts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bis      zur        Ruh        im       Him –    mels – dom.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Pim –  pin        da –   ku,        s’pan – jang       hi –       dup,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sam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pai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ga       yang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duh.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1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 | u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O,      die      tie – fe        Lie – be         Je –      su!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Sei   ge –     rühmt    von     Ort         zu    Ort;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–  sih       Ye – sus,     O,     da –      lam –     nya,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ma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syhur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s’nan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69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01D23B-D0DF-439C-1B5C-F3499239780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FE763-73B9-4E84-94E8-138789BBFC4B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 |  u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wie    Er          lie – bet,      im – mer       lie –     bet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oh – ne         Wan –   del     fort       und   fort!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–  sih         Ye – sus,       a –   jaib       in –      dah,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tak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u –        bah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ma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40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237CE9-FCEE-ADC6-DAF9-F05235F1A129}"/>
              </a:ext>
            </a:extLst>
          </p:cNvPr>
          <p:cNvSpPr txBox="1"/>
          <p:nvPr/>
        </p:nvSpPr>
        <p:spPr>
          <a:xfrm>
            <a:off x="504139" y="2629608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jz2jx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A596C-D165-0DD2-1A4F-B764A3A170A4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spc="-300" dirty="0">
              <a:solidFill>
                <a:prstClr val="white"/>
              </a:solidFill>
              <a:latin typeface="Parnumation 3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jz1jx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c3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Wie   Er          uns   so       reich  be –     schen – ket,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      Er         starb   als       Men – schen –   sohn,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Ia      me –      ni –  lik,      dan     da –      tang –   lah,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‘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tuk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mat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di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76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.   +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 | u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wie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Er          un –   ser      stets  </a:t>
            </a: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den –    </a:t>
            </a:r>
            <a:r>
              <a:rPr kumimoji="0" lang="en-US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ket</a:t>
            </a: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auch  noch    dro –      ben     vor        dem  Thron.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Ia      ber –     do –    a,        un –  tuk         a –       ku,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 –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takh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ta        yang     mu –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19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 | u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O,     die       tie – fe        Lie – be          Je –      su!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Nie – mand    liebt      so,    Herr,     wie   Du!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 –  sih       Ye – sus,     O,      da –      lam –    nya,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tak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hingg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ga     dan        be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1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01D23B-D0DF-439C-1B5C-F3499239780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. 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FE763-73B9-4E84-94E8-138789BBFC4B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y  | u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Sie    ist         mir  ein     Meer   von       Se –     gen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und  ein        Port       zu       sü –      ßer    Ruh!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i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 – le –       bih – i,       laut –  an         be –      sar,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'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 duh      a –      man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56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237CE9-FCEE-ADC6-DAF9-F05235F1A129}"/>
              </a:ext>
            </a:extLst>
          </p:cNvPr>
          <p:cNvSpPr txBox="1"/>
          <p:nvPr/>
        </p:nvSpPr>
        <p:spPr>
          <a:xfrm>
            <a:off x="504139" y="2629608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jz2jx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A596C-D165-0DD2-1A4F-B764A3A170A4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spc="-300" dirty="0">
              <a:solidFill>
                <a:prstClr val="white"/>
              </a:solidFill>
              <a:latin typeface="Parnumation 3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jz1jx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c3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|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Âu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     die        tie – fe        Lie – be         Je –   su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ist   des       Him – mels     Him – mel          mir.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 – bih        da – lam,     le –  bih        ting – gi,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bih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as          da –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s’mua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5B57C7-9130-E828-95B8-EE4ADB93B854}"/>
              </a:ext>
            </a:extLst>
          </p:cNvPr>
          <p:cNvSpPr txBox="1"/>
          <p:nvPr/>
        </p:nvSpPr>
        <p:spPr>
          <a:xfrm>
            <a:off x="522426" y="2587677"/>
            <a:ext cx="10931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   jz2jx 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3jx c4  jz3jx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c2  1    | jz2jx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kx.kx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.   +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A111A-0428-C200-0C12-41224C94EDF0}"/>
              </a:ext>
            </a:extLst>
          </p:cNvPr>
          <p:cNvSpPr txBox="1"/>
          <p:nvPr/>
        </p:nvSpPr>
        <p:spPr>
          <a:xfrm>
            <a:off x="504139" y="104776"/>
            <a:ext cx="11561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Yy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jzyjx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xj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c1  u    y  | u 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jzujx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jx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</a:rPr>
              <a:t>Â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1jx 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c2  jz1jx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kx.kx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cu  y 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Sie   er –      hebt  zu      Herr – lich –    kei –     ten,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O, DIE TIEFE LIEBE JESU!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(KASIH YESUS YANG DALAM)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EBENEZER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222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Samuel Trevor Francis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Thomas J. Williams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denn  sie          hebt      mich,     Herr,    zu     Dir!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Dia   ang –    kat – ku,     da –     ri           do –      sa,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‘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‘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  ji     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ma –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0247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Microsoft Office PowerPoint</Application>
  <PresentationFormat>Widescreen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O, die tiefe Liebe Jesu!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Martinus Abednego</cp:lastModifiedBy>
  <cp:revision>65</cp:revision>
  <dcterms:created xsi:type="dcterms:W3CDTF">2021-06-24T21:29:51Z</dcterms:created>
  <dcterms:modified xsi:type="dcterms:W3CDTF">2023-06-19T23:34:11Z</dcterms:modified>
</cp:coreProperties>
</file>