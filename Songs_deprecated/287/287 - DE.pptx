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6" r:id="rId2"/>
    <p:sldId id="408" r:id="rId3"/>
    <p:sldId id="409" r:id="rId4"/>
    <p:sldId id="410" r:id="rId5"/>
    <p:sldId id="411" r:id="rId6"/>
    <p:sldId id="412" r:id="rId7"/>
    <p:sldId id="413" r:id="rId8"/>
    <p:sldId id="414" r:id="rId9"/>
    <p:sldId id="415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2987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236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4762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4483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348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238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14562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9090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294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661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397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01/07/2023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0D98A9A-D1B8-6320-7A7D-FFBD13907AF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1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BB2D-4B39-4DC2-BC9A-7545C81C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287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B45B9-1BD1-4F45-AA44-1B82CBC88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3092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012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h3  1  3 | h2  u  2 | 1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05393" y="1222543"/>
            <a:ext cx="10868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Ge –   seg –      net     sei          das    Band,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862468" y="3589348"/>
            <a:ext cx="1071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das     uns         im      Herrn     ver –  eint!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h1  y  1 | h1  t  1 | u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In   -   dah    -    lah       i      -     kat  -  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Da   -   lam        ka    -   sih        Tu   -  han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116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g2 u 2 | g1 3 5 | g5 2 4 | g3 5 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75063" y="1222543"/>
            <a:ext cx="10798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Ge – knüpft  von   Chri – sti       Lie – bes – band, 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628515" y="3589348"/>
            <a:ext cx="1054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bleibt's fest,       bis       Er           er –   scheint.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| h5  3  4 | h3  1  2 | 1  .  +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Se   -   ha   -  ti       dan    ber   -   se  - ku   -   tu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Lak  -  sa     -    na        di           sur  -  ga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3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012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h3  1  3 | h2  u  2 | 1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40526" y="1222543"/>
            <a:ext cx="1063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Vor     un –       sers    Va –       </a:t>
            </a:r>
            <a:r>
              <a:rPr kumimoji="0" lang="fr-FR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ters</a:t>
            </a: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 </a:t>
            </a:r>
            <a:r>
              <a:rPr kumimoji="0" lang="fr-FR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Thron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862468" y="3589348"/>
            <a:ext cx="1071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steigt ernst –   lich     un –       ser     Flehn, 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h1  y  1 | h1  t  1 | u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In   -   dah    -    lah       i      -     kat  -  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Da   -   lam        ka    -   sih        Tu   -  han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2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116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g2 u 2 | g1 3  5 | g5 2 4 | g3 5 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75063" y="1222543"/>
            <a:ext cx="10798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in      Leid   und    Freud    ein      Herz, ein     Geist: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940526" y="3589348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So    klingt‘s   dem     Va –        ter     schön. 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| h5  3  4 | h3  1  2 | 1  .  +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Se   -   ha   -  ti       dan       ber   -   se  - ku   -   tu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Lak  -  sa     -    na        di           sur  -  ga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38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012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h3  1  3 | h2  u  2 | 1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40526" y="1222543"/>
            <a:ext cx="10633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Wir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 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tra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–      gen       je –        de     Last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862468" y="3589348"/>
            <a:ext cx="1071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mit    Schwer – ge –   prüf –     ten     gern;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h1  y  1 | h1  t  1 | u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Be  -   ban,        be   -   rat,          ri  -  ngan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Ber  -  sa    -     ma       di          tang - gung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80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116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g2 u 2 | g1 3  5 | g5 2 4 | g3 5 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75063" y="1222543"/>
            <a:ext cx="10798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des      Mit – leids  Trä –    nen     flie – ßen     oft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870856" y="3589348"/>
            <a:ext cx="1070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ver –  eint         vor      un –      serm   Herrn. 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| h5  3  4 | h3  1  2 | 1  .  +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Bi    -   la       a    -    da        ka   -   wan  su   -   sah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Ki   -   ta     -     pun      ra     -     sa   -  kan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20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012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h3  1  3 | h2  u  2 | 1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05394" y="1222543"/>
            <a:ext cx="10868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Und    schei –   den     wir          all –   hier,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862468" y="3589348"/>
            <a:ext cx="10711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so      gibt‘s     uns      tie –       fen    Schmerz;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h1  y  1 | h1  t  1 | u  .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940526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Sur   -   ga        tia    -   da         su   -   sah  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Do   -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 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tak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ber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-    ta   -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han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2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8FDE4A-DF9F-4F1A-AC7B-1C140D559785}"/>
              </a:ext>
            </a:extLst>
          </p:cNvPr>
          <p:cNvSpPr txBox="1"/>
          <p:nvPr/>
        </p:nvSpPr>
        <p:spPr>
          <a:xfrm>
            <a:off x="1031187" y="504619"/>
            <a:ext cx="1116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g2 u 2 | g1 3  5 | g5 2  4 | g3 5 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75063" y="1222543"/>
            <a:ext cx="10798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doch   blei – ben     wir       im      Geist    ver –   eint 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78972" y="3589348"/>
            <a:ext cx="11095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    und    pil –       gern    him –     mel – wärts.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3042E-3F6D-4ABC-BB6F-EACA9848758F}"/>
              </a:ext>
            </a:extLst>
          </p:cNvPr>
          <p:cNvSpPr txBox="1"/>
          <p:nvPr/>
        </p:nvSpPr>
        <p:spPr>
          <a:xfrm>
            <a:off x="1031187" y="2918417"/>
            <a:ext cx="10354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6 | h5  3  4 | h3  1  2 | 1  .  +</a:t>
            </a:r>
            <a:endParaRPr kumimoji="0" lang="id-ID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2FE655-8BDE-4F48-92C4-29FD0AD3E88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GESEGNET SEI DAS BAND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(INDAHLAH IKATAN DALAM KASIH-NYA)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6990E-BFBC-4A89-A1E9-B729381B3925}"/>
              </a:ext>
            </a:extLst>
          </p:cNvPr>
          <p:cNvSpPr txBox="1"/>
          <p:nvPr/>
        </p:nvSpPr>
        <p:spPr>
          <a:xfrm>
            <a:off x="1540903" y="6111703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F – </a:t>
            </a: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3/4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DENNIS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222B2-ECE9-4508-8EEA-AFADF969D6DE}"/>
              </a:ext>
            </a:extLst>
          </p:cNvPr>
          <p:cNvSpPr txBox="1"/>
          <p:nvPr/>
        </p:nvSpPr>
        <p:spPr>
          <a:xfrm>
            <a:off x="5324283" y="6111703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John Fawcett tr. by J. C. Grimmel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Johann H. G. </a:t>
            </a:r>
            <a:r>
              <a:rPr lang="en-US" dirty="0" err="1">
                <a:solidFill>
                  <a:prstClr val="white"/>
                </a:solidFill>
                <a:latin typeface="Roboto Condensed" pitchFamily="2" charset="0"/>
                <a:ea typeface="Roboto Condensed" pitchFamily="2" charset="0"/>
              </a:rPr>
              <a:t>Naegell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D0509-5684-4082-84B0-9D6CAEB91E3F}"/>
              </a:ext>
            </a:extLst>
          </p:cNvPr>
          <p:cNvSpPr txBox="1"/>
          <p:nvPr/>
        </p:nvSpPr>
        <p:spPr>
          <a:xfrm>
            <a:off x="890192" y="1762351"/>
            <a:ext cx="1063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Ka –   sih      Tu –   han –   ku       sem –  pur –   na 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ACBA7-27C1-48D3-BA8F-A24152792C1B}"/>
              </a:ext>
            </a:extLst>
          </p:cNvPr>
          <p:cNvSpPr txBox="1"/>
          <p:nvPr/>
        </p:nvSpPr>
        <p:spPr>
          <a:xfrm>
            <a:off x="940526" y="4098610"/>
            <a:ext cx="1063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itchFamily="2" charset="0"/>
                <a:ea typeface="Roboto Condensed" pitchFamily="2" charset="0"/>
              </a:rPr>
              <a:t>Sam - pai         se    -    la     -    ma  -  nya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29F07-37F6-4E45-8E4F-FAB165DE242E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762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Parnumation 3</vt:lpstr>
      <vt:lpstr>Roboto Condensed</vt:lpstr>
      <vt:lpstr>1_Office Theme</vt:lpstr>
      <vt:lpstr>287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</dc:title>
  <dc:creator>Bobby Simarmata</dc:creator>
  <cp:lastModifiedBy>Martinus Abednego</cp:lastModifiedBy>
  <cp:revision>25</cp:revision>
  <dcterms:created xsi:type="dcterms:W3CDTF">2021-06-24T19:12:46Z</dcterms:created>
  <dcterms:modified xsi:type="dcterms:W3CDTF">2023-07-01T20:53:40Z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2023-06-10T12:31:55Z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c6e71623-57ef-4c54-a0a5-28caf00c76e9</vt:lpwstr>
  </property>
  <property fmtid="{D5CDD505-2E9C-101B-9397-08002B2CF9AE}" pid="8" name="MSIP_Label_604be5fb-a727-4de8-9a0b-2318b3ae9b1b_ContentBits">
    <vt:lpwstr>0</vt:lpwstr>
  </property>
</Properties>
</file>