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8" r:id="rId10"/>
    <p:sldId id="454" r:id="rId11"/>
    <p:sldId id="455" r:id="rId12"/>
    <p:sldId id="456" r:id="rId13"/>
    <p:sldId id="459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02/06/2023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29AE635-14A1-DAC6-095F-2108D8E3B9E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252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Got – tes     Ges– chöp –  fe, kommt  zu      Hauf!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. | 1     2    3     1    3    4  |  5 . .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Lasst brau– sen   hoch    zum   Him–mel      auf: 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. | 1     2    3     1    3    4  |  5 . .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   se –    mu –   a        cip –   ta –   an –    Nya,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 – nya –   nyi    dan       me – mu –  ji –      lah!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 –   le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Hal –  le – 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    7  |  6  .  5  .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A1    7  |   6  .  D5 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Du        Son –  ne     hell   mit  gold – nem    Strahl,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. |   a1    5    5    4   3     4  |  5 . .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 –    le –     lu –     ya!      Ha –   le –       lu –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 –       nar    men – ta –   ri     me –  man –  car,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84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Mond  leucht–end  hoch vom Him – mels – saal,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. |   a1    5    5    4   3     4  |  5 . .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Singt ihm      Eh –    re!      Singt  ihm     Eh –     re!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4     3  |  2  .  1  .  4    3  |  2  .  1 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t’rang    lem – but     bu –  lan   ber –   si –     nar.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 –   ji          Al –    lah!      Pu –    ji        Al –     lah!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78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 –   le –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le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    7  |  6  .  5  .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A1    7  |   6  .  5 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Hal –  le –  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          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4     3  |   2 . . . . . | 1 . . . +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 –    le –     lu –     ya!      Ha –   le –       lu –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 –   le –       lu –                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48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Ihr     Was –  ser – bä –   che,   klar   und     rein,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. | 1     2    3     1    3    4  |  5 . .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singt  eu –    er      Lob –  lied   ihm     al –    lein,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. | 1     2    3     1    3    4  |  5 . .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–     ir         jer –  nih    meng – a –    lir –    lah,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 –   gai      mu –  sik       ki –  dung    in –    dah,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70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 –   le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Hal –  le – 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    7  |  6  .  5  .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A1    7  |   6  .  D5 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Du         Feu – ers  Flam – me  auf     dem    Herd,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. |   a1    5    5    4   3     4  |  5 . .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 –    ji         Al –    lah!      Ha –   le –       lu –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Kau –    lah    sum – ber     te – rang    ke –    kal,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5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 –      ran    der Mensch sich wärmt  und     nährt,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. |   a1    5    5     4   3     4  |  5 . .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Singt ihm      Eh –    re!      Singt  ihm     Eh –     re!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4     3  |  2  .  1  .  4    3  |  2  .  1 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yang    mem – b’ri – kan    ke –  ha –   ngat –  an. 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 –   ji          Al –    lah!      Pu –    ji        Al –     lah!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027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 –   le –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le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    7  |  6  .  5  .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A1    7  |   6  .  5 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Hal –  le –  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          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4     3  |   2 . . . . . | 1 . . . +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 –    le –     lu –     ya!      Ha –   le –       lu –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 –   le –       lu –                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731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Ihr     Kre –    a –    tur –   en,   singt   im       Chor,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. | 1     2    3     1    3    4  |  5 . .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Hebt  eu –     er    Herz     zu     Gott    em –   por,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. | 1     2    3     1    3    4  |  5 . .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   se –    mu –   a         cip –  ta –   an –    Nya,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 –  su –    jud    dan      me– nyem– bah –  lah!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070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 –   le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Hal –  le – 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    7  |  6  .  5  .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A1    7  |   6  .  D5 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Va –      ter     und  Sohn  und Heil –  gem    Geist,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. |   a1    5    5    4   3     4  |  5 . .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 –    ji         Al –    lah!      Ha –   le –       lu –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 –        ji,      Ba –  pa,    Pu – tra      dan      Roh,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50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drei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ein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ig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hei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lig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hoch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priest,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. |   a1    5    5    4   3     4  |  5 . .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Singt ihm      Eh –    re!      Singt  ihm     Eh –     re!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4     3  |  2  .  1  .  4    3  |  2  .  1  . 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 –        ji      Dia      Al –  lah  yang      E –     sa.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 –   ji          Al –    lah!      Pu –    ji        Al –     lah!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932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- 3/2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Geistliche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Kirchengesang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GOTTES GESCHÖPFE, KOMMT ZUHAUF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HAI, SEMUA CIPTAAN-NYA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Karl </a:t>
            </a:r>
            <a:r>
              <a:rPr lang="en-GB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Budde</a:t>
            </a:r>
            <a:endParaRPr lang="en-GB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St. Francis of Assisi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 –   le –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hal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le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A1     7  |  6  .  5  .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A1    7  |   6  .  5  .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Hal –  le –  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          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4     3  |   2 . . . . . | 1 . . . +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CDC05-2242-088E-3C40-4C036268ABE1}"/>
              </a:ext>
            </a:extLst>
          </p:cNvPr>
          <p:cNvSpPr txBox="1"/>
          <p:nvPr/>
        </p:nvSpPr>
        <p:spPr>
          <a:xfrm>
            <a:off x="269452" y="2023268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 –    le –     lu –     ya!      Ha –   le –       lu –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100EB-E545-5077-2B21-2D4B755AC923}"/>
              </a:ext>
            </a:extLst>
          </p:cNvPr>
          <p:cNvSpPr txBox="1"/>
          <p:nvPr/>
        </p:nvSpPr>
        <p:spPr>
          <a:xfrm>
            <a:off x="286760" y="4409247"/>
            <a:ext cx="103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 –   le –       lu –                     ya!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0161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Parnumation 3</vt:lpstr>
      <vt:lpstr>Roboto Condensed</vt:lpstr>
      <vt:lpstr>1_Office Theme</vt:lpstr>
      <vt:lpstr>252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Martinus Abednego</cp:lastModifiedBy>
  <cp:revision>151</cp:revision>
  <dcterms:created xsi:type="dcterms:W3CDTF">2021-06-24T21:29:51Z</dcterms:created>
  <dcterms:modified xsi:type="dcterms:W3CDTF">2023-06-02T18:51:26Z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2022-11-05T21:38:29Z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cc5fbae3-a5bf-4d2b-95eb-6aa265b19649</vt:lpwstr>
  </property>
  <property fmtid="{D5CDD505-2E9C-101B-9397-08002B2CF9AE}" pid="8" name="MSIP_Label_604be5fb-a727-4de8-9a0b-2318b3ae9b1b_ContentBits">
    <vt:lpwstr>0</vt:lpwstr>
  </property>
</Properties>
</file>