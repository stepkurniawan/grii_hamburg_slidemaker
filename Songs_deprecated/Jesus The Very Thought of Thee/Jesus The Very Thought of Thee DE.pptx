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445" r:id="rId2"/>
    <p:sldId id="446" r:id="rId3"/>
    <p:sldId id="465" r:id="rId4"/>
    <p:sldId id="466" r:id="rId5"/>
    <p:sldId id="467" r:id="rId6"/>
    <p:sldId id="468" r:id="rId7"/>
    <p:sldId id="469" r:id="rId8"/>
    <p:sldId id="470" r:id="rId9"/>
    <p:sldId id="471" r:id="rId10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9189" autoAdjust="0"/>
  </p:normalViewPr>
  <p:slideViewPr>
    <p:cSldViewPr snapToGrid="0">
      <p:cViewPr varScale="1">
        <p:scale>
          <a:sx n="72" d="100"/>
          <a:sy n="72" d="100"/>
        </p:scale>
        <p:origin x="105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94EF16-A201-455A-9126-E3DF86716737}" type="datetimeFigureOut">
              <a:rPr lang="id-ID" smtClean="0"/>
              <a:t>18/05/2023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74C5B5-5FE8-4FD0-B2A9-F34233F9AD00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22189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hail the power of Jesus' Name!</a:t>
            </a:r>
          </a:p>
          <a:p>
            <a:r>
              <a:rPr lang="en-US" dirty="0"/>
              <a:t>Let angels prostrate fall;</a:t>
            </a:r>
          </a:p>
          <a:p>
            <a:r>
              <a:rPr lang="en-US" dirty="0"/>
              <a:t>Bring forth the royal diadem,</a:t>
            </a:r>
          </a:p>
          <a:p>
            <a:r>
              <a:rPr lang="en-US" dirty="0"/>
              <a:t>And crown him, crown him, crown him,</a:t>
            </a:r>
          </a:p>
          <a:p>
            <a:r>
              <a:rPr lang="en-US" dirty="0"/>
              <a:t>And crown him Lord of all.</a:t>
            </a:r>
          </a:p>
          <a:p>
            <a:endParaRPr lang="en-US" dirty="0"/>
          </a:p>
          <a:p>
            <a:r>
              <a:rPr lang="en-US" dirty="0"/>
              <a:t>Ye seed of Israel's chosen race,</a:t>
            </a:r>
          </a:p>
          <a:p>
            <a:r>
              <a:rPr lang="en-US" dirty="0"/>
              <a:t>Ye ransomed of the fall,</a:t>
            </a:r>
          </a:p>
          <a:p>
            <a:r>
              <a:rPr lang="en-US" dirty="0"/>
              <a:t>Hail him who saves you by his grace,</a:t>
            </a:r>
          </a:p>
          <a:p>
            <a:r>
              <a:rPr lang="en-US" dirty="0"/>
              <a:t>And crown him, crown him, crown him,</a:t>
            </a:r>
          </a:p>
          <a:p>
            <a:r>
              <a:rPr lang="en-US" dirty="0"/>
              <a:t>And crown him Lord of all.</a:t>
            </a:r>
          </a:p>
          <a:p>
            <a:endParaRPr lang="en-US" dirty="0"/>
          </a:p>
          <a:p>
            <a:r>
              <a:rPr lang="en-US" dirty="0"/>
              <a:t>Let </a:t>
            </a:r>
            <a:r>
              <a:rPr lang="en-US" dirty="0" err="1"/>
              <a:t>ev'ry</a:t>
            </a:r>
            <a:r>
              <a:rPr lang="en-US" dirty="0"/>
              <a:t> kindred, </a:t>
            </a:r>
            <a:r>
              <a:rPr lang="en-US" dirty="0" err="1"/>
              <a:t>ev'ry</a:t>
            </a:r>
            <a:r>
              <a:rPr lang="en-US" dirty="0"/>
              <a:t> tribe,</a:t>
            </a:r>
          </a:p>
          <a:p>
            <a:r>
              <a:rPr lang="en-US" dirty="0"/>
              <a:t>On this terrestrial ball,</a:t>
            </a:r>
          </a:p>
          <a:p>
            <a:r>
              <a:rPr lang="en-US" dirty="0"/>
              <a:t>To him all majesty ascribe,</a:t>
            </a:r>
          </a:p>
          <a:p>
            <a:r>
              <a:rPr lang="en-US" dirty="0"/>
              <a:t>And crown him, crown him, crown him,</a:t>
            </a:r>
          </a:p>
          <a:p>
            <a:r>
              <a:rPr lang="en-US" dirty="0"/>
              <a:t>And crown him Lord of all.</a:t>
            </a:r>
          </a:p>
          <a:p>
            <a:endParaRPr lang="en-US" dirty="0"/>
          </a:p>
          <a:p>
            <a:r>
              <a:rPr lang="en-US" dirty="0"/>
              <a:t>O that with yonder sacred throng</a:t>
            </a:r>
          </a:p>
          <a:p>
            <a:r>
              <a:rPr lang="en-US" dirty="0"/>
              <a:t>We at his feet may fall;</a:t>
            </a:r>
          </a:p>
          <a:p>
            <a:r>
              <a:rPr lang="en-US" dirty="0"/>
              <a:t>We'll join the everlasting song,</a:t>
            </a:r>
          </a:p>
          <a:p>
            <a:r>
              <a:rPr lang="en-US" dirty="0"/>
              <a:t>And crown him, crown him, crown him,</a:t>
            </a:r>
          </a:p>
          <a:p>
            <a:r>
              <a:rPr lang="en-US" dirty="0"/>
              <a:t>And crown him Lord of all.</a:t>
            </a:r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74C5B5-5FE8-4FD0-B2A9-F34233F9AD00}" type="slidenum">
              <a:rPr lang="id-ID" smtClean="0"/>
              <a:t>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48799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92203-8B88-47F4-A063-3B196B6AC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0B74F5-6C0E-4647-BD9D-08F46F0CDB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00AC9-BC04-4E39-A27C-BE6101457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18/05/2023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267E9-287C-4998-9348-A732C3E6A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12D58-9E51-4700-8598-D196E70C7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10295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D589C-36F6-457A-908C-B7A60684A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55A8E-21D3-4D58-B4D2-1AD2E4136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A591F-FDB9-43EB-A3CD-E94FB3482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18/05/2023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2B9F1-531F-4ED4-B299-820286CE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8173A-F122-4AE9-8254-6C1D9E430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7510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6F267-F511-4BEB-8F48-CF6A65895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8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924EF-4F1F-4145-B79F-6F8CF53A8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DE729-6B1C-4AB2-8A8A-41A9D00CA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18/05/2023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403A8-0539-4F3B-8285-43D54DE82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1C58E-49BE-4BD2-AD5F-793F07CE3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90252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C2DC6-D4E4-4F63-86D5-F37831A8A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FDA52-2E4E-4FE5-8C9F-CF23D92EFD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30D941-9C61-4898-9224-4F8454A35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CCC77-9BCA-400D-8F55-0E70D3EEE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18/05/2023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E56F6-FCCB-44F6-9795-C0F420A55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D92AB-7098-446A-8915-EB7EB095A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04569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9EF8F-5D2C-4D02-9A45-1BCB0804D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453FF-B1DE-4D01-BD31-33F7AF24D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AB1EB-F2E9-4A8C-8D10-8A011C27C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33D4EA-4E92-4E88-837F-B9CF6F28D4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992C3F-1902-4B40-AB8F-E89200964E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D4314B-4B1B-493A-9C6A-82A70EE69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18/05/2023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566BF8-7782-432B-9932-EAF15465F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86AB63-B15C-4AA3-9D69-8FAC60C99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3096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44EC-21C5-42B1-9975-818D52A88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2F768D-FBEE-4A88-AA31-25AED3AF1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18/05/2023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BC78-2186-4C83-B40C-80047D676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DE6762-BC47-4226-B78D-674BB4EC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17865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360B9-ABBD-454E-90C1-A344C9CD2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18/05/2023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BCF27D-8D6C-4C30-A5AC-33A0896EE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EE1D8-9EA3-4117-99FB-FC6BA15CC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60684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F0649-6562-4AF3-89EB-B7C002F4A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24653-DA81-420C-8BD2-F4CDE48C7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A4166-857F-4EEA-B320-7F2D4285B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FBA87-4407-4894-97C3-774B1BDA0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18/05/2023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9CAB2-4C13-4EF9-A511-48EE9D31B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4A4B0-8DF4-4A74-9A3E-B1BACDB69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71745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69D3F-EB57-4DA3-A81B-64C50F2F5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124686-8750-494B-8519-B9572E46D4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F455E-F0C1-41C3-A7C0-AD961E250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BB696-C73D-4275-BFE3-15E6F4474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18/05/2023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18F25-8600-4207-894D-B8139E222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5E59F-476C-4B9D-9968-0F295C279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44797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5B5C4-B6EE-4B37-9014-127C3DEBA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22D6EB-BEC0-4127-8942-0263CF6D1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F3BFB-5EE0-4ABA-B7C2-4E7D12A6C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18/05/2023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3DBA1-27EB-4601-8E74-575A1C1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71B97-130D-4798-8BF7-DA11C7139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94881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170B6A-0D19-49F8-AE2E-ABE46EBFA5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114B30-E6C2-472C-9132-F2405EFB91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E45DD-BD71-4687-95F1-347DE12AA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18/05/2023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77038-F7F3-4406-9FE7-2057C38C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14187-90F3-48D3-87AF-871016446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00861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7E44D8-C9B7-42DB-BEE3-5781BD2DA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A8D00-1E35-4D95-83F6-07837CB45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F4C8B-B80D-4CAD-A0E8-DFF528C340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4F81C3-17D7-4495-ADD9-B7518327B56D}" type="datetimeFigureOut">
              <a:rPr lang="id-ID" smtClean="0"/>
              <a:t>18/05/2023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C5856-5581-4CCA-9C54-BECF3C57DA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B7E1C-4E26-4DDA-B571-0AA69CA69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ECEAD-2699-46AF-8740-6B5A5FFB30EF}" type="slidenum">
              <a:rPr lang="id-ID" smtClean="0"/>
              <a:t>‹Nr.›</a:t>
            </a:fld>
            <a:endParaRPr lang="id-ID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3A03EA87-7D0C-DC20-0C12-2B215AE3A91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93569"/>
            <a:ext cx="862968" cy="146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932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42EBF-5242-436B-BE15-67DEDC9FB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87182"/>
            <a:ext cx="10515600" cy="1500187"/>
          </a:xfrm>
        </p:spPr>
        <p:txBody>
          <a:bodyPr/>
          <a:lstStyle/>
          <a:p>
            <a:endParaRPr lang="id-ID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BB3DB9-F3E1-4895-B901-72F515DD3751}"/>
              </a:ext>
            </a:extLst>
          </p:cNvPr>
          <p:cNvSpPr>
            <a:spLocks noGrp="1"/>
          </p:cNvSpPr>
          <p:nvPr/>
        </p:nvSpPr>
        <p:spPr>
          <a:xfrm>
            <a:off x="838200" y="2002631"/>
            <a:ext cx="10515600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200" dirty="0"/>
              <a:t>Jesus, wenn ich nur denk an dich</a:t>
            </a:r>
            <a:br>
              <a:rPr lang="de-DE" dirty="0"/>
            </a:br>
            <a:r>
              <a:rPr kumimoji="0" 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(JESUS THE VERY THOUGHT OF THEE</a:t>
            </a:r>
            <a:r>
              <a:rPr lang="en-US" sz="4500" b="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)</a:t>
            </a:r>
            <a:endParaRPr lang="id-ID" b="0" dirty="0"/>
          </a:p>
        </p:txBody>
      </p:sp>
    </p:spTree>
    <p:extLst>
      <p:ext uri="{BB962C8B-B14F-4D97-AF65-F5344CB8AC3E}">
        <p14:creationId xmlns:p14="http://schemas.microsoft.com/office/powerpoint/2010/main" val="1530678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1DC0D3D-B70D-4D4E-B1E4-14AB7FBFE13F}"/>
              </a:ext>
            </a:extLst>
          </p:cNvPr>
          <p:cNvSpPr txBox="1"/>
          <p:nvPr/>
        </p:nvSpPr>
        <p:spPr>
          <a:xfrm>
            <a:off x="638702" y="3809448"/>
            <a:ext cx="114517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üllt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sich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mein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Herz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mit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Freud.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578761" y="1699240"/>
            <a:ext cx="112794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Je - sus,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wenn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ich  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nur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denk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 an      dich,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628068" y="955868"/>
            <a:ext cx="114517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 3   3   3 | 2 . 3 | 4 .  </a:t>
            </a:r>
            <a:r>
              <a:rPr lang="en-US" sz="4000" dirty="0" err="1">
                <a:solidFill>
                  <a:prstClr val="white"/>
                </a:solidFill>
                <a:latin typeface="Parnumation 3" pitchFamily="2" charset="0"/>
              </a:rPr>
              <a:t>Uu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 | 1 . .|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A83F9A-D2A7-4B99-BC1A-05466AB78485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1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251FE0-FC15-492A-A741-A0D96907F1FC}"/>
              </a:ext>
            </a:extLst>
          </p:cNvPr>
          <p:cNvSpPr txBox="1"/>
          <p:nvPr/>
        </p:nvSpPr>
        <p:spPr>
          <a:xfrm>
            <a:off x="638701" y="3068635"/>
            <a:ext cx="11209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Tt   t  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t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| 3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 .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2 | 2 . . |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50032E5C-5ACC-B941-AC99-D9FBE78AEED5}"/>
              </a:ext>
            </a:extLst>
          </p:cNvPr>
          <p:cNvSpPr txBox="1"/>
          <p:nvPr/>
        </p:nvSpPr>
        <p:spPr>
          <a:xfrm>
            <a:off x="829135" y="2308842"/>
            <a:ext cx="112794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Je - sus,   the      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ve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ry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 thought  of      thee</a:t>
            </a:r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73E34ED5-A56A-E9AA-CC4D-DB5E0A2542F2}"/>
              </a:ext>
            </a:extLst>
          </p:cNvPr>
          <p:cNvSpPr txBox="1"/>
          <p:nvPr/>
        </p:nvSpPr>
        <p:spPr>
          <a:xfrm>
            <a:off x="709459" y="4435377"/>
            <a:ext cx="114517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with sweet-ness    fills    my    heart;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DEBEEAE-93F5-EE77-CF5B-6B44720BBCA4}"/>
              </a:ext>
            </a:extLst>
          </p:cNvPr>
          <p:cNvSpPr txBox="1">
            <a:spLocks/>
          </p:cNvSpPr>
          <p:nvPr/>
        </p:nvSpPr>
        <p:spPr>
          <a:xfrm>
            <a:off x="1540903" y="5493411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JESUS, WENN ICH NUR DENK AN DICH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(JESUS THE VERY THOUGHT OF THEE)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494E03D1-F14B-79ED-85E7-F3300B173545}"/>
              </a:ext>
            </a:extLst>
          </p:cNvPr>
          <p:cNvSpPr txBox="1"/>
          <p:nvPr/>
        </p:nvSpPr>
        <p:spPr>
          <a:xfrm>
            <a:off x="1626257" y="6134455"/>
            <a:ext cx="1476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 - 3/4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John B. Dykes</a:t>
            </a: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665A9FA8-8BA7-CAED-7BAB-C0F7FE4E6805}"/>
              </a:ext>
            </a:extLst>
          </p:cNvPr>
          <p:cNvSpPr txBox="1"/>
          <p:nvPr/>
        </p:nvSpPr>
        <p:spPr>
          <a:xfrm>
            <a:off x="5324283" y="6134455"/>
            <a:ext cx="20874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ST. AGNES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Bernard  of Clairvaux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603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1DC0D3D-B70D-4D4E-B1E4-14AB7FBFE13F}"/>
              </a:ext>
            </a:extLst>
          </p:cNvPr>
          <p:cNvSpPr txBox="1"/>
          <p:nvPr/>
        </p:nvSpPr>
        <p:spPr>
          <a:xfrm>
            <a:off x="552893" y="3809448"/>
            <a:ext cx="115876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dich    in      der    Herr - lich  -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keit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552893" y="1699240"/>
            <a:ext cx="113554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Wie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schön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,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einst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Aug     in     Aug  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zu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sehn</a:t>
            </a:r>
            <a:endParaRPr kumimoji="0" lang="en-US" sz="40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698534" y="955598"/>
            <a:ext cx="11209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4   4   3 | 2 . 1 | u . y | t . . |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A83F9A-D2A7-4B99-BC1A-05466AB78485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1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251FE0-FC15-492A-A741-A0D96907F1FC}"/>
              </a:ext>
            </a:extLst>
          </p:cNvPr>
          <p:cNvSpPr txBox="1"/>
          <p:nvPr/>
        </p:nvSpPr>
        <p:spPr>
          <a:xfrm>
            <a:off x="688805" y="3068635"/>
            <a:ext cx="11209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Tt   y  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| 3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 .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2 |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. .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+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8047E59E-0F55-4DA0-8ECA-F3A942E4E30A}"/>
              </a:ext>
            </a:extLst>
          </p:cNvPr>
          <p:cNvSpPr txBox="1"/>
          <p:nvPr/>
        </p:nvSpPr>
        <p:spPr>
          <a:xfrm>
            <a:off x="628865" y="2303405"/>
            <a:ext cx="112794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but  sweet - er       far     thy    face    to       see,</a:t>
            </a:r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31C3B9D0-3CBF-8F91-8415-D4E7554172F0}"/>
              </a:ext>
            </a:extLst>
          </p:cNvPr>
          <p:cNvSpPr txBox="1"/>
          <p:nvPr/>
        </p:nvSpPr>
        <p:spPr>
          <a:xfrm>
            <a:off x="574503" y="4429934"/>
            <a:ext cx="114517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nd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in      thy     pre-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sence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rest.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D31D7A0-83D4-D042-2D2B-ED92B554A62D}"/>
              </a:ext>
            </a:extLst>
          </p:cNvPr>
          <p:cNvSpPr txBox="1">
            <a:spLocks/>
          </p:cNvSpPr>
          <p:nvPr/>
        </p:nvSpPr>
        <p:spPr>
          <a:xfrm>
            <a:off x="1540903" y="5493411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JESUS, WENN ICH NUR DENK AN DICH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(JESUS THE VERY THOUGHT OF THEE)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E6885862-3E73-E7B8-6627-9751E96CB089}"/>
              </a:ext>
            </a:extLst>
          </p:cNvPr>
          <p:cNvSpPr txBox="1"/>
          <p:nvPr/>
        </p:nvSpPr>
        <p:spPr>
          <a:xfrm>
            <a:off x="1626257" y="6134455"/>
            <a:ext cx="1476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 - 3/4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John B. Dykes</a:t>
            </a: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05F9DD5B-A4EC-26B8-50C7-CA3F36913D17}"/>
              </a:ext>
            </a:extLst>
          </p:cNvPr>
          <p:cNvSpPr txBox="1"/>
          <p:nvPr/>
        </p:nvSpPr>
        <p:spPr>
          <a:xfrm>
            <a:off x="5324283" y="6134455"/>
            <a:ext cx="20874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ST. AGNES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Bernard  of Clairvaux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803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1DC0D3D-B70D-4D4E-B1E4-14AB7FBFE13F}"/>
              </a:ext>
            </a:extLst>
          </p:cNvPr>
          <p:cNvSpPr txBox="1"/>
          <p:nvPr/>
        </p:nvSpPr>
        <p:spPr>
          <a:xfrm>
            <a:off x="638702" y="3809448"/>
            <a:ext cx="114517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ein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Herz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er  -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faßt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dich   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ganz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,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578761" y="1699240"/>
            <a:ext cx="112794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Kein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Lied 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ver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mag  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zu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  lo   -  ben    dich,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40903" y="5493411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JESUS, WENN ICH NUR DENK AN DICH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(JESUS THE VERY THOUGHT OF THEE)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26257" y="6134455"/>
            <a:ext cx="1476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 - 3/4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John B. Dykes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4455"/>
            <a:ext cx="20874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ST. AGNES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Bernard  of Clairvaux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648430" y="955598"/>
            <a:ext cx="11209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3   3   3 | 2 . 3 | 4 . </a:t>
            </a:r>
            <a:r>
              <a:rPr lang="en-US" sz="4000" dirty="0" err="1">
                <a:solidFill>
                  <a:prstClr val="white"/>
                </a:solidFill>
                <a:latin typeface="Parnumation 3" pitchFamily="2" charset="0"/>
              </a:rPr>
              <a:t>Uu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 | 1 . . |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A83F9A-D2A7-4B99-BC1A-05466AB78485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2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251FE0-FC15-492A-A741-A0D96907F1FC}"/>
              </a:ext>
            </a:extLst>
          </p:cNvPr>
          <p:cNvSpPr txBox="1"/>
          <p:nvPr/>
        </p:nvSpPr>
        <p:spPr>
          <a:xfrm>
            <a:off x="638701" y="3068635"/>
            <a:ext cx="11209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t  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t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t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| 3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 .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2 | 2 . . |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EEB0844A-39C9-F8B9-79A8-4D77F1EE4DF4}"/>
              </a:ext>
            </a:extLst>
          </p:cNvPr>
          <p:cNvSpPr txBox="1"/>
          <p:nvPr/>
        </p:nvSpPr>
        <p:spPr>
          <a:xfrm>
            <a:off x="584200" y="2292515"/>
            <a:ext cx="112794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Nor  voice  can    sing,   nor   heart   can     frame,</a:t>
            </a:r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9BF5EAB3-9A0D-B56E-671E-8CE8B081067E}"/>
              </a:ext>
            </a:extLst>
          </p:cNvPr>
          <p:cNvSpPr txBox="1"/>
          <p:nvPr/>
        </p:nvSpPr>
        <p:spPr>
          <a:xfrm>
            <a:off x="660470" y="4419050"/>
            <a:ext cx="114517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Nor   can    the     me -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m’ry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find</a:t>
            </a:r>
          </a:p>
        </p:txBody>
      </p:sp>
    </p:spTree>
    <p:extLst>
      <p:ext uri="{BB962C8B-B14F-4D97-AF65-F5344CB8AC3E}">
        <p14:creationId xmlns:p14="http://schemas.microsoft.com/office/powerpoint/2010/main" val="4007222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1DC0D3D-B70D-4D4E-B1E4-14AB7FBFE13F}"/>
              </a:ext>
            </a:extLst>
          </p:cNvPr>
          <p:cNvSpPr txBox="1"/>
          <p:nvPr/>
        </p:nvSpPr>
        <p:spPr>
          <a:xfrm>
            <a:off x="672477" y="3809448"/>
            <a:ext cx="114517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it 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dei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nem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Him -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mels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glanz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628865" y="1699240"/>
            <a:ext cx="112794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du 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schö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ner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Na  -  me     Je   -  sus    Christ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698534" y="955598"/>
            <a:ext cx="11209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4   4   3 | 2 . 1 | u . y | t . . |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A83F9A-D2A7-4B99-BC1A-05466AB78485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2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251FE0-FC15-492A-A741-A0D96907F1FC}"/>
              </a:ext>
            </a:extLst>
          </p:cNvPr>
          <p:cNvSpPr txBox="1"/>
          <p:nvPr/>
        </p:nvSpPr>
        <p:spPr>
          <a:xfrm>
            <a:off x="688805" y="3068635"/>
            <a:ext cx="11209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Tt   y  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| 3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 .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2 |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. .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+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CA679229-EE24-8BA7-2924-EB063110BCB1}"/>
              </a:ext>
            </a:extLst>
          </p:cNvPr>
          <p:cNvSpPr txBox="1"/>
          <p:nvPr/>
        </p:nvSpPr>
        <p:spPr>
          <a:xfrm>
            <a:off x="617975" y="2308840"/>
            <a:ext cx="112794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A    sweet -  er   sound  than   Thy   blest    Name, </a:t>
            </a:r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B31A345E-1D99-5CFF-0377-EFFE58058E95}"/>
              </a:ext>
            </a:extLst>
          </p:cNvPr>
          <p:cNvSpPr txBox="1"/>
          <p:nvPr/>
        </p:nvSpPr>
        <p:spPr>
          <a:xfrm>
            <a:off x="710574" y="4402715"/>
            <a:ext cx="114517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O       Sa -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viour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of      man -  kind!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92A8647-08EB-F6FF-DAA4-919556A4E32A}"/>
              </a:ext>
            </a:extLst>
          </p:cNvPr>
          <p:cNvSpPr txBox="1">
            <a:spLocks/>
          </p:cNvSpPr>
          <p:nvPr/>
        </p:nvSpPr>
        <p:spPr>
          <a:xfrm>
            <a:off x="1540903" y="5493411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JESUS, WENN ICH NUR DENK AN DICH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(JESUS THE VERY THOUGHT OF THEE)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65BCDCA3-59FA-8BAB-9A8A-97055D8EBE1B}"/>
              </a:ext>
            </a:extLst>
          </p:cNvPr>
          <p:cNvSpPr txBox="1"/>
          <p:nvPr/>
        </p:nvSpPr>
        <p:spPr>
          <a:xfrm>
            <a:off x="1626257" y="6134455"/>
            <a:ext cx="1476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 - 3/4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John B. Dykes</a:t>
            </a: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5066EB0B-828D-1083-E3E7-E18EC83B3C6F}"/>
              </a:ext>
            </a:extLst>
          </p:cNvPr>
          <p:cNvSpPr txBox="1"/>
          <p:nvPr/>
        </p:nvSpPr>
        <p:spPr>
          <a:xfrm>
            <a:off x="5324283" y="6134455"/>
            <a:ext cx="20874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ST. AGNES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Bernard  of Clairvaux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636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1DC0D3D-B70D-4D4E-B1E4-14AB7FBFE13F}"/>
              </a:ext>
            </a:extLst>
          </p:cNvPr>
          <p:cNvSpPr txBox="1"/>
          <p:nvPr/>
        </p:nvSpPr>
        <p:spPr>
          <a:xfrm>
            <a:off x="638702" y="3809448"/>
            <a:ext cx="114517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er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Ar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men  Freud und   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Glück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578761" y="1699240"/>
            <a:ext cx="112794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Du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bist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die    Hoff -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nung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für  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mein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Herz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,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648430" y="955598"/>
            <a:ext cx="11209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3  3  3 | 2 . 3 | 4 . </a:t>
            </a:r>
            <a:r>
              <a:rPr lang="en-US" sz="4000" dirty="0" err="1">
                <a:solidFill>
                  <a:prstClr val="white"/>
                </a:solidFill>
                <a:latin typeface="Parnumation 3" pitchFamily="2" charset="0"/>
              </a:rPr>
              <a:t>Uu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 | 1 . . |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A83F9A-D2A7-4B99-BC1A-05466AB78485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3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251FE0-FC15-492A-A741-A0D96907F1FC}"/>
              </a:ext>
            </a:extLst>
          </p:cNvPr>
          <p:cNvSpPr txBox="1"/>
          <p:nvPr/>
        </p:nvSpPr>
        <p:spPr>
          <a:xfrm>
            <a:off x="638701" y="3068635"/>
            <a:ext cx="11209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t 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t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t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| 3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 .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2 | 2 . . |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DB11AC68-B94B-4714-4187-EAEEC8E40C64}"/>
              </a:ext>
            </a:extLst>
          </p:cNvPr>
          <p:cNvSpPr txBox="1"/>
          <p:nvPr/>
        </p:nvSpPr>
        <p:spPr>
          <a:xfrm>
            <a:off x="551544" y="2308846"/>
            <a:ext cx="112794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O  hope  of       e   -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v’ry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con -  trite   heart,</a:t>
            </a:r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A5C47341-85B5-A0D4-0918-8047D7B27681}"/>
              </a:ext>
            </a:extLst>
          </p:cNvPr>
          <p:cNvSpPr txBox="1"/>
          <p:nvPr/>
        </p:nvSpPr>
        <p:spPr>
          <a:xfrm>
            <a:off x="644141" y="4402719"/>
            <a:ext cx="114517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O    joy   of       all      the     meek,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71A7211-8D09-C745-0C6A-F5775E75CACD}"/>
              </a:ext>
            </a:extLst>
          </p:cNvPr>
          <p:cNvSpPr txBox="1">
            <a:spLocks/>
          </p:cNvSpPr>
          <p:nvPr/>
        </p:nvSpPr>
        <p:spPr>
          <a:xfrm>
            <a:off x="1540903" y="5493411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JESUS, WENN ICH NUR DENK AN DICH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(JESUS THE VERY THOUGHT OF THEE)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B9C36E20-6187-677B-11D6-26FB13714710}"/>
              </a:ext>
            </a:extLst>
          </p:cNvPr>
          <p:cNvSpPr txBox="1"/>
          <p:nvPr/>
        </p:nvSpPr>
        <p:spPr>
          <a:xfrm>
            <a:off x="1626257" y="6134455"/>
            <a:ext cx="1476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 - 3/4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John B. Dykes</a:t>
            </a: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B9203B26-5DAD-9D90-30EB-A14949CE243B}"/>
              </a:ext>
            </a:extLst>
          </p:cNvPr>
          <p:cNvSpPr txBox="1"/>
          <p:nvPr/>
        </p:nvSpPr>
        <p:spPr>
          <a:xfrm>
            <a:off x="5324283" y="6134455"/>
            <a:ext cx="20874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ST. AGNES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Bernard  of Clairvaux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630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1DC0D3D-B70D-4D4E-B1E4-14AB7FBFE13F}"/>
              </a:ext>
            </a:extLst>
          </p:cNvPr>
          <p:cNvSpPr txBox="1"/>
          <p:nvPr/>
        </p:nvSpPr>
        <p:spPr>
          <a:xfrm>
            <a:off x="688806" y="3809448"/>
            <a:ext cx="114517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zum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Va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ter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uns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zu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rück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628865" y="1699240"/>
            <a:ext cx="112794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Du   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füh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-rest   bald 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aus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 al   - 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ler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 Not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698534" y="955598"/>
            <a:ext cx="11209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4   4  3 | 2 . 1 | u . y | t . . |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A83F9A-D2A7-4B99-BC1A-05466AB78485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3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251FE0-FC15-492A-A741-A0D96907F1FC}"/>
              </a:ext>
            </a:extLst>
          </p:cNvPr>
          <p:cNvSpPr txBox="1"/>
          <p:nvPr/>
        </p:nvSpPr>
        <p:spPr>
          <a:xfrm>
            <a:off x="688805" y="3068635"/>
            <a:ext cx="11209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Tt   y 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| 3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 .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2 |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. .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+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29B3F257-A1E7-0476-2394-985D0BB894A3}"/>
              </a:ext>
            </a:extLst>
          </p:cNvPr>
          <p:cNvSpPr txBox="1"/>
          <p:nvPr/>
        </p:nvSpPr>
        <p:spPr>
          <a:xfrm>
            <a:off x="650633" y="2276184"/>
            <a:ext cx="112794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to   those who   fall,   how    kind   thou    art!</a:t>
            </a:r>
          </a:p>
        </p:txBody>
      </p:sp>
      <p:sp>
        <p:nvSpPr>
          <p:cNvPr id="4" name="TextBox 13">
            <a:extLst>
              <a:ext uri="{FF2B5EF4-FFF2-40B4-BE49-F238E27FC236}">
                <a16:creationId xmlns:a16="http://schemas.microsoft.com/office/drawing/2014/main" id="{AAB29952-6AF1-9471-A622-1660B521B8F2}"/>
              </a:ext>
            </a:extLst>
          </p:cNvPr>
          <p:cNvSpPr txBox="1"/>
          <p:nvPr/>
        </p:nvSpPr>
        <p:spPr>
          <a:xfrm>
            <a:off x="677918" y="4402719"/>
            <a:ext cx="114517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How good to    those  who     seek!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5B68714-0BD5-7960-F3FA-AB94485D6644}"/>
              </a:ext>
            </a:extLst>
          </p:cNvPr>
          <p:cNvSpPr txBox="1">
            <a:spLocks/>
          </p:cNvSpPr>
          <p:nvPr/>
        </p:nvSpPr>
        <p:spPr>
          <a:xfrm>
            <a:off x="1540903" y="5493411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JESUS, WENN ICH NUR DENK AN DICH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(JESUS THE VERY THOUGHT OF THEE)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A558B14E-05A2-5794-29EE-802F63A43798}"/>
              </a:ext>
            </a:extLst>
          </p:cNvPr>
          <p:cNvSpPr txBox="1"/>
          <p:nvPr/>
        </p:nvSpPr>
        <p:spPr>
          <a:xfrm>
            <a:off x="1626257" y="6134455"/>
            <a:ext cx="1476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 - 3/4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John B. Dykes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D71999C2-0103-035B-5E90-9A3DB1132C91}"/>
              </a:ext>
            </a:extLst>
          </p:cNvPr>
          <p:cNvSpPr txBox="1"/>
          <p:nvPr/>
        </p:nvSpPr>
        <p:spPr>
          <a:xfrm>
            <a:off x="5324283" y="6134455"/>
            <a:ext cx="20874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ST. AGNES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Bernard  of Clairvaux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671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1DC0D3D-B70D-4D4E-B1E4-14AB7FBFE13F}"/>
              </a:ext>
            </a:extLst>
          </p:cNvPr>
          <p:cNvSpPr txBox="1"/>
          <p:nvPr/>
        </p:nvSpPr>
        <p:spPr>
          <a:xfrm>
            <a:off x="638702" y="3809448"/>
            <a:ext cx="114517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u 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Trost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in       al  - 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lem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Leid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,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578761" y="1699240"/>
            <a:ext cx="112794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Er   - 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lö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  ser     du     der   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gan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zen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Welt,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648430" y="955598"/>
            <a:ext cx="11209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3   3   3 | 2 . 3 | 4 . </a:t>
            </a:r>
            <a:r>
              <a:rPr lang="en-US" sz="4000" dirty="0" err="1">
                <a:solidFill>
                  <a:prstClr val="white"/>
                </a:solidFill>
                <a:latin typeface="Parnumation 3" pitchFamily="2" charset="0"/>
              </a:rPr>
              <a:t>Uu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 | 1 . . |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A83F9A-D2A7-4B99-BC1A-05466AB78485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6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251FE0-FC15-492A-A741-A0D96907F1FC}"/>
              </a:ext>
            </a:extLst>
          </p:cNvPr>
          <p:cNvSpPr txBox="1"/>
          <p:nvPr/>
        </p:nvSpPr>
        <p:spPr>
          <a:xfrm>
            <a:off x="638701" y="3068635"/>
            <a:ext cx="11209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t  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t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t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| 3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 .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2 | 2 . . |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5BFD338D-4361-BEF3-8FD2-EB58951338BB}"/>
              </a:ext>
            </a:extLst>
          </p:cNvPr>
          <p:cNvSpPr txBox="1"/>
          <p:nvPr/>
        </p:nvSpPr>
        <p:spPr>
          <a:xfrm>
            <a:off x="551544" y="2308846"/>
            <a:ext cx="112794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Je   - sus,    our     on  - 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ly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  joy     be      thou,</a:t>
            </a:r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E3B03B86-73FB-551E-2709-CA4222B7931C}"/>
              </a:ext>
            </a:extLst>
          </p:cNvPr>
          <p:cNvSpPr txBox="1"/>
          <p:nvPr/>
        </p:nvSpPr>
        <p:spPr>
          <a:xfrm>
            <a:off x="627813" y="4402724"/>
            <a:ext cx="114517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as    thou    our    prize  will      be;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304E1A8-550F-6031-1263-CA5313B0CC38}"/>
              </a:ext>
            </a:extLst>
          </p:cNvPr>
          <p:cNvSpPr txBox="1">
            <a:spLocks/>
          </p:cNvSpPr>
          <p:nvPr/>
        </p:nvSpPr>
        <p:spPr>
          <a:xfrm>
            <a:off x="1540903" y="5493411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JESUS, WENN ICH NUR DENK AN DICH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(JESUS THE VERY THOUGHT OF THEE)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D86A026F-276A-E734-FE97-D10C5611F659}"/>
              </a:ext>
            </a:extLst>
          </p:cNvPr>
          <p:cNvSpPr txBox="1"/>
          <p:nvPr/>
        </p:nvSpPr>
        <p:spPr>
          <a:xfrm>
            <a:off x="1626257" y="6134455"/>
            <a:ext cx="1476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 - 3/4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John B. Dykes</a:t>
            </a: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23546438-2500-85F1-860E-47B32C3CE800}"/>
              </a:ext>
            </a:extLst>
          </p:cNvPr>
          <p:cNvSpPr txBox="1"/>
          <p:nvPr/>
        </p:nvSpPr>
        <p:spPr>
          <a:xfrm>
            <a:off x="5324283" y="6134455"/>
            <a:ext cx="20874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ST. AGNES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Bernard  of Clairvaux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27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1DC0D3D-B70D-4D4E-B1E4-14AB7FBFE13F}"/>
              </a:ext>
            </a:extLst>
          </p:cNvPr>
          <p:cNvSpPr txBox="1"/>
          <p:nvPr/>
        </p:nvSpPr>
        <p:spPr>
          <a:xfrm>
            <a:off x="628865" y="3809447"/>
            <a:ext cx="114517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j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etzt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und     in        E   -  wig  -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keit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628865" y="1699240"/>
            <a:ext cx="112794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dir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die -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nen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wir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und  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prei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-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sen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dich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628865" y="1086354"/>
            <a:ext cx="11209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 4   4   3 | 2 . 1 | u . y | t . . |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A83F9A-D2A7-4B99-BC1A-05466AB78485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6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251FE0-FC15-492A-A741-A0D96907F1FC}"/>
              </a:ext>
            </a:extLst>
          </p:cNvPr>
          <p:cNvSpPr txBox="1"/>
          <p:nvPr/>
        </p:nvSpPr>
        <p:spPr>
          <a:xfrm>
            <a:off x="667540" y="3101561"/>
            <a:ext cx="11209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Tt   y  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| 3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 .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2 |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. . </a:t>
            </a:r>
            <a:r>
              <a:rPr lang="en-US" sz="4000" dirty="0">
                <a:solidFill>
                  <a:prstClr val="white"/>
                </a:solidFill>
                <a:latin typeface="Parnumation 3" pitchFamily="2" charset="0"/>
              </a:rPr>
              <a:t>+</a:t>
            </a:r>
            <a:endParaRPr kumimoji="0" lang="id-ID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18632EA2-9CE2-2CFD-C7C2-3CCA5778E215}"/>
              </a:ext>
            </a:extLst>
          </p:cNvPr>
          <p:cNvSpPr txBox="1"/>
          <p:nvPr/>
        </p:nvSpPr>
        <p:spPr>
          <a:xfrm>
            <a:off x="879239" y="2308844"/>
            <a:ext cx="112794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Je  - sus,     be    thou   our      glo  -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ry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  now,</a:t>
            </a:r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B0EDA98D-206E-5234-71CA-5251F6B6C248}"/>
              </a:ext>
            </a:extLst>
          </p:cNvPr>
          <p:cNvSpPr txBox="1"/>
          <p:nvPr/>
        </p:nvSpPr>
        <p:spPr>
          <a:xfrm>
            <a:off x="688806" y="4413607"/>
            <a:ext cx="114517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and through  e   -  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ter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-  </a:t>
            </a:r>
            <a:r>
              <a:rPr kumimoji="0" lang="en-US" sz="40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ni</a:t>
            </a: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-   ty.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012EFD0-36A3-5ACD-E579-99377FD49778}"/>
              </a:ext>
            </a:extLst>
          </p:cNvPr>
          <p:cNvSpPr txBox="1">
            <a:spLocks/>
          </p:cNvSpPr>
          <p:nvPr/>
        </p:nvSpPr>
        <p:spPr>
          <a:xfrm>
            <a:off x="1540903" y="5493411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JESUS, WENN ICH NUR DENK AN DICH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(JESUS THE VERY THOUGHT OF THEE)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C21CBA4E-C032-589B-9DEC-E5D3215AF5DA}"/>
              </a:ext>
            </a:extLst>
          </p:cNvPr>
          <p:cNvSpPr txBox="1"/>
          <p:nvPr/>
        </p:nvSpPr>
        <p:spPr>
          <a:xfrm>
            <a:off x="1626257" y="6134455"/>
            <a:ext cx="1476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 - 3/4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John B. Dykes</a:t>
            </a: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471C014E-C833-9689-E349-5ABA546DE426}"/>
              </a:ext>
            </a:extLst>
          </p:cNvPr>
          <p:cNvSpPr txBox="1"/>
          <p:nvPr/>
        </p:nvSpPr>
        <p:spPr>
          <a:xfrm>
            <a:off x="5324283" y="6134455"/>
            <a:ext cx="20874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ST. AGNES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Bernard  of Clairvaux</a:t>
            </a: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28777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932</Words>
  <Application>Microsoft Office PowerPoint</Application>
  <PresentationFormat>Breitbild</PresentationFormat>
  <Paragraphs>129</Paragraphs>
  <Slides>9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Parnumation 3</vt:lpstr>
      <vt:lpstr>Roboto Condensed</vt:lpstr>
      <vt:lpstr>1_Office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dc:creator>Bobby Simarmata</dc:creator>
  <cp:lastModifiedBy>Verio Andrean</cp:lastModifiedBy>
  <cp:revision>80</cp:revision>
  <dcterms:created xsi:type="dcterms:W3CDTF">2021-06-24T21:29:51Z</dcterms:created>
  <dcterms:modified xsi:type="dcterms:W3CDTF">2023-05-18T20:40:32Z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04be5fb-a727-4de8-9a0b-2318b3ae9b1b_Enabled">
    <vt:lpwstr>true</vt:lpwstr>
  </property>
  <property fmtid="{D5CDD505-2E9C-101B-9397-08002B2CF9AE}" pid="3" name="MSIP_Label_604be5fb-a727-4de8-9a0b-2318b3ae9b1b_SetDate">
    <vt:lpwstr>2023-02-27T21:31:53Z</vt:lpwstr>
  </property>
  <property fmtid="{D5CDD505-2E9C-101B-9397-08002B2CF9AE}" pid="4" name="MSIP_Label_604be5fb-a727-4de8-9a0b-2318b3ae9b1b_Method">
    <vt:lpwstr>Standard</vt:lpwstr>
  </property>
  <property fmtid="{D5CDD505-2E9C-101B-9397-08002B2CF9AE}" pid="5" name="MSIP_Label_604be5fb-a727-4de8-9a0b-2318b3ae9b1b_Name">
    <vt:lpwstr>604be5fb-a727-4de8-9a0b-2318b3ae9b1b</vt:lpwstr>
  </property>
  <property fmtid="{D5CDD505-2E9C-101B-9397-08002B2CF9AE}" pid="6" name="MSIP_Label_604be5fb-a727-4de8-9a0b-2318b3ae9b1b_SiteId">
    <vt:lpwstr>e361356b-0fd2-4625-86f0-22ae6904a721</vt:lpwstr>
  </property>
  <property fmtid="{D5CDD505-2E9C-101B-9397-08002B2CF9AE}" pid="7" name="MSIP_Label_604be5fb-a727-4de8-9a0b-2318b3ae9b1b_ActionId">
    <vt:lpwstr>2914cd66-88e2-4416-9e0c-08b6d5d598db</vt:lpwstr>
  </property>
  <property fmtid="{D5CDD505-2E9C-101B-9397-08002B2CF9AE}" pid="8" name="MSIP_Label_604be5fb-a727-4de8-9a0b-2318b3ae9b1b_ContentBits">
    <vt:lpwstr>0</vt:lpwstr>
  </property>
</Properties>
</file>