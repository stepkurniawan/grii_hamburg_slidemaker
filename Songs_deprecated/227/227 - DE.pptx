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9925050" cy="6792913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>
            <a:spLocks noGrp="1" noRot="1" noChangeAspect="1"/>
          </p:cNvSpPr>
          <p:nvPr>
            <p:ph type="sldImg"/>
          </p:nvPr>
        </p:nvSpPr>
        <p:spPr>
          <a:xfrm>
            <a:off x="2697163" y="509588"/>
            <a:ext cx="4530725" cy="2547937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5" name="Shape 95"/>
          <p:cNvSpPr>
            <a:spLocks noGrp="1"/>
          </p:cNvSpPr>
          <p:nvPr>
            <p:ph type="body" sz="quarter" idx="1"/>
          </p:nvPr>
        </p:nvSpPr>
        <p:spPr>
          <a:xfrm>
            <a:off x="1323340" y="3226634"/>
            <a:ext cx="7278370" cy="3056811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9" descr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74" y="5383634"/>
            <a:ext cx="868824" cy="1474366"/>
          </a:xfrm>
          <a:prstGeom prst="rect">
            <a:avLst/>
          </a:prstGeom>
          <a:ln w="12700">
            <a:miter lim="400000"/>
          </a:ln>
        </p:spPr>
      </p:pic>
      <p:sp>
        <p:nvSpPr>
          <p:cNvPr id="31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8000"/>
            </a:lvl1pPr>
          </a:lstStyle>
          <a:p>
            <a:r>
              <a:t>Title Text</a:t>
            </a:r>
          </a:p>
        </p:txBody>
      </p:sp>
      <p:sp>
        <p:nvSpPr>
          <p:cNvPr id="3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1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1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9" descr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74" y="5383634"/>
            <a:ext cx="868824" cy="1474366"/>
          </a:xfrm>
          <a:prstGeom prst="rect">
            <a:avLst/>
          </a:prstGeom>
          <a:ln w="12700">
            <a:miter lim="400000"/>
          </a:ln>
        </p:spPr>
      </p:pic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6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 descr="Picture 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474" y="5383634"/>
            <a:ext cx="868824" cy="1474366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04292"/>
            <a:ext cx="258624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itle 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8"/>
          </a:xfrm>
          <a:prstGeom prst="rect">
            <a:avLst/>
          </a:prstGeom>
        </p:spPr>
        <p:txBody>
          <a:bodyPr/>
          <a:lstStyle/>
          <a:p>
            <a:r>
              <a:rPr lang="fr-CH" dirty="0"/>
              <a:t>227</a:t>
            </a:r>
            <a:endParaRPr dirty="0"/>
          </a:p>
        </p:txBody>
      </p:sp>
      <p:sp>
        <p:nvSpPr>
          <p:cNvPr id="98" name="Text Placeholder 2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1"/>
          <p:cNvSpPr txBox="1"/>
          <p:nvPr/>
        </p:nvSpPr>
        <p:spPr>
          <a:xfrm>
            <a:off x="572478" y="1452025"/>
            <a:ext cx="11368406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CH" dirty="0" err="1"/>
              <a:t>Ew</a:t>
            </a:r>
            <a:r>
              <a:rPr lang="fr-CH" dirty="0"/>
              <a:t> –   </a:t>
            </a:r>
            <a:r>
              <a:rPr lang="fr-CH" dirty="0" err="1"/>
              <a:t>ger</a:t>
            </a:r>
            <a:r>
              <a:rPr lang="fr-CH" dirty="0"/>
              <a:t>   </a:t>
            </a:r>
            <a:r>
              <a:rPr lang="fr-CH" dirty="0" err="1"/>
              <a:t>Fel</a:t>
            </a:r>
            <a:r>
              <a:rPr lang="fr-CH" dirty="0"/>
              <a:t> – sen,  </a:t>
            </a:r>
            <a:r>
              <a:rPr lang="fr-CH" dirty="0" err="1"/>
              <a:t>öff</a:t>
            </a:r>
            <a:r>
              <a:rPr lang="fr-CH" dirty="0"/>
              <a:t> – ne     </a:t>
            </a:r>
            <a:r>
              <a:rPr lang="fr-CH" dirty="0" err="1"/>
              <a:t>Dich</a:t>
            </a:r>
            <a:r>
              <a:rPr lang="fr-CH" dirty="0"/>
              <a:t>,</a:t>
            </a:r>
            <a:endParaRPr dirty="0"/>
          </a:p>
        </p:txBody>
      </p:sp>
      <p:sp>
        <p:nvSpPr>
          <p:cNvPr id="101" name="Title 1"/>
          <p:cNvSpPr txBox="1"/>
          <p:nvPr/>
        </p:nvSpPr>
        <p:spPr>
          <a:xfrm>
            <a:off x="1586622" y="5493410"/>
            <a:ext cx="4991126" cy="670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90000"/>
              </a:lnSpc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/>
              <a:t>EWGER FELSEN, ÖFFNE DICH</a:t>
            </a:r>
            <a:endParaRPr sz="4400" dirty="0">
              <a:latin typeface="+mn-lt"/>
              <a:ea typeface="+mn-ea"/>
              <a:cs typeface="+mn-cs"/>
              <a:sym typeface="Calibri"/>
            </a:endParaRPr>
          </a:p>
          <a:p>
            <a:pPr algn="ctr">
              <a:lnSpc>
                <a:spcPct val="90000"/>
              </a:lnSpc>
              <a:defRPr sz="2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dirty="0"/>
              <a:t>(</a:t>
            </a:r>
            <a:r>
              <a:rPr lang="en-US" dirty="0"/>
              <a:t>BATU ZAMAN</a:t>
            </a:r>
            <a:r>
              <a:rPr dirty="0"/>
              <a:t>)</a:t>
            </a:r>
          </a:p>
        </p:txBody>
      </p:sp>
      <p:sp>
        <p:nvSpPr>
          <p:cNvPr id="102" name="TextBox 7"/>
          <p:cNvSpPr txBox="1"/>
          <p:nvPr/>
        </p:nvSpPr>
        <p:spPr>
          <a:xfrm>
            <a:off x="1682609" y="6100560"/>
            <a:ext cx="975586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 err="1"/>
              <a:t>Bes</a:t>
            </a:r>
            <a:r>
              <a:rPr dirty="0"/>
              <a:t> - </a:t>
            </a:r>
            <a:r>
              <a:rPr lang="fr-CH" dirty="0"/>
              <a:t>3</a:t>
            </a:r>
            <a:r>
              <a:rPr dirty="0"/>
              <a:t>/4</a:t>
            </a:r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/>
              <a:t>TOPLADY</a:t>
            </a:r>
            <a:endParaRPr dirty="0"/>
          </a:p>
        </p:txBody>
      </p:sp>
      <p:sp>
        <p:nvSpPr>
          <p:cNvPr id="103" name="TextBox 10"/>
          <p:cNvSpPr txBox="1"/>
          <p:nvPr/>
        </p:nvSpPr>
        <p:spPr>
          <a:xfrm>
            <a:off x="5370003" y="5931885"/>
            <a:ext cx="2011126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 err="1"/>
              <a:t>Rev</a:t>
            </a:r>
            <a:r>
              <a:rPr lang="fr-CH" dirty="0"/>
              <a:t>. A. M. </a:t>
            </a:r>
            <a:r>
              <a:rPr lang="fr-CH" dirty="0" err="1"/>
              <a:t>Toplady</a:t>
            </a:r>
            <a:endParaRPr lang="fr-CH" dirty="0"/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/>
              <a:t>tr. by P.W. </a:t>
            </a:r>
            <a:r>
              <a:rPr lang="fr-CH" dirty="0" err="1"/>
              <a:t>Bickel</a:t>
            </a:r>
            <a:endParaRPr dirty="0"/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/>
              <a:t>Dr. Thomas Hastings</a:t>
            </a:r>
            <a:endParaRPr dirty="0"/>
          </a:p>
        </p:txBody>
      </p:sp>
      <p:sp>
        <p:nvSpPr>
          <p:cNvPr id="104" name="TextBox 14"/>
          <p:cNvSpPr txBox="1"/>
          <p:nvPr/>
        </p:nvSpPr>
        <p:spPr>
          <a:xfrm>
            <a:off x="619003" y="755595"/>
            <a:ext cx="1124140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Parnumation 3"/>
                <a:ea typeface="Parnumation 3"/>
                <a:cs typeface="Parnumation 3"/>
                <a:sym typeface="Parnumation 3"/>
              </a:defRPr>
            </a:lvl1pPr>
          </a:lstStyle>
          <a:p>
            <a:r>
              <a:rPr lang="fr-CH" dirty="0" err="1"/>
              <a:t>Jtj</a:t>
            </a:r>
            <a:r>
              <a:rPr lang="fr-CH" dirty="0"/>
              <a:t> jj </a:t>
            </a:r>
            <a:r>
              <a:rPr lang="fr-CH" dirty="0" err="1"/>
              <a:t>k.k</a:t>
            </a:r>
            <a:r>
              <a:rPr lang="fr-CH" dirty="0"/>
              <a:t> y | t   e   j1jj </a:t>
            </a:r>
            <a:r>
              <a:rPr lang="fr-CH" dirty="0" err="1"/>
              <a:t>k.k</a:t>
            </a:r>
            <a:r>
              <a:rPr lang="fr-CH" dirty="0"/>
              <a:t> y | t .</a:t>
            </a:r>
            <a:endParaRPr dirty="0"/>
          </a:p>
        </p:txBody>
      </p:sp>
      <p:grpSp>
        <p:nvGrpSpPr>
          <p:cNvPr id="107" name="Oval 1"/>
          <p:cNvGrpSpPr/>
          <p:nvPr/>
        </p:nvGrpSpPr>
        <p:grpSpPr>
          <a:xfrm>
            <a:off x="11704319" y="95033"/>
            <a:ext cx="391887" cy="391888"/>
            <a:chOff x="0" y="0"/>
            <a:chExt cx="391886" cy="391886"/>
          </a:xfrm>
        </p:grpSpPr>
        <p:sp>
          <p:nvSpPr>
            <p:cNvPr id="105" name="Circle"/>
            <p:cNvSpPr/>
            <p:nvPr/>
          </p:nvSpPr>
          <p:spPr>
            <a:xfrm>
              <a:off x="-1" y="-1"/>
              <a:ext cx="391888" cy="391888"/>
            </a:xfrm>
            <a:prstGeom prst="ellipse">
              <a:avLst/>
            </a:prstGeom>
            <a:noFill/>
            <a:ln w="28575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defRPr>
              </a:pPr>
              <a:endParaRPr/>
            </a:p>
          </p:txBody>
        </p:sp>
        <p:sp>
          <p:nvSpPr>
            <p:cNvPr id="106" name="1"/>
            <p:cNvSpPr txBox="1"/>
            <p:nvPr/>
          </p:nvSpPr>
          <p:spPr>
            <a:xfrm>
              <a:off x="117397" y="16872"/>
              <a:ext cx="157091" cy="358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defRPr>
              </a:lvl1pPr>
            </a:lstStyle>
            <a:p>
              <a:r>
                <a:t>1</a:t>
              </a:r>
            </a:p>
          </p:txBody>
        </p:sp>
      </p:grpSp>
      <p:sp>
        <p:nvSpPr>
          <p:cNvPr id="108" name="TextBox 20"/>
          <p:cNvSpPr txBox="1"/>
          <p:nvPr/>
        </p:nvSpPr>
        <p:spPr>
          <a:xfrm>
            <a:off x="601966" y="1978309"/>
            <a:ext cx="10594552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 i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CH" dirty="0"/>
              <a:t>Pa –   da –  Mu    </a:t>
            </a:r>
            <a:r>
              <a:rPr lang="fr-CH" dirty="0" err="1"/>
              <a:t>ba</a:t>
            </a:r>
            <a:r>
              <a:rPr lang="fr-CH" dirty="0"/>
              <a:t> –  tu      </a:t>
            </a:r>
            <a:r>
              <a:rPr lang="fr-CH" dirty="0" err="1"/>
              <a:t>za</a:t>
            </a:r>
            <a:r>
              <a:rPr lang="fr-CH" dirty="0"/>
              <a:t> –   man,</a:t>
            </a:r>
            <a:endParaRPr dirty="0"/>
          </a:p>
        </p:txBody>
      </p:sp>
      <p:sp>
        <p:nvSpPr>
          <p:cNvPr id="109" name="TextBox 13"/>
          <p:cNvSpPr txBox="1"/>
          <p:nvPr/>
        </p:nvSpPr>
        <p:spPr>
          <a:xfrm>
            <a:off x="653734" y="3708258"/>
            <a:ext cx="11241404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CH" dirty="0"/>
              <a:t>in     </a:t>
            </a:r>
            <a:r>
              <a:rPr lang="fr-CH" dirty="0" err="1"/>
              <a:t>Dir</a:t>
            </a:r>
            <a:r>
              <a:rPr lang="fr-CH" dirty="0"/>
              <a:t>   </a:t>
            </a:r>
            <a:r>
              <a:rPr lang="fr-CH" dirty="0" err="1"/>
              <a:t>möcht</a:t>
            </a:r>
            <a:r>
              <a:rPr lang="fr-CH" dirty="0"/>
              <a:t>  </a:t>
            </a:r>
            <a:r>
              <a:rPr lang="fr-CH" dirty="0" err="1"/>
              <a:t>ich</a:t>
            </a:r>
            <a:r>
              <a:rPr lang="fr-CH" dirty="0"/>
              <a:t>    ber – </a:t>
            </a:r>
            <a:r>
              <a:rPr lang="fr-CH" dirty="0" err="1"/>
              <a:t>gen</a:t>
            </a:r>
            <a:r>
              <a:rPr lang="fr-CH" dirty="0"/>
              <a:t>     </a:t>
            </a:r>
            <a:r>
              <a:rPr lang="fr-CH" dirty="0" err="1"/>
              <a:t>mich</a:t>
            </a:r>
            <a:r>
              <a:rPr lang="fr-CH" dirty="0"/>
              <a:t>!</a:t>
            </a:r>
            <a:endParaRPr dirty="0"/>
          </a:p>
        </p:txBody>
      </p:sp>
      <p:sp>
        <p:nvSpPr>
          <p:cNvPr id="110" name="TextBox 15"/>
          <p:cNvSpPr txBox="1"/>
          <p:nvPr/>
        </p:nvSpPr>
        <p:spPr>
          <a:xfrm>
            <a:off x="654514" y="2986427"/>
            <a:ext cx="1124140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Parnumation 3"/>
                <a:ea typeface="Parnumation 3"/>
                <a:cs typeface="Parnumation 3"/>
                <a:sym typeface="Parnumation 3"/>
              </a:defRPr>
            </a:lvl1pPr>
          </a:lstStyle>
          <a:p>
            <a:r>
              <a:rPr lang="fr-CH" dirty="0"/>
              <a:t>J1jj </a:t>
            </a:r>
            <a:r>
              <a:rPr lang="fr-CH" dirty="0" err="1"/>
              <a:t>k.k</a:t>
            </a:r>
            <a:r>
              <a:rPr lang="fr-CH" dirty="0"/>
              <a:t> 2 | 3  </a:t>
            </a:r>
            <a:r>
              <a:rPr lang="fr-CH" dirty="0" err="1"/>
              <a:t>j.j</a:t>
            </a:r>
            <a:r>
              <a:rPr lang="fr-CH" dirty="0"/>
              <a:t> 2   j1j j </a:t>
            </a:r>
            <a:r>
              <a:rPr lang="fr-CH" dirty="0" err="1"/>
              <a:t>j</a:t>
            </a:r>
            <a:r>
              <a:rPr lang="fr-CH" dirty="0"/>
              <a:t> u  | 1 .</a:t>
            </a:r>
          </a:p>
        </p:txBody>
      </p:sp>
      <p:sp>
        <p:nvSpPr>
          <p:cNvPr id="111" name="TextBox 16"/>
          <p:cNvSpPr txBox="1"/>
          <p:nvPr/>
        </p:nvSpPr>
        <p:spPr>
          <a:xfrm>
            <a:off x="664107" y="4221841"/>
            <a:ext cx="10594552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 i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CH" dirty="0"/>
              <a:t>a –   </a:t>
            </a:r>
            <a:r>
              <a:rPr lang="fr-CH" dirty="0" err="1"/>
              <a:t>ku</a:t>
            </a:r>
            <a:r>
              <a:rPr lang="fr-CH" dirty="0"/>
              <a:t>    min –   ta      lin –  </a:t>
            </a:r>
            <a:r>
              <a:rPr lang="fr-CH" dirty="0" err="1"/>
              <a:t>dung</a:t>
            </a:r>
            <a:r>
              <a:rPr lang="fr-CH" dirty="0"/>
              <a:t> – an,</a:t>
            </a:r>
            <a:endParaRPr dirty="0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1"/>
          <p:cNvSpPr txBox="1"/>
          <p:nvPr/>
        </p:nvSpPr>
        <p:spPr>
          <a:xfrm>
            <a:off x="572478" y="1452025"/>
            <a:ext cx="11368406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CH" dirty="0" err="1"/>
              <a:t>Lass</a:t>
            </a:r>
            <a:r>
              <a:rPr lang="fr-CH" dirty="0"/>
              <a:t> </a:t>
            </a:r>
            <a:r>
              <a:rPr lang="fr-CH" dirty="0" err="1"/>
              <a:t>das</a:t>
            </a:r>
            <a:r>
              <a:rPr lang="fr-CH" dirty="0"/>
              <a:t>  </a:t>
            </a:r>
            <a:r>
              <a:rPr lang="fr-CH" dirty="0" err="1"/>
              <a:t>Was</a:t>
            </a:r>
            <a:r>
              <a:rPr lang="fr-CH" dirty="0"/>
              <a:t> – </a:t>
            </a:r>
            <a:r>
              <a:rPr lang="fr-CH" dirty="0" err="1"/>
              <a:t>ser</a:t>
            </a:r>
            <a:r>
              <a:rPr lang="fr-CH" dirty="0"/>
              <a:t>  </a:t>
            </a:r>
            <a:r>
              <a:rPr lang="fr-CH" dirty="0" err="1"/>
              <a:t>und</a:t>
            </a:r>
            <a:r>
              <a:rPr lang="fr-CH" dirty="0"/>
              <a:t>  </a:t>
            </a:r>
            <a:r>
              <a:rPr lang="fr-CH" dirty="0" err="1"/>
              <a:t>das</a:t>
            </a:r>
            <a:r>
              <a:rPr lang="fr-CH" dirty="0"/>
              <a:t>     </a:t>
            </a:r>
            <a:r>
              <a:rPr lang="fr-CH" dirty="0" err="1"/>
              <a:t>Blut</a:t>
            </a:r>
            <a:r>
              <a:rPr lang="fr-CH" dirty="0"/>
              <a:t>,</a:t>
            </a:r>
            <a:endParaRPr dirty="0"/>
          </a:p>
        </p:txBody>
      </p:sp>
      <p:sp>
        <p:nvSpPr>
          <p:cNvPr id="101" name="Title 1"/>
          <p:cNvSpPr txBox="1"/>
          <p:nvPr/>
        </p:nvSpPr>
        <p:spPr>
          <a:xfrm>
            <a:off x="1586622" y="5493410"/>
            <a:ext cx="4991126" cy="670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90000"/>
              </a:lnSpc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de-DE" dirty="0"/>
              <a:t>EWGER FELSEN, ÖFFNE DICH</a:t>
            </a:r>
            <a:endParaRPr lang="de-DE" sz="4400" dirty="0">
              <a:latin typeface="+mn-lt"/>
              <a:ea typeface="+mn-ea"/>
              <a:cs typeface="+mn-cs"/>
              <a:sym typeface="Calibri"/>
            </a:endParaRPr>
          </a:p>
          <a:p>
            <a:pPr algn="ctr">
              <a:lnSpc>
                <a:spcPct val="90000"/>
              </a:lnSpc>
              <a:defRPr sz="2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de-DE" dirty="0"/>
              <a:t>(BATU ZAMAN)</a:t>
            </a:r>
          </a:p>
        </p:txBody>
      </p:sp>
      <p:sp>
        <p:nvSpPr>
          <p:cNvPr id="102" name="TextBox 7"/>
          <p:cNvSpPr txBox="1"/>
          <p:nvPr/>
        </p:nvSpPr>
        <p:spPr>
          <a:xfrm>
            <a:off x="1682609" y="6100560"/>
            <a:ext cx="975586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 err="1"/>
              <a:t>Bes</a:t>
            </a:r>
            <a:r>
              <a:rPr dirty="0"/>
              <a:t> - </a:t>
            </a:r>
            <a:r>
              <a:rPr lang="fr-CH" dirty="0"/>
              <a:t>3</a:t>
            </a:r>
            <a:r>
              <a:rPr dirty="0"/>
              <a:t>/4</a:t>
            </a:r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/>
              <a:t>TOPLADY</a:t>
            </a:r>
            <a:endParaRPr dirty="0"/>
          </a:p>
        </p:txBody>
      </p:sp>
      <p:sp>
        <p:nvSpPr>
          <p:cNvPr id="104" name="TextBox 14"/>
          <p:cNvSpPr txBox="1"/>
          <p:nvPr/>
        </p:nvSpPr>
        <p:spPr>
          <a:xfrm>
            <a:off x="619003" y="755595"/>
            <a:ext cx="1124140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Parnumation 3"/>
                <a:ea typeface="Parnumation 3"/>
                <a:cs typeface="Parnumation 3"/>
                <a:sym typeface="Parnumation 3"/>
              </a:defRPr>
            </a:lvl1pPr>
          </a:lstStyle>
          <a:p>
            <a:r>
              <a:rPr lang="fr-CH" dirty="0" err="1"/>
              <a:t>Jujj</a:t>
            </a:r>
            <a:r>
              <a:rPr lang="fr-CH" dirty="0"/>
              <a:t> </a:t>
            </a:r>
            <a:r>
              <a:rPr lang="fr-CH" dirty="0" err="1"/>
              <a:t>k.k</a:t>
            </a:r>
            <a:r>
              <a:rPr lang="fr-CH" dirty="0"/>
              <a:t> 1 | 2  </a:t>
            </a:r>
            <a:r>
              <a:rPr lang="fr-CH" dirty="0" err="1"/>
              <a:t>j.j</a:t>
            </a:r>
            <a:r>
              <a:rPr lang="fr-CH" dirty="0"/>
              <a:t> 2  </a:t>
            </a:r>
            <a:r>
              <a:rPr lang="fr-CH" dirty="0" err="1"/>
              <a:t>juj</a:t>
            </a:r>
            <a:r>
              <a:rPr lang="fr-CH" dirty="0"/>
              <a:t> j j t | 1 .</a:t>
            </a:r>
          </a:p>
        </p:txBody>
      </p:sp>
      <p:grpSp>
        <p:nvGrpSpPr>
          <p:cNvPr id="107" name="Oval 1"/>
          <p:cNvGrpSpPr/>
          <p:nvPr/>
        </p:nvGrpSpPr>
        <p:grpSpPr>
          <a:xfrm>
            <a:off x="11704319" y="95033"/>
            <a:ext cx="391887" cy="391888"/>
            <a:chOff x="0" y="0"/>
            <a:chExt cx="391886" cy="391886"/>
          </a:xfrm>
        </p:grpSpPr>
        <p:sp>
          <p:nvSpPr>
            <p:cNvPr id="105" name="Circle"/>
            <p:cNvSpPr/>
            <p:nvPr/>
          </p:nvSpPr>
          <p:spPr>
            <a:xfrm>
              <a:off x="-1" y="-1"/>
              <a:ext cx="391888" cy="391888"/>
            </a:xfrm>
            <a:prstGeom prst="ellipse">
              <a:avLst/>
            </a:prstGeom>
            <a:noFill/>
            <a:ln w="28575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defRPr>
              </a:pPr>
              <a:endParaRPr/>
            </a:p>
          </p:txBody>
        </p:sp>
        <p:sp>
          <p:nvSpPr>
            <p:cNvPr id="106" name="1"/>
            <p:cNvSpPr txBox="1"/>
            <p:nvPr/>
          </p:nvSpPr>
          <p:spPr>
            <a:xfrm>
              <a:off x="117397" y="16872"/>
              <a:ext cx="157091" cy="358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defRPr>
              </a:lvl1pPr>
            </a:lstStyle>
            <a:p>
              <a:r>
                <a:t>1</a:t>
              </a:r>
            </a:p>
          </p:txBody>
        </p:sp>
      </p:grpSp>
      <p:sp>
        <p:nvSpPr>
          <p:cNvPr id="108" name="TextBox 20"/>
          <p:cNvSpPr txBox="1"/>
          <p:nvPr/>
        </p:nvSpPr>
        <p:spPr>
          <a:xfrm>
            <a:off x="601966" y="1978309"/>
            <a:ext cx="10594552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 b="1" i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CH" dirty="0" err="1"/>
              <a:t>Kau</a:t>
            </a:r>
            <a:r>
              <a:rPr lang="fr-CH" dirty="0"/>
              <a:t>  su –  ci –    kan  ha –  ti –     </a:t>
            </a:r>
            <a:r>
              <a:rPr lang="fr-CH" dirty="0" err="1"/>
              <a:t>ku</a:t>
            </a:r>
            <a:r>
              <a:rPr lang="fr-CH" dirty="0"/>
              <a:t>,</a:t>
            </a:r>
            <a:endParaRPr dirty="0"/>
          </a:p>
        </p:txBody>
      </p:sp>
      <p:sp>
        <p:nvSpPr>
          <p:cNvPr id="109" name="TextBox 13"/>
          <p:cNvSpPr txBox="1"/>
          <p:nvPr/>
        </p:nvSpPr>
        <p:spPr>
          <a:xfrm>
            <a:off x="653734" y="3708258"/>
            <a:ext cx="11241404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CH" dirty="0"/>
              <a:t>Dei – </a:t>
            </a:r>
            <a:r>
              <a:rPr lang="fr-CH" dirty="0" err="1"/>
              <a:t>ner</a:t>
            </a:r>
            <a:r>
              <a:rPr lang="fr-CH" dirty="0"/>
              <a:t>    </a:t>
            </a:r>
            <a:r>
              <a:rPr lang="fr-CH" dirty="0" err="1"/>
              <a:t>Sei</a:t>
            </a:r>
            <a:r>
              <a:rPr lang="fr-CH" dirty="0"/>
              <a:t> – te  </a:t>
            </a:r>
            <a:r>
              <a:rPr lang="fr-CH" dirty="0" err="1"/>
              <a:t>heil</a:t>
            </a:r>
            <a:r>
              <a:rPr lang="fr-CH" dirty="0"/>
              <a:t> – </a:t>
            </a:r>
            <a:r>
              <a:rPr lang="fr-CH" dirty="0" err="1"/>
              <a:t>ge</a:t>
            </a:r>
            <a:r>
              <a:rPr lang="fr-CH" dirty="0"/>
              <a:t>      </a:t>
            </a:r>
            <a:r>
              <a:rPr lang="fr-CH" dirty="0" err="1"/>
              <a:t>Flut</a:t>
            </a:r>
            <a:r>
              <a:rPr lang="fr-CH" dirty="0"/>
              <a:t>,</a:t>
            </a:r>
            <a:endParaRPr dirty="0"/>
          </a:p>
        </p:txBody>
      </p:sp>
      <p:sp>
        <p:nvSpPr>
          <p:cNvPr id="110" name="TextBox 15"/>
          <p:cNvSpPr txBox="1"/>
          <p:nvPr/>
        </p:nvSpPr>
        <p:spPr>
          <a:xfrm>
            <a:off x="654514" y="2986427"/>
            <a:ext cx="1124140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Parnumation 3"/>
                <a:ea typeface="Parnumation 3"/>
                <a:cs typeface="Parnumation 3"/>
                <a:sym typeface="Parnumation 3"/>
              </a:defRPr>
            </a:lvl1pPr>
          </a:lstStyle>
          <a:p>
            <a:r>
              <a:rPr lang="fr-CH" dirty="0" err="1"/>
              <a:t>Juj</a:t>
            </a:r>
            <a:r>
              <a:rPr lang="fr-CH" dirty="0"/>
              <a:t> jj </a:t>
            </a:r>
            <a:r>
              <a:rPr lang="fr-CH" dirty="0" err="1"/>
              <a:t>k.k</a:t>
            </a:r>
            <a:r>
              <a:rPr lang="fr-CH" dirty="0"/>
              <a:t> 1 | 2 </a:t>
            </a:r>
            <a:r>
              <a:rPr lang="fr-CH" dirty="0" err="1"/>
              <a:t>j.j</a:t>
            </a:r>
            <a:r>
              <a:rPr lang="fr-CH" dirty="0"/>
              <a:t> 2  </a:t>
            </a:r>
            <a:r>
              <a:rPr lang="fr-CH" dirty="0" err="1"/>
              <a:t>juj</a:t>
            </a:r>
            <a:r>
              <a:rPr lang="fr-CH" dirty="0"/>
              <a:t> j </a:t>
            </a:r>
            <a:r>
              <a:rPr lang="fr-CH" dirty="0" err="1"/>
              <a:t>j</a:t>
            </a:r>
            <a:r>
              <a:rPr lang="fr-CH" dirty="0"/>
              <a:t> t | 1 .</a:t>
            </a:r>
          </a:p>
        </p:txBody>
      </p:sp>
      <p:sp>
        <p:nvSpPr>
          <p:cNvPr id="111" name="TextBox 16"/>
          <p:cNvSpPr txBox="1"/>
          <p:nvPr/>
        </p:nvSpPr>
        <p:spPr>
          <a:xfrm>
            <a:off x="664107" y="4221841"/>
            <a:ext cx="10594552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 b="1" i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CH" dirty="0"/>
              <a:t>o –     </a:t>
            </a:r>
            <a:r>
              <a:rPr lang="fr-CH" dirty="0" err="1"/>
              <a:t>leh</a:t>
            </a:r>
            <a:r>
              <a:rPr lang="fr-CH" dirty="0"/>
              <a:t>    da – </a:t>
            </a:r>
            <a:r>
              <a:rPr lang="fr-CH" dirty="0" err="1"/>
              <a:t>rah</a:t>
            </a:r>
            <a:r>
              <a:rPr lang="fr-CH" dirty="0"/>
              <a:t>   ru –  </a:t>
            </a:r>
            <a:r>
              <a:rPr lang="fr-CH" dirty="0" err="1"/>
              <a:t>suk</a:t>
            </a:r>
            <a:r>
              <a:rPr lang="fr-CH" dirty="0"/>
              <a:t> –  Mu,</a:t>
            </a:r>
            <a:endParaRPr dirty="0"/>
          </a:p>
        </p:txBody>
      </p:sp>
      <p:sp>
        <p:nvSpPr>
          <p:cNvPr id="2" name="TextBox 10">
            <a:extLst>
              <a:ext uri="{FF2B5EF4-FFF2-40B4-BE49-F238E27FC236}">
                <a16:creationId xmlns:a16="http://schemas.microsoft.com/office/drawing/2014/main" id="{721D304E-7332-4213-06F7-B8C1218803AC}"/>
              </a:ext>
            </a:extLst>
          </p:cNvPr>
          <p:cNvSpPr txBox="1"/>
          <p:nvPr/>
        </p:nvSpPr>
        <p:spPr>
          <a:xfrm>
            <a:off x="5370003" y="5931885"/>
            <a:ext cx="2011126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 err="1"/>
              <a:t>Rev</a:t>
            </a:r>
            <a:r>
              <a:rPr lang="fr-CH" dirty="0"/>
              <a:t>. A. M. </a:t>
            </a:r>
            <a:r>
              <a:rPr lang="fr-CH" dirty="0" err="1"/>
              <a:t>Toplady</a:t>
            </a:r>
            <a:endParaRPr lang="fr-CH" dirty="0"/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/>
              <a:t>tr. by P.W. </a:t>
            </a:r>
            <a:r>
              <a:rPr lang="fr-CH" dirty="0" err="1"/>
              <a:t>Bickel</a:t>
            </a:r>
            <a:endParaRPr dirty="0"/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/>
              <a:t>Dr. Thomas Hastings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697625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1"/>
          <p:cNvSpPr txBox="1"/>
          <p:nvPr/>
        </p:nvSpPr>
        <p:spPr>
          <a:xfrm>
            <a:off x="572478" y="1452025"/>
            <a:ext cx="11368406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CH" dirty="0" err="1"/>
              <a:t>mei</a:t>
            </a:r>
            <a:r>
              <a:rPr lang="fr-CH" dirty="0"/>
              <a:t> – </a:t>
            </a:r>
            <a:r>
              <a:rPr lang="fr-CH" dirty="0" err="1"/>
              <a:t>ner</a:t>
            </a:r>
            <a:r>
              <a:rPr lang="fr-CH" dirty="0"/>
              <a:t>   </a:t>
            </a:r>
            <a:r>
              <a:rPr lang="fr-CH" dirty="0" err="1"/>
              <a:t>See</a:t>
            </a:r>
            <a:r>
              <a:rPr lang="fr-CH" dirty="0"/>
              <a:t> – le   </a:t>
            </a:r>
            <a:r>
              <a:rPr lang="fr-CH" dirty="0" err="1"/>
              <a:t>Hei</a:t>
            </a:r>
            <a:r>
              <a:rPr lang="fr-CH" dirty="0"/>
              <a:t> – </a:t>
            </a:r>
            <a:r>
              <a:rPr lang="fr-CH" dirty="0" err="1"/>
              <a:t>lung</a:t>
            </a:r>
            <a:r>
              <a:rPr lang="fr-CH" dirty="0"/>
              <a:t>  sein</a:t>
            </a:r>
            <a:endParaRPr dirty="0"/>
          </a:p>
        </p:txBody>
      </p:sp>
      <p:sp>
        <p:nvSpPr>
          <p:cNvPr id="101" name="Title 1"/>
          <p:cNvSpPr txBox="1"/>
          <p:nvPr/>
        </p:nvSpPr>
        <p:spPr>
          <a:xfrm>
            <a:off x="1586622" y="5493410"/>
            <a:ext cx="4991126" cy="670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90000"/>
              </a:lnSpc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de-DE" dirty="0"/>
              <a:t>EWGER FELSEN, ÖFFNE DICH</a:t>
            </a:r>
            <a:endParaRPr lang="de-DE" sz="4400" dirty="0">
              <a:latin typeface="+mn-lt"/>
              <a:ea typeface="+mn-ea"/>
              <a:cs typeface="+mn-cs"/>
              <a:sym typeface="Calibri"/>
            </a:endParaRPr>
          </a:p>
          <a:p>
            <a:pPr algn="ctr">
              <a:lnSpc>
                <a:spcPct val="90000"/>
              </a:lnSpc>
              <a:defRPr sz="2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de-DE" dirty="0"/>
              <a:t>(BATU ZAMAN)</a:t>
            </a:r>
          </a:p>
        </p:txBody>
      </p:sp>
      <p:sp>
        <p:nvSpPr>
          <p:cNvPr id="102" name="TextBox 7"/>
          <p:cNvSpPr txBox="1"/>
          <p:nvPr/>
        </p:nvSpPr>
        <p:spPr>
          <a:xfrm>
            <a:off x="1682609" y="6100560"/>
            <a:ext cx="975586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 err="1"/>
              <a:t>Bes</a:t>
            </a:r>
            <a:r>
              <a:rPr dirty="0"/>
              <a:t> - </a:t>
            </a:r>
            <a:r>
              <a:rPr lang="fr-CH" dirty="0"/>
              <a:t>3</a:t>
            </a:r>
            <a:r>
              <a:rPr dirty="0"/>
              <a:t>/4</a:t>
            </a:r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/>
              <a:t>TOPLADY</a:t>
            </a:r>
            <a:endParaRPr dirty="0"/>
          </a:p>
        </p:txBody>
      </p:sp>
      <p:sp>
        <p:nvSpPr>
          <p:cNvPr id="104" name="TextBox 14"/>
          <p:cNvSpPr txBox="1"/>
          <p:nvPr/>
        </p:nvSpPr>
        <p:spPr>
          <a:xfrm>
            <a:off x="619003" y="755595"/>
            <a:ext cx="1124140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Parnumation 3"/>
                <a:ea typeface="Parnumation 3"/>
                <a:cs typeface="Parnumation 3"/>
                <a:sym typeface="Parnumation 3"/>
              </a:defRPr>
            </a:lvl1pPr>
          </a:lstStyle>
          <a:p>
            <a:r>
              <a:rPr lang="fr-CH" dirty="0" err="1"/>
              <a:t>Jtj</a:t>
            </a:r>
            <a:r>
              <a:rPr lang="fr-CH" dirty="0"/>
              <a:t> jj </a:t>
            </a:r>
            <a:r>
              <a:rPr lang="fr-CH" dirty="0" err="1"/>
              <a:t>k.k</a:t>
            </a:r>
            <a:r>
              <a:rPr lang="fr-CH" dirty="0"/>
              <a:t> y | t   e  j1jj </a:t>
            </a:r>
            <a:r>
              <a:rPr lang="fr-CH" dirty="0" err="1"/>
              <a:t>k.k</a:t>
            </a:r>
            <a:r>
              <a:rPr lang="fr-CH" dirty="0"/>
              <a:t> y | t .</a:t>
            </a:r>
          </a:p>
        </p:txBody>
      </p:sp>
      <p:grpSp>
        <p:nvGrpSpPr>
          <p:cNvPr id="107" name="Oval 1"/>
          <p:cNvGrpSpPr/>
          <p:nvPr/>
        </p:nvGrpSpPr>
        <p:grpSpPr>
          <a:xfrm>
            <a:off x="11704319" y="95033"/>
            <a:ext cx="391887" cy="391888"/>
            <a:chOff x="0" y="0"/>
            <a:chExt cx="391886" cy="391886"/>
          </a:xfrm>
        </p:grpSpPr>
        <p:sp>
          <p:nvSpPr>
            <p:cNvPr id="105" name="Circle"/>
            <p:cNvSpPr/>
            <p:nvPr/>
          </p:nvSpPr>
          <p:spPr>
            <a:xfrm>
              <a:off x="-1" y="-1"/>
              <a:ext cx="391888" cy="391888"/>
            </a:xfrm>
            <a:prstGeom prst="ellipse">
              <a:avLst/>
            </a:prstGeom>
            <a:noFill/>
            <a:ln w="28575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defRPr>
              </a:pPr>
              <a:endParaRPr/>
            </a:p>
          </p:txBody>
        </p:sp>
        <p:sp>
          <p:nvSpPr>
            <p:cNvPr id="106" name="1"/>
            <p:cNvSpPr txBox="1"/>
            <p:nvPr/>
          </p:nvSpPr>
          <p:spPr>
            <a:xfrm>
              <a:off x="117397" y="16872"/>
              <a:ext cx="157091" cy="358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defRPr>
              </a:lvl1pPr>
            </a:lstStyle>
            <a:p>
              <a:r>
                <a:t>1</a:t>
              </a:r>
            </a:p>
          </p:txBody>
        </p:sp>
      </p:grpSp>
      <p:sp>
        <p:nvSpPr>
          <p:cNvPr id="108" name="TextBox 20"/>
          <p:cNvSpPr txBox="1"/>
          <p:nvPr/>
        </p:nvSpPr>
        <p:spPr>
          <a:xfrm>
            <a:off x="601966" y="1978309"/>
            <a:ext cx="10594552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 i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CH" dirty="0"/>
              <a:t>Da –   ri      do –   sa   </a:t>
            </a:r>
            <a:r>
              <a:rPr lang="fr-CH" dirty="0" err="1"/>
              <a:t>ku</a:t>
            </a:r>
            <a:r>
              <a:rPr lang="fr-CH" dirty="0"/>
              <a:t> –   le –   pas,</a:t>
            </a:r>
            <a:endParaRPr dirty="0"/>
          </a:p>
        </p:txBody>
      </p:sp>
      <p:sp>
        <p:nvSpPr>
          <p:cNvPr id="109" name="TextBox 13"/>
          <p:cNvSpPr txBox="1"/>
          <p:nvPr/>
        </p:nvSpPr>
        <p:spPr>
          <a:xfrm>
            <a:off x="653734" y="3708258"/>
            <a:ext cx="11241404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CH" dirty="0" err="1"/>
              <a:t>und</a:t>
            </a:r>
            <a:r>
              <a:rPr lang="fr-CH" dirty="0"/>
              <a:t>  </a:t>
            </a:r>
            <a:r>
              <a:rPr lang="fr-CH" dirty="0" err="1"/>
              <a:t>sie</a:t>
            </a:r>
            <a:r>
              <a:rPr lang="fr-CH" dirty="0"/>
              <a:t>    ma – </a:t>
            </a:r>
            <a:r>
              <a:rPr lang="fr-CH" dirty="0" err="1"/>
              <a:t>chen</a:t>
            </a:r>
            <a:r>
              <a:rPr lang="fr-CH" dirty="0"/>
              <a:t>   </a:t>
            </a:r>
            <a:r>
              <a:rPr lang="fr-CH" dirty="0" err="1"/>
              <a:t>frei</a:t>
            </a:r>
            <a:r>
              <a:rPr lang="fr-CH" dirty="0"/>
              <a:t>  </a:t>
            </a:r>
            <a:r>
              <a:rPr lang="fr-CH" dirty="0" err="1"/>
              <a:t>und</a:t>
            </a:r>
            <a:r>
              <a:rPr lang="fr-CH" dirty="0"/>
              <a:t>  rein!</a:t>
            </a:r>
            <a:endParaRPr dirty="0"/>
          </a:p>
        </p:txBody>
      </p:sp>
      <p:sp>
        <p:nvSpPr>
          <p:cNvPr id="110" name="TextBox 15"/>
          <p:cNvSpPr txBox="1"/>
          <p:nvPr/>
        </p:nvSpPr>
        <p:spPr>
          <a:xfrm>
            <a:off x="654514" y="2986427"/>
            <a:ext cx="1124140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Parnumation 3"/>
                <a:ea typeface="Parnumation 3"/>
                <a:cs typeface="Parnumation 3"/>
                <a:sym typeface="Parnumation 3"/>
              </a:defRPr>
            </a:lvl1pPr>
          </a:lstStyle>
          <a:p>
            <a:r>
              <a:rPr lang="fr-CH" dirty="0"/>
              <a:t>J1jj </a:t>
            </a:r>
            <a:r>
              <a:rPr lang="fr-CH" dirty="0" err="1"/>
              <a:t>k.k</a:t>
            </a:r>
            <a:r>
              <a:rPr lang="fr-CH" dirty="0"/>
              <a:t> 2 | 3  </a:t>
            </a:r>
            <a:r>
              <a:rPr lang="fr-CH" dirty="0" err="1"/>
              <a:t>j.j</a:t>
            </a:r>
            <a:r>
              <a:rPr lang="fr-CH" dirty="0"/>
              <a:t> 2   j1j j u | 1 . +</a:t>
            </a:r>
          </a:p>
        </p:txBody>
      </p:sp>
      <p:sp>
        <p:nvSpPr>
          <p:cNvPr id="111" name="TextBox 16"/>
          <p:cNvSpPr txBox="1"/>
          <p:nvPr/>
        </p:nvSpPr>
        <p:spPr>
          <a:xfrm>
            <a:off x="664107" y="4221841"/>
            <a:ext cx="10594552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 i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CH" dirty="0"/>
              <a:t>da – ri       hu –  </a:t>
            </a:r>
            <a:r>
              <a:rPr lang="fr-CH" dirty="0" err="1"/>
              <a:t>kum</a:t>
            </a:r>
            <a:r>
              <a:rPr lang="fr-CH" dirty="0"/>
              <a:t> – an    </a:t>
            </a:r>
            <a:r>
              <a:rPr lang="fr-CH" dirty="0" err="1"/>
              <a:t>be</a:t>
            </a:r>
            <a:r>
              <a:rPr lang="fr-CH" dirty="0"/>
              <a:t> – bas.</a:t>
            </a:r>
            <a:endParaRPr dirty="0"/>
          </a:p>
        </p:txBody>
      </p:sp>
      <p:sp>
        <p:nvSpPr>
          <p:cNvPr id="2" name="TextBox 10">
            <a:extLst>
              <a:ext uri="{FF2B5EF4-FFF2-40B4-BE49-F238E27FC236}">
                <a16:creationId xmlns:a16="http://schemas.microsoft.com/office/drawing/2014/main" id="{1C8927E1-BBA4-EF17-193F-E322C03871D9}"/>
              </a:ext>
            </a:extLst>
          </p:cNvPr>
          <p:cNvSpPr txBox="1"/>
          <p:nvPr/>
        </p:nvSpPr>
        <p:spPr>
          <a:xfrm>
            <a:off x="5370003" y="5931885"/>
            <a:ext cx="2011126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 err="1"/>
              <a:t>Rev</a:t>
            </a:r>
            <a:r>
              <a:rPr lang="fr-CH" dirty="0"/>
              <a:t>. A. M. </a:t>
            </a:r>
            <a:r>
              <a:rPr lang="fr-CH" dirty="0" err="1"/>
              <a:t>Toplady</a:t>
            </a:r>
            <a:endParaRPr lang="fr-CH" dirty="0"/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/>
              <a:t>tr. by P.W. </a:t>
            </a:r>
            <a:r>
              <a:rPr lang="fr-CH" dirty="0" err="1"/>
              <a:t>Bickel</a:t>
            </a:r>
            <a:endParaRPr dirty="0"/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/>
              <a:t>Dr. Thomas Hastings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3979063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1"/>
          <p:cNvSpPr txBox="1"/>
          <p:nvPr/>
        </p:nvSpPr>
        <p:spPr>
          <a:xfrm>
            <a:off x="572478" y="1452025"/>
            <a:ext cx="11368406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CH" dirty="0"/>
              <a:t>Al –  le     </a:t>
            </a:r>
            <a:r>
              <a:rPr lang="fr-CH" dirty="0" err="1"/>
              <a:t>Wer</a:t>
            </a:r>
            <a:r>
              <a:rPr lang="fr-CH" dirty="0"/>
              <a:t> – </a:t>
            </a:r>
            <a:r>
              <a:rPr lang="fr-CH" dirty="0" err="1"/>
              <a:t>ke</a:t>
            </a:r>
            <a:r>
              <a:rPr lang="fr-CH" dirty="0"/>
              <a:t>,  die    </a:t>
            </a:r>
            <a:r>
              <a:rPr lang="fr-CH" dirty="0" err="1"/>
              <a:t>ich</a:t>
            </a:r>
            <a:r>
              <a:rPr lang="fr-CH" dirty="0"/>
              <a:t>     tat,</a:t>
            </a:r>
            <a:endParaRPr dirty="0"/>
          </a:p>
        </p:txBody>
      </p:sp>
      <p:sp>
        <p:nvSpPr>
          <p:cNvPr id="101" name="Title 1"/>
          <p:cNvSpPr txBox="1"/>
          <p:nvPr/>
        </p:nvSpPr>
        <p:spPr>
          <a:xfrm>
            <a:off x="1586622" y="5493410"/>
            <a:ext cx="4991126" cy="670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90000"/>
              </a:lnSpc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de-DE" dirty="0"/>
              <a:t>EWGER FELSEN, ÖFFNE DICH</a:t>
            </a:r>
            <a:endParaRPr lang="de-DE" sz="4400" dirty="0">
              <a:latin typeface="+mn-lt"/>
              <a:ea typeface="+mn-ea"/>
              <a:cs typeface="+mn-cs"/>
              <a:sym typeface="Calibri"/>
            </a:endParaRPr>
          </a:p>
          <a:p>
            <a:pPr algn="ctr">
              <a:lnSpc>
                <a:spcPct val="90000"/>
              </a:lnSpc>
              <a:defRPr sz="2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de-DE" dirty="0"/>
              <a:t>(BATU ZAMAN)</a:t>
            </a:r>
          </a:p>
        </p:txBody>
      </p:sp>
      <p:sp>
        <p:nvSpPr>
          <p:cNvPr id="102" name="TextBox 7"/>
          <p:cNvSpPr txBox="1"/>
          <p:nvPr/>
        </p:nvSpPr>
        <p:spPr>
          <a:xfrm>
            <a:off x="1682609" y="6100560"/>
            <a:ext cx="975586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 err="1"/>
              <a:t>Bes</a:t>
            </a:r>
            <a:r>
              <a:rPr dirty="0"/>
              <a:t> - </a:t>
            </a:r>
            <a:r>
              <a:rPr lang="fr-CH" dirty="0"/>
              <a:t>3</a:t>
            </a:r>
            <a:r>
              <a:rPr dirty="0"/>
              <a:t>/4</a:t>
            </a:r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/>
              <a:t>TOPLADY</a:t>
            </a:r>
            <a:endParaRPr dirty="0"/>
          </a:p>
        </p:txBody>
      </p:sp>
      <p:sp>
        <p:nvSpPr>
          <p:cNvPr id="104" name="TextBox 14"/>
          <p:cNvSpPr txBox="1"/>
          <p:nvPr/>
        </p:nvSpPr>
        <p:spPr>
          <a:xfrm>
            <a:off x="619003" y="755595"/>
            <a:ext cx="1124140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Parnumation 3"/>
                <a:ea typeface="Parnumation 3"/>
                <a:cs typeface="Parnumation 3"/>
                <a:sym typeface="Parnumation 3"/>
              </a:defRPr>
            </a:lvl1pPr>
          </a:lstStyle>
          <a:p>
            <a:r>
              <a:rPr lang="fr-CH" dirty="0" err="1"/>
              <a:t>Jtjj</a:t>
            </a:r>
            <a:r>
              <a:rPr lang="fr-CH" dirty="0"/>
              <a:t> </a:t>
            </a:r>
            <a:r>
              <a:rPr lang="fr-CH" dirty="0" err="1"/>
              <a:t>k.k</a:t>
            </a:r>
            <a:r>
              <a:rPr lang="fr-CH" dirty="0"/>
              <a:t> y | t   e   j1jj </a:t>
            </a:r>
            <a:r>
              <a:rPr lang="fr-CH" dirty="0" err="1"/>
              <a:t>k.k</a:t>
            </a:r>
            <a:r>
              <a:rPr lang="fr-CH" dirty="0"/>
              <a:t> y | t .</a:t>
            </a:r>
            <a:endParaRPr dirty="0"/>
          </a:p>
        </p:txBody>
      </p:sp>
      <p:grpSp>
        <p:nvGrpSpPr>
          <p:cNvPr id="107" name="Oval 1"/>
          <p:cNvGrpSpPr/>
          <p:nvPr/>
        </p:nvGrpSpPr>
        <p:grpSpPr>
          <a:xfrm>
            <a:off x="11704318" y="95032"/>
            <a:ext cx="391889" cy="391890"/>
            <a:chOff x="-1" y="-1"/>
            <a:chExt cx="391888" cy="391888"/>
          </a:xfrm>
        </p:grpSpPr>
        <p:sp>
          <p:nvSpPr>
            <p:cNvPr id="105" name="Circle"/>
            <p:cNvSpPr/>
            <p:nvPr/>
          </p:nvSpPr>
          <p:spPr>
            <a:xfrm>
              <a:off x="-1" y="-1"/>
              <a:ext cx="391888" cy="391888"/>
            </a:xfrm>
            <a:prstGeom prst="ellipse">
              <a:avLst/>
            </a:prstGeom>
            <a:noFill/>
            <a:ln w="28575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defRPr>
              </a:pPr>
              <a:endParaRPr/>
            </a:p>
          </p:txBody>
        </p:sp>
        <p:sp>
          <p:nvSpPr>
            <p:cNvPr id="106" name="1"/>
            <p:cNvSpPr txBox="1"/>
            <p:nvPr/>
          </p:nvSpPr>
          <p:spPr>
            <a:xfrm>
              <a:off x="117397" y="11279"/>
              <a:ext cx="157091" cy="3693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defRPr>
              </a:lvl1pPr>
            </a:lstStyle>
            <a:p>
              <a:r>
                <a:rPr lang="fr-CH" dirty="0"/>
                <a:t>2</a:t>
              </a:r>
              <a:endParaRPr dirty="0"/>
            </a:p>
          </p:txBody>
        </p:sp>
      </p:grpSp>
      <p:sp>
        <p:nvSpPr>
          <p:cNvPr id="108" name="TextBox 20"/>
          <p:cNvSpPr txBox="1"/>
          <p:nvPr/>
        </p:nvSpPr>
        <p:spPr>
          <a:xfrm>
            <a:off x="601966" y="1978309"/>
            <a:ext cx="10594552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 i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CH" dirty="0"/>
              <a:t>Bu – kan   </a:t>
            </a:r>
            <a:r>
              <a:rPr lang="fr-CH" dirty="0" err="1"/>
              <a:t>kar</a:t>
            </a:r>
            <a:r>
              <a:rPr lang="fr-CH" dirty="0"/>
              <a:t>’ – na   </a:t>
            </a:r>
            <a:r>
              <a:rPr lang="fr-CH" dirty="0" err="1"/>
              <a:t>ker</a:t>
            </a:r>
            <a:r>
              <a:rPr lang="fr-CH" dirty="0"/>
              <a:t> – </a:t>
            </a:r>
            <a:r>
              <a:rPr lang="fr-CH" dirty="0" err="1"/>
              <a:t>ja</a:t>
            </a:r>
            <a:r>
              <a:rPr lang="fr-CH" dirty="0"/>
              <a:t> –    </a:t>
            </a:r>
            <a:r>
              <a:rPr lang="fr-CH" dirty="0" err="1"/>
              <a:t>ku</a:t>
            </a:r>
            <a:r>
              <a:rPr lang="fr-CH" dirty="0"/>
              <a:t>,</a:t>
            </a:r>
            <a:endParaRPr dirty="0"/>
          </a:p>
        </p:txBody>
      </p:sp>
      <p:sp>
        <p:nvSpPr>
          <p:cNvPr id="109" name="TextBox 13"/>
          <p:cNvSpPr txBox="1"/>
          <p:nvPr/>
        </p:nvSpPr>
        <p:spPr>
          <a:xfrm>
            <a:off x="653734" y="3708258"/>
            <a:ext cx="11241404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CH" dirty="0" err="1"/>
              <a:t>das</a:t>
            </a:r>
            <a:r>
              <a:rPr lang="fr-CH" dirty="0"/>
              <a:t>    Ge – </a:t>
            </a:r>
            <a:r>
              <a:rPr lang="fr-CH" dirty="0" err="1"/>
              <a:t>setz</a:t>
            </a:r>
            <a:r>
              <a:rPr lang="fr-CH" dirty="0"/>
              <a:t>  ver – </a:t>
            </a:r>
            <a:r>
              <a:rPr lang="fr-CH" dirty="0" err="1"/>
              <a:t>ur</a:t>
            </a:r>
            <a:r>
              <a:rPr lang="fr-CH" dirty="0"/>
              <a:t> –  </a:t>
            </a:r>
            <a:r>
              <a:rPr lang="fr-CH" dirty="0" err="1"/>
              <a:t>teilt</a:t>
            </a:r>
            <a:r>
              <a:rPr lang="fr-CH" dirty="0"/>
              <a:t>    </a:t>
            </a:r>
            <a:r>
              <a:rPr lang="fr-CH" dirty="0" err="1"/>
              <a:t>hat</a:t>
            </a:r>
            <a:r>
              <a:rPr lang="fr-CH" dirty="0"/>
              <a:t>.</a:t>
            </a:r>
            <a:endParaRPr dirty="0"/>
          </a:p>
        </p:txBody>
      </p:sp>
      <p:sp>
        <p:nvSpPr>
          <p:cNvPr id="110" name="TextBox 15"/>
          <p:cNvSpPr txBox="1"/>
          <p:nvPr/>
        </p:nvSpPr>
        <p:spPr>
          <a:xfrm>
            <a:off x="654514" y="2986427"/>
            <a:ext cx="1124140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Parnumation 3"/>
                <a:ea typeface="Parnumation 3"/>
                <a:cs typeface="Parnumation 3"/>
                <a:sym typeface="Parnumation 3"/>
              </a:defRPr>
            </a:lvl1pPr>
          </a:lstStyle>
          <a:p>
            <a:r>
              <a:rPr lang="fr-CH" dirty="0"/>
              <a:t>J1j jj </a:t>
            </a:r>
            <a:r>
              <a:rPr lang="fr-CH" dirty="0" err="1"/>
              <a:t>k.k</a:t>
            </a:r>
            <a:r>
              <a:rPr lang="fr-CH" dirty="0"/>
              <a:t> 2 | 3 </a:t>
            </a:r>
            <a:r>
              <a:rPr lang="fr-CH" dirty="0" err="1"/>
              <a:t>j.j</a:t>
            </a:r>
            <a:r>
              <a:rPr lang="fr-CH" dirty="0"/>
              <a:t> 2   j1j j </a:t>
            </a:r>
            <a:r>
              <a:rPr lang="fr-CH" dirty="0" err="1"/>
              <a:t>j</a:t>
            </a:r>
            <a:r>
              <a:rPr lang="fr-CH" dirty="0"/>
              <a:t> u | 1 .</a:t>
            </a:r>
          </a:p>
        </p:txBody>
      </p:sp>
      <p:sp>
        <p:nvSpPr>
          <p:cNvPr id="111" name="TextBox 16"/>
          <p:cNvSpPr txBox="1"/>
          <p:nvPr/>
        </p:nvSpPr>
        <p:spPr>
          <a:xfrm>
            <a:off x="664107" y="4221841"/>
            <a:ext cx="10594552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 i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CH" dirty="0"/>
              <a:t>me –  mu – as – kan    Hu – </a:t>
            </a:r>
            <a:r>
              <a:rPr lang="fr-CH" dirty="0" err="1"/>
              <a:t>kum</a:t>
            </a:r>
            <a:r>
              <a:rPr lang="fr-CH" dirty="0"/>
              <a:t> – Mu,</a:t>
            </a:r>
            <a:endParaRPr dirty="0"/>
          </a:p>
        </p:txBody>
      </p:sp>
      <p:sp>
        <p:nvSpPr>
          <p:cNvPr id="2" name="TextBox 10">
            <a:extLst>
              <a:ext uri="{FF2B5EF4-FFF2-40B4-BE49-F238E27FC236}">
                <a16:creationId xmlns:a16="http://schemas.microsoft.com/office/drawing/2014/main" id="{D7F8F8BC-9152-C4B2-A516-D127BEBF8238}"/>
              </a:ext>
            </a:extLst>
          </p:cNvPr>
          <p:cNvSpPr txBox="1"/>
          <p:nvPr/>
        </p:nvSpPr>
        <p:spPr>
          <a:xfrm>
            <a:off x="5370003" y="5931885"/>
            <a:ext cx="2011126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 err="1"/>
              <a:t>Rev</a:t>
            </a:r>
            <a:r>
              <a:rPr lang="fr-CH" dirty="0"/>
              <a:t>. A. M. </a:t>
            </a:r>
            <a:r>
              <a:rPr lang="fr-CH" dirty="0" err="1"/>
              <a:t>Toplady</a:t>
            </a:r>
            <a:endParaRPr lang="fr-CH" dirty="0"/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/>
              <a:t>tr. by P.W. </a:t>
            </a:r>
            <a:r>
              <a:rPr lang="fr-CH" dirty="0" err="1"/>
              <a:t>Bickel</a:t>
            </a:r>
            <a:endParaRPr dirty="0"/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/>
              <a:t>Dr. Thomas Hastings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6228574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1"/>
          <p:cNvSpPr txBox="1"/>
          <p:nvPr/>
        </p:nvSpPr>
        <p:spPr>
          <a:xfrm>
            <a:off x="572478" y="1452025"/>
            <a:ext cx="11368406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CH" dirty="0" err="1"/>
              <a:t>Strebt</a:t>
            </a:r>
            <a:r>
              <a:rPr lang="fr-CH" dirty="0"/>
              <a:t>  </a:t>
            </a:r>
            <a:r>
              <a:rPr lang="fr-CH" dirty="0" err="1"/>
              <a:t>ich</a:t>
            </a:r>
            <a:r>
              <a:rPr lang="fr-CH" dirty="0"/>
              <a:t>    </a:t>
            </a:r>
            <a:r>
              <a:rPr lang="fr-CH" dirty="0" err="1"/>
              <a:t>auch</a:t>
            </a:r>
            <a:r>
              <a:rPr lang="fr-CH" dirty="0"/>
              <a:t>  </a:t>
            </a:r>
            <a:r>
              <a:rPr lang="fr-CH" dirty="0" err="1"/>
              <a:t>dem</a:t>
            </a:r>
            <a:r>
              <a:rPr lang="fr-CH" dirty="0"/>
              <a:t>  </a:t>
            </a:r>
            <a:r>
              <a:rPr lang="fr-CH" dirty="0" err="1"/>
              <a:t>Gu</a:t>
            </a:r>
            <a:r>
              <a:rPr lang="fr-CH" dirty="0"/>
              <a:t> – </a:t>
            </a:r>
            <a:r>
              <a:rPr lang="fr-CH" dirty="0" err="1"/>
              <a:t>ten</a:t>
            </a:r>
            <a:r>
              <a:rPr lang="fr-CH" dirty="0"/>
              <a:t>   </a:t>
            </a:r>
            <a:r>
              <a:rPr lang="fr-CH" dirty="0" err="1"/>
              <a:t>nach</a:t>
            </a:r>
            <a:r>
              <a:rPr lang="fr-CH" dirty="0"/>
              <a:t>,</a:t>
            </a:r>
            <a:endParaRPr dirty="0"/>
          </a:p>
        </p:txBody>
      </p:sp>
      <p:sp>
        <p:nvSpPr>
          <p:cNvPr id="101" name="Title 1"/>
          <p:cNvSpPr txBox="1"/>
          <p:nvPr/>
        </p:nvSpPr>
        <p:spPr>
          <a:xfrm>
            <a:off x="1586622" y="5493410"/>
            <a:ext cx="4991126" cy="670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90000"/>
              </a:lnSpc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de-DE" dirty="0"/>
              <a:t>EWGER FELSEN, ÖFFNE DICH</a:t>
            </a:r>
            <a:endParaRPr lang="de-DE" sz="4400" dirty="0">
              <a:latin typeface="+mn-lt"/>
              <a:ea typeface="+mn-ea"/>
              <a:cs typeface="+mn-cs"/>
              <a:sym typeface="Calibri"/>
            </a:endParaRPr>
          </a:p>
          <a:p>
            <a:pPr algn="ctr">
              <a:lnSpc>
                <a:spcPct val="90000"/>
              </a:lnSpc>
              <a:defRPr sz="2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de-DE" dirty="0"/>
              <a:t>(BATU ZAMAN)</a:t>
            </a:r>
          </a:p>
        </p:txBody>
      </p:sp>
      <p:sp>
        <p:nvSpPr>
          <p:cNvPr id="102" name="TextBox 7"/>
          <p:cNvSpPr txBox="1"/>
          <p:nvPr/>
        </p:nvSpPr>
        <p:spPr>
          <a:xfrm>
            <a:off x="1682609" y="6100560"/>
            <a:ext cx="975586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 err="1"/>
              <a:t>Bes</a:t>
            </a:r>
            <a:r>
              <a:rPr dirty="0"/>
              <a:t> - </a:t>
            </a:r>
            <a:r>
              <a:rPr lang="fr-CH" dirty="0"/>
              <a:t>3</a:t>
            </a:r>
            <a:r>
              <a:rPr dirty="0"/>
              <a:t>/4</a:t>
            </a:r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/>
              <a:t>TOPLADY</a:t>
            </a:r>
            <a:endParaRPr dirty="0"/>
          </a:p>
        </p:txBody>
      </p:sp>
      <p:sp>
        <p:nvSpPr>
          <p:cNvPr id="104" name="TextBox 14"/>
          <p:cNvSpPr txBox="1"/>
          <p:nvPr/>
        </p:nvSpPr>
        <p:spPr>
          <a:xfrm>
            <a:off x="619003" y="755595"/>
            <a:ext cx="1124140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Parnumation 3"/>
                <a:ea typeface="Parnumation 3"/>
                <a:cs typeface="Parnumation 3"/>
                <a:sym typeface="Parnumation 3"/>
              </a:defRPr>
            </a:lvl1pPr>
          </a:lstStyle>
          <a:p>
            <a:r>
              <a:rPr lang="fr-CH" dirty="0" err="1"/>
              <a:t>Juj</a:t>
            </a:r>
            <a:r>
              <a:rPr lang="fr-CH" dirty="0"/>
              <a:t> jj </a:t>
            </a:r>
            <a:r>
              <a:rPr lang="fr-CH" dirty="0" err="1"/>
              <a:t>k.k</a:t>
            </a:r>
            <a:r>
              <a:rPr lang="fr-CH" dirty="0"/>
              <a:t> k 1 | 2 </a:t>
            </a:r>
            <a:r>
              <a:rPr lang="fr-CH" dirty="0" err="1"/>
              <a:t>j.j</a:t>
            </a:r>
            <a:r>
              <a:rPr lang="fr-CH" dirty="0"/>
              <a:t> 2   </a:t>
            </a:r>
            <a:r>
              <a:rPr lang="fr-CH" dirty="0" err="1"/>
              <a:t>juj</a:t>
            </a:r>
            <a:r>
              <a:rPr lang="fr-CH" dirty="0"/>
              <a:t> j </a:t>
            </a:r>
            <a:r>
              <a:rPr lang="fr-CH" dirty="0" err="1"/>
              <a:t>j</a:t>
            </a:r>
            <a:r>
              <a:rPr lang="fr-CH" dirty="0"/>
              <a:t> t | 1 .</a:t>
            </a:r>
          </a:p>
        </p:txBody>
      </p:sp>
      <p:grpSp>
        <p:nvGrpSpPr>
          <p:cNvPr id="107" name="Oval 1"/>
          <p:cNvGrpSpPr/>
          <p:nvPr/>
        </p:nvGrpSpPr>
        <p:grpSpPr>
          <a:xfrm>
            <a:off x="11704318" y="95032"/>
            <a:ext cx="391889" cy="391890"/>
            <a:chOff x="-1" y="-1"/>
            <a:chExt cx="391888" cy="391888"/>
          </a:xfrm>
        </p:grpSpPr>
        <p:sp>
          <p:nvSpPr>
            <p:cNvPr id="105" name="Circle"/>
            <p:cNvSpPr/>
            <p:nvPr/>
          </p:nvSpPr>
          <p:spPr>
            <a:xfrm>
              <a:off x="-1" y="-1"/>
              <a:ext cx="391888" cy="391888"/>
            </a:xfrm>
            <a:prstGeom prst="ellipse">
              <a:avLst/>
            </a:prstGeom>
            <a:noFill/>
            <a:ln w="28575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defRPr>
              </a:pPr>
              <a:endParaRPr/>
            </a:p>
          </p:txBody>
        </p:sp>
        <p:sp>
          <p:nvSpPr>
            <p:cNvPr id="106" name="1"/>
            <p:cNvSpPr txBox="1"/>
            <p:nvPr/>
          </p:nvSpPr>
          <p:spPr>
            <a:xfrm>
              <a:off x="117397" y="11279"/>
              <a:ext cx="157091" cy="3693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defRPr>
              </a:lvl1pPr>
            </a:lstStyle>
            <a:p>
              <a:r>
                <a:rPr lang="fr-CH" dirty="0"/>
                <a:t>2</a:t>
              </a:r>
              <a:endParaRPr dirty="0"/>
            </a:p>
          </p:txBody>
        </p:sp>
      </p:grpSp>
      <p:sp>
        <p:nvSpPr>
          <p:cNvPr id="108" name="TextBox 20"/>
          <p:cNvSpPr txBox="1"/>
          <p:nvPr/>
        </p:nvSpPr>
        <p:spPr>
          <a:xfrm>
            <a:off x="601966" y="1978309"/>
            <a:ext cx="10594552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 b="1" i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CH" dirty="0"/>
              <a:t>A –       </a:t>
            </a:r>
            <a:r>
              <a:rPr lang="fr-CH" dirty="0" err="1"/>
              <a:t>pa</a:t>
            </a:r>
            <a:r>
              <a:rPr lang="fr-CH" dirty="0"/>
              <a:t> –  </a:t>
            </a:r>
            <a:r>
              <a:rPr lang="fr-CH" dirty="0" err="1"/>
              <a:t>pun</a:t>
            </a:r>
            <a:r>
              <a:rPr lang="fr-CH" dirty="0"/>
              <a:t>    u –    sa –  ha – </a:t>
            </a:r>
            <a:r>
              <a:rPr lang="fr-CH" dirty="0" err="1"/>
              <a:t>ku</a:t>
            </a:r>
            <a:r>
              <a:rPr lang="fr-CH" dirty="0"/>
              <a:t>,</a:t>
            </a:r>
            <a:endParaRPr dirty="0"/>
          </a:p>
        </p:txBody>
      </p:sp>
      <p:sp>
        <p:nvSpPr>
          <p:cNvPr id="109" name="TextBox 13"/>
          <p:cNvSpPr txBox="1"/>
          <p:nvPr/>
        </p:nvSpPr>
        <p:spPr>
          <a:xfrm>
            <a:off x="653734" y="3708258"/>
            <a:ext cx="11241404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CH" dirty="0" err="1"/>
              <a:t>eif</a:t>
            </a:r>
            <a:r>
              <a:rPr lang="fr-CH" dirty="0"/>
              <a:t> – </a:t>
            </a:r>
            <a:r>
              <a:rPr lang="fr-CH" dirty="0" err="1"/>
              <a:t>rig</a:t>
            </a:r>
            <a:r>
              <a:rPr lang="fr-CH" dirty="0"/>
              <a:t>,      </a:t>
            </a:r>
            <a:r>
              <a:rPr lang="fr-CH" dirty="0" err="1"/>
              <a:t>wei</a:t>
            </a:r>
            <a:r>
              <a:rPr lang="fr-CH" dirty="0"/>
              <a:t> – </a:t>
            </a:r>
            <a:r>
              <a:rPr lang="fr-CH" dirty="0" err="1"/>
              <a:t>nend</a:t>
            </a:r>
            <a:r>
              <a:rPr lang="fr-CH" dirty="0"/>
              <a:t>,  </a:t>
            </a:r>
            <a:r>
              <a:rPr lang="fr-CH" dirty="0" err="1"/>
              <a:t>Nacht</a:t>
            </a:r>
            <a:r>
              <a:rPr lang="fr-CH" dirty="0"/>
              <a:t>  </a:t>
            </a:r>
            <a:r>
              <a:rPr lang="fr-CH" dirty="0" err="1"/>
              <a:t>und</a:t>
            </a:r>
            <a:r>
              <a:rPr lang="fr-CH" dirty="0"/>
              <a:t>   Tag,</a:t>
            </a:r>
            <a:endParaRPr dirty="0"/>
          </a:p>
        </p:txBody>
      </p:sp>
      <p:sp>
        <p:nvSpPr>
          <p:cNvPr id="110" name="TextBox 15"/>
          <p:cNvSpPr txBox="1"/>
          <p:nvPr/>
        </p:nvSpPr>
        <p:spPr>
          <a:xfrm>
            <a:off x="654514" y="2986427"/>
            <a:ext cx="1124140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Parnumation 3"/>
                <a:ea typeface="Parnumation 3"/>
                <a:cs typeface="Parnumation 3"/>
                <a:sym typeface="Parnumation 3"/>
              </a:defRPr>
            </a:lvl1pPr>
          </a:lstStyle>
          <a:p>
            <a:r>
              <a:rPr lang="fr-CH" dirty="0" err="1"/>
              <a:t>Jujj</a:t>
            </a:r>
            <a:r>
              <a:rPr lang="fr-CH" dirty="0"/>
              <a:t> </a:t>
            </a:r>
            <a:r>
              <a:rPr lang="fr-CH" dirty="0" err="1"/>
              <a:t>k.k</a:t>
            </a:r>
            <a:r>
              <a:rPr lang="fr-CH" dirty="0"/>
              <a:t> 1  |  2 </a:t>
            </a:r>
            <a:r>
              <a:rPr lang="fr-CH" dirty="0" err="1"/>
              <a:t>j.j</a:t>
            </a:r>
            <a:r>
              <a:rPr lang="fr-CH" dirty="0"/>
              <a:t> 2    </a:t>
            </a:r>
            <a:r>
              <a:rPr lang="fr-CH" dirty="0" err="1"/>
              <a:t>juj</a:t>
            </a:r>
            <a:r>
              <a:rPr lang="fr-CH" dirty="0"/>
              <a:t> j j j t | 1 .</a:t>
            </a:r>
          </a:p>
        </p:txBody>
      </p:sp>
      <p:sp>
        <p:nvSpPr>
          <p:cNvPr id="111" name="TextBox 16"/>
          <p:cNvSpPr txBox="1"/>
          <p:nvPr/>
        </p:nvSpPr>
        <p:spPr>
          <a:xfrm>
            <a:off x="664107" y="4221841"/>
            <a:ext cx="10594552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 b="1" i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CH" dirty="0" err="1"/>
              <a:t>tak</a:t>
            </a:r>
            <a:r>
              <a:rPr lang="fr-CH" dirty="0"/>
              <a:t>   </a:t>
            </a:r>
            <a:r>
              <a:rPr lang="fr-CH" dirty="0" err="1"/>
              <a:t>meng</a:t>
            </a:r>
            <a:r>
              <a:rPr lang="fr-CH" dirty="0"/>
              <a:t> – ha –  pus      do –     sa –  </a:t>
            </a:r>
            <a:r>
              <a:rPr lang="fr-CH" dirty="0" err="1"/>
              <a:t>ku</a:t>
            </a:r>
            <a:r>
              <a:rPr lang="fr-CH" dirty="0"/>
              <a:t>,</a:t>
            </a:r>
            <a:endParaRPr dirty="0"/>
          </a:p>
        </p:txBody>
      </p:sp>
      <p:sp>
        <p:nvSpPr>
          <p:cNvPr id="2" name="TextBox 10">
            <a:extLst>
              <a:ext uri="{FF2B5EF4-FFF2-40B4-BE49-F238E27FC236}">
                <a16:creationId xmlns:a16="http://schemas.microsoft.com/office/drawing/2014/main" id="{745E6B14-A59B-B545-AA8D-8301BA69A16A}"/>
              </a:ext>
            </a:extLst>
          </p:cNvPr>
          <p:cNvSpPr txBox="1"/>
          <p:nvPr/>
        </p:nvSpPr>
        <p:spPr>
          <a:xfrm>
            <a:off x="5370003" y="5931885"/>
            <a:ext cx="2011126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 err="1"/>
              <a:t>Rev</a:t>
            </a:r>
            <a:r>
              <a:rPr lang="fr-CH" dirty="0"/>
              <a:t>. A. M. </a:t>
            </a:r>
            <a:r>
              <a:rPr lang="fr-CH" dirty="0" err="1"/>
              <a:t>Toplady</a:t>
            </a:r>
            <a:endParaRPr lang="fr-CH" dirty="0"/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/>
              <a:t>tr. by P.W. </a:t>
            </a:r>
            <a:r>
              <a:rPr lang="fr-CH" dirty="0" err="1"/>
              <a:t>Bickel</a:t>
            </a:r>
            <a:endParaRPr dirty="0"/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/>
              <a:t>Dr. Thomas Hastings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5225362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1"/>
          <p:cNvSpPr txBox="1"/>
          <p:nvPr/>
        </p:nvSpPr>
        <p:spPr>
          <a:xfrm>
            <a:off x="572478" y="1452025"/>
            <a:ext cx="11368406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CH" dirty="0"/>
              <a:t>Du    al –  </a:t>
            </a:r>
            <a:r>
              <a:rPr lang="fr-CH" dirty="0" err="1"/>
              <a:t>lein</a:t>
            </a:r>
            <a:r>
              <a:rPr lang="fr-CH" dirty="0"/>
              <a:t>   </a:t>
            </a:r>
            <a:r>
              <a:rPr lang="fr-CH" dirty="0" err="1"/>
              <a:t>und</a:t>
            </a:r>
            <a:r>
              <a:rPr lang="fr-CH" dirty="0"/>
              <a:t>  Dei – ne      </a:t>
            </a:r>
            <a:r>
              <a:rPr lang="fr-CH" dirty="0" err="1"/>
              <a:t>Huld</a:t>
            </a:r>
            <a:endParaRPr dirty="0"/>
          </a:p>
        </p:txBody>
      </p:sp>
      <p:sp>
        <p:nvSpPr>
          <p:cNvPr id="101" name="Title 1"/>
          <p:cNvSpPr txBox="1"/>
          <p:nvPr/>
        </p:nvSpPr>
        <p:spPr>
          <a:xfrm>
            <a:off x="1586622" y="5493410"/>
            <a:ext cx="4991126" cy="670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90000"/>
              </a:lnSpc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de-DE" dirty="0"/>
              <a:t>EWGER FELSEN, ÖFFNE DICH</a:t>
            </a:r>
            <a:endParaRPr lang="de-DE" sz="4400" dirty="0">
              <a:latin typeface="+mn-lt"/>
              <a:ea typeface="+mn-ea"/>
              <a:cs typeface="+mn-cs"/>
              <a:sym typeface="Calibri"/>
            </a:endParaRPr>
          </a:p>
          <a:p>
            <a:pPr algn="ctr">
              <a:lnSpc>
                <a:spcPct val="90000"/>
              </a:lnSpc>
              <a:defRPr sz="2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de-DE" dirty="0"/>
              <a:t>(BATU ZAMAN)</a:t>
            </a:r>
          </a:p>
        </p:txBody>
      </p:sp>
      <p:sp>
        <p:nvSpPr>
          <p:cNvPr id="102" name="TextBox 7"/>
          <p:cNvSpPr txBox="1"/>
          <p:nvPr/>
        </p:nvSpPr>
        <p:spPr>
          <a:xfrm>
            <a:off x="1682609" y="6100560"/>
            <a:ext cx="975586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 err="1"/>
              <a:t>Bes</a:t>
            </a:r>
            <a:r>
              <a:rPr dirty="0"/>
              <a:t> - </a:t>
            </a:r>
            <a:r>
              <a:rPr lang="fr-CH" dirty="0"/>
              <a:t>3</a:t>
            </a:r>
            <a:r>
              <a:rPr dirty="0"/>
              <a:t>/4</a:t>
            </a:r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/>
              <a:t>TOPLADY</a:t>
            </a:r>
            <a:endParaRPr dirty="0"/>
          </a:p>
        </p:txBody>
      </p:sp>
      <p:sp>
        <p:nvSpPr>
          <p:cNvPr id="104" name="TextBox 14"/>
          <p:cNvSpPr txBox="1"/>
          <p:nvPr/>
        </p:nvSpPr>
        <p:spPr>
          <a:xfrm>
            <a:off x="619003" y="755595"/>
            <a:ext cx="1124140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Parnumation 3"/>
                <a:ea typeface="Parnumation 3"/>
                <a:cs typeface="Parnumation 3"/>
                <a:sym typeface="Parnumation 3"/>
              </a:defRPr>
            </a:lvl1pPr>
          </a:lstStyle>
          <a:p>
            <a:r>
              <a:rPr lang="fr-CH" dirty="0" err="1"/>
              <a:t>Jtjj</a:t>
            </a:r>
            <a:r>
              <a:rPr lang="fr-CH" dirty="0"/>
              <a:t> </a:t>
            </a:r>
            <a:r>
              <a:rPr lang="fr-CH" dirty="0" err="1"/>
              <a:t>k.k</a:t>
            </a:r>
            <a:r>
              <a:rPr lang="fr-CH" dirty="0"/>
              <a:t> y | t   e  j1jj </a:t>
            </a:r>
            <a:r>
              <a:rPr lang="fr-CH" dirty="0" err="1"/>
              <a:t>k.k</a:t>
            </a:r>
            <a:r>
              <a:rPr lang="fr-CH" dirty="0"/>
              <a:t> y  | t .</a:t>
            </a:r>
          </a:p>
        </p:txBody>
      </p:sp>
      <p:grpSp>
        <p:nvGrpSpPr>
          <p:cNvPr id="107" name="Oval 1"/>
          <p:cNvGrpSpPr/>
          <p:nvPr/>
        </p:nvGrpSpPr>
        <p:grpSpPr>
          <a:xfrm>
            <a:off x="11704318" y="95032"/>
            <a:ext cx="391889" cy="391890"/>
            <a:chOff x="-1" y="-1"/>
            <a:chExt cx="391888" cy="391888"/>
          </a:xfrm>
        </p:grpSpPr>
        <p:sp>
          <p:nvSpPr>
            <p:cNvPr id="105" name="Circle"/>
            <p:cNvSpPr/>
            <p:nvPr/>
          </p:nvSpPr>
          <p:spPr>
            <a:xfrm>
              <a:off x="-1" y="-1"/>
              <a:ext cx="391888" cy="391888"/>
            </a:xfrm>
            <a:prstGeom prst="ellipse">
              <a:avLst/>
            </a:prstGeom>
            <a:noFill/>
            <a:ln w="28575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defRPr>
              </a:pPr>
              <a:endParaRPr/>
            </a:p>
          </p:txBody>
        </p:sp>
        <p:sp>
          <p:nvSpPr>
            <p:cNvPr id="106" name="1"/>
            <p:cNvSpPr txBox="1"/>
            <p:nvPr/>
          </p:nvSpPr>
          <p:spPr>
            <a:xfrm>
              <a:off x="117397" y="11279"/>
              <a:ext cx="157091" cy="3693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defRPr>
              </a:lvl1pPr>
            </a:lstStyle>
            <a:p>
              <a:r>
                <a:rPr lang="fr-CH" dirty="0"/>
                <a:t>2</a:t>
              </a:r>
              <a:endParaRPr dirty="0"/>
            </a:p>
          </p:txBody>
        </p:sp>
      </p:grpSp>
      <p:sp>
        <p:nvSpPr>
          <p:cNvPr id="108" name="TextBox 20"/>
          <p:cNvSpPr txBox="1"/>
          <p:nvPr/>
        </p:nvSpPr>
        <p:spPr>
          <a:xfrm>
            <a:off x="601966" y="1978309"/>
            <a:ext cx="10594552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 i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CH" dirty="0" err="1"/>
              <a:t>Kau</a:t>
            </a:r>
            <a:r>
              <a:rPr lang="fr-CH" dirty="0"/>
              <a:t>  sa –  </a:t>
            </a:r>
            <a:r>
              <a:rPr lang="fr-CH" dirty="0" err="1"/>
              <a:t>ja</a:t>
            </a:r>
            <a:r>
              <a:rPr lang="fr-CH" dirty="0"/>
              <a:t>      </a:t>
            </a:r>
            <a:r>
              <a:rPr lang="fr-CH" dirty="0" err="1"/>
              <a:t>Pe</a:t>
            </a:r>
            <a:r>
              <a:rPr lang="fr-CH" dirty="0"/>
              <a:t> – no – long – </a:t>
            </a:r>
            <a:r>
              <a:rPr lang="fr-CH" dirty="0" err="1"/>
              <a:t>ku</a:t>
            </a:r>
            <a:r>
              <a:rPr lang="fr-CH" dirty="0"/>
              <a:t>,</a:t>
            </a:r>
            <a:endParaRPr dirty="0"/>
          </a:p>
        </p:txBody>
      </p:sp>
      <p:sp>
        <p:nvSpPr>
          <p:cNvPr id="109" name="TextBox 13"/>
          <p:cNvSpPr txBox="1"/>
          <p:nvPr/>
        </p:nvSpPr>
        <p:spPr>
          <a:xfrm>
            <a:off x="653734" y="3708258"/>
            <a:ext cx="11241404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CH" dirty="0" err="1"/>
              <a:t>Sühnst</a:t>
            </a:r>
            <a:r>
              <a:rPr lang="fr-CH" dirty="0"/>
              <a:t>  der    </a:t>
            </a:r>
            <a:r>
              <a:rPr lang="fr-CH" dirty="0" err="1"/>
              <a:t>Sün</a:t>
            </a:r>
            <a:r>
              <a:rPr lang="fr-CH" dirty="0"/>
              <a:t> – der  gros – se     </a:t>
            </a:r>
            <a:r>
              <a:rPr lang="fr-CH" dirty="0" err="1"/>
              <a:t>Schuld</a:t>
            </a:r>
            <a:r>
              <a:rPr lang="fr-CH" dirty="0"/>
              <a:t>!</a:t>
            </a:r>
            <a:endParaRPr dirty="0"/>
          </a:p>
        </p:txBody>
      </p:sp>
      <p:sp>
        <p:nvSpPr>
          <p:cNvPr id="110" name="TextBox 15"/>
          <p:cNvSpPr txBox="1"/>
          <p:nvPr/>
        </p:nvSpPr>
        <p:spPr>
          <a:xfrm>
            <a:off x="654514" y="2986427"/>
            <a:ext cx="1124140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Parnumation 3"/>
                <a:ea typeface="Parnumation 3"/>
                <a:cs typeface="Parnumation 3"/>
                <a:sym typeface="Parnumation 3"/>
              </a:defRPr>
            </a:lvl1pPr>
          </a:lstStyle>
          <a:p>
            <a:r>
              <a:rPr lang="fr-CH" dirty="0"/>
              <a:t>J1j jj </a:t>
            </a:r>
            <a:r>
              <a:rPr lang="fr-CH" dirty="0" err="1"/>
              <a:t>k.k</a:t>
            </a:r>
            <a:r>
              <a:rPr lang="fr-CH" dirty="0"/>
              <a:t> k 2  | 3 </a:t>
            </a:r>
            <a:r>
              <a:rPr lang="fr-CH" dirty="0" err="1"/>
              <a:t>j.j</a:t>
            </a:r>
            <a:r>
              <a:rPr lang="fr-CH" dirty="0"/>
              <a:t> 2   j1j j j </a:t>
            </a:r>
            <a:r>
              <a:rPr lang="fr-CH" dirty="0" err="1"/>
              <a:t>j</a:t>
            </a:r>
            <a:r>
              <a:rPr lang="fr-CH" dirty="0"/>
              <a:t> u | 1 . +</a:t>
            </a:r>
          </a:p>
        </p:txBody>
      </p:sp>
      <p:sp>
        <p:nvSpPr>
          <p:cNvPr id="111" name="TextBox 16"/>
          <p:cNvSpPr txBox="1"/>
          <p:nvPr/>
        </p:nvSpPr>
        <p:spPr>
          <a:xfrm>
            <a:off x="664107" y="4221841"/>
            <a:ext cx="10594552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 i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CH" dirty="0"/>
              <a:t>yang      ha –   pus – kan  do –    sa –   </a:t>
            </a:r>
            <a:r>
              <a:rPr lang="fr-CH" dirty="0" err="1"/>
              <a:t>ku</a:t>
            </a:r>
            <a:r>
              <a:rPr lang="fr-CH" dirty="0"/>
              <a:t>.</a:t>
            </a:r>
            <a:endParaRPr dirty="0"/>
          </a:p>
        </p:txBody>
      </p:sp>
      <p:sp>
        <p:nvSpPr>
          <p:cNvPr id="2" name="TextBox 10">
            <a:extLst>
              <a:ext uri="{FF2B5EF4-FFF2-40B4-BE49-F238E27FC236}">
                <a16:creationId xmlns:a16="http://schemas.microsoft.com/office/drawing/2014/main" id="{0DA49A1D-2C0C-800E-7B7D-29F0AA0216A4}"/>
              </a:ext>
            </a:extLst>
          </p:cNvPr>
          <p:cNvSpPr txBox="1"/>
          <p:nvPr/>
        </p:nvSpPr>
        <p:spPr>
          <a:xfrm>
            <a:off x="5370003" y="5931885"/>
            <a:ext cx="2011126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 err="1"/>
              <a:t>Rev</a:t>
            </a:r>
            <a:r>
              <a:rPr lang="fr-CH" dirty="0"/>
              <a:t>. A. M. </a:t>
            </a:r>
            <a:r>
              <a:rPr lang="fr-CH" dirty="0" err="1"/>
              <a:t>Toplady</a:t>
            </a:r>
            <a:endParaRPr lang="fr-CH" dirty="0"/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/>
              <a:t>tr. by P.W. </a:t>
            </a:r>
            <a:r>
              <a:rPr lang="fr-CH" dirty="0" err="1"/>
              <a:t>Bickel</a:t>
            </a:r>
            <a:endParaRPr dirty="0"/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/>
              <a:t>Dr. Thomas Hastings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687338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1"/>
          <p:cNvSpPr txBox="1"/>
          <p:nvPr/>
        </p:nvSpPr>
        <p:spPr>
          <a:xfrm>
            <a:off x="572478" y="1452025"/>
            <a:ext cx="11368406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CH" dirty="0"/>
              <a:t>Arm  </a:t>
            </a:r>
            <a:r>
              <a:rPr lang="fr-CH" dirty="0" err="1"/>
              <a:t>und</a:t>
            </a:r>
            <a:r>
              <a:rPr lang="fr-CH" dirty="0"/>
              <a:t>  </a:t>
            </a:r>
            <a:r>
              <a:rPr lang="fr-CH" dirty="0" err="1"/>
              <a:t>shchul</a:t>
            </a:r>
            <a:r>
              <a:rPr lang="fr-CH" dirty="0"/>
              <a:t> – </a:t>
            </a:r>
            <a:r>
              <a:rPr lang="fr-CH" dirty="0" err="1"/>
              <a:t>dig</a:t>
            </a:r>
            <a:r>
              <a:rPr lang="fr-CH" dirty="0"/>
              <a:t>,  </a:t>
            </a:r>
            <a:r>
              <a:rPr lang="fr-CH" dirty="0" err="1"/>
              <a:t>wie</a:t>
            </a:r>
            <a:r>
              <a:rPr lang="fr-CH" dirty="0"/>
              <a:t>   </a:t>
            </a:r>
            <a:r>
              <a:rPr lang="fr-CH" dirty="0" err="1"/>
              <a:t>ich</a:t>
            </a:r>
            <a:r>
              <a:rPr lang="fr-CH" dirty="0"/>
              <a:t>    bin,</a:t>
            </a:r>
            <a:endParaRPr dirty="0"/>
          </a:p>
        </p:txBody>
      </p:sp>
      <p:sp>
        <p:nvSpPr>
          <p:cNvPr id="101" name="Title 1"/>
          <p:cNvSpPr txBox="1"/>
          <p:nvPr/>
        </p:nvSpPr>
        <p:spPr>
          <a:xfrm>
            <a:off x="1586622" y="5493410"/>
            <a:ext cx="4991126" cy="670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90000"/>
              </a:lnSpc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de-DE" dirty="0"/>
              <a:t>EWGER FELSEN, ÖFFNE DICH</a:t>
            </a:r>
            <a:endParaRPr lang="de-DE" sz="4400" dirty="0">
              <a:latin typeface="+mn-lt"/>
              <a:ea typeface="+mn-ea"/>
              <a:cs typeface="+mn-cs"/>
              <a:sym typeface="Calibri"/>
            </a:endParaRPr>
          </a:p>
          <a:p>
            <a:pPr algn="ctr">
              <a:lnSpc>
                <a:spcPct val="90000"/>
              </a:lnSpc>
              <a:defRPr sz="2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de-DE" dirty="0"/>
              <a:t>(BATU ZAMAN)</a:t>
            </a:r>
          </a:p>
        </p:txBody>
      </p:sp>
      <p:sp>
        <p:nvSpPr>
          <p:cNvPr id="102" name="TextBox 7"/>
          <p:cNvSpPr txBox="1"/>
          <p:nvPr/>
        </p:nvSpPr>
        <p:spPr>
          <a:xfrm>
            <a:off x="1682609" y="6100560"/>
            <a:ext cx="975586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 err="1"/>
              <a:t>Bes</a:t>
            </a:r>
            <a:r>
              <a:rPr dirty="0"/>
              <a:t> - </a:t>
            </a:r>
            <a:r>
              <a:rPr lang="fr-CH" dirty="0"/>
              <a:t>3</a:t>
            </a:r>
            <a:r>
              <a:rPr dirty="0"/>
              <a:t>/4</a:t>
            </a:r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/>
              <a:t>TOPLADY</a:t>
            </a:r>
            <a:endParaRPr dirty="0"/>
          </a:p>
        </p:txBody>
      </p:sp>
      <p:sp>
        <p:nvSpPr>
          <p:cNvPr id="104" name="TextBox 14"/>
          <p:cNvSpPr txBox="1"/>
          <p:nvPr/>
        </p:nvSpPr>
        <p:spPr>
          <a:xfrm>
            <a:off x="619003" y="755595"/>
            <a:ext cx="1124140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Parnumation 3"/>
                <a:ea typeface="Parnumation 3"/>
                <a:cs typeface="Parnumation 3"/>
                <a:sym typeface="Parnumation 3"/>
              </a:defRPr>
            </a:lvl1pPr>
          </a:lstStyle>
          <a:p>
            <a:r>
              <a:rPr lang="fr-CH" dirty="0" err="1"/>
              <a:t>Jtjj</a:t>
            </a:r>
            <a:r>
              <a:rPr lang="fr-CH" dirty="0"/>
              <a:t> </a:t>
            </a:r>
            <a:r>
              <a:rPr lang="fr-CH" dirty="0" err="1"/>
              <a:t>k.k</a:t>
            </a:r>
            <a:r>
              <a:rPr lang="fr-CH" dirty="0"/>
              <a:t> y |  t     e  j1jj </a:t>
            </a:r>
            <a:r>
              <a:rPr lang="fr-CH" dirty="0" err="1"/>
              <a:t>k.k</a:t>
            </a:r>
            <a:r>
              <a:rPr lang="fr-CH" dirty="0"/>
              <a:t> y | t .</a:t>
            </a:r>
            <a:endParaRPr dirty="0"/>
          </a:p>
        </p:txBody>
      </p:sp>
      <p:grpSp>
        <p:nvGrpSpPr>
          <p:cNvPr id="107" name="Oval 1"/>
          <p:cNvGrpSpPr/>
          <p:nvPr/>
        </p:nvGrpSpPr>
        <p:grpSpPr>
          <a:xfrm>
            <a:off x="11704318" y="95032"/>
            <a:ext cx="391889" cy="391890"/>
            <a:chOff x="-1" y="-1"/>
            <a:chExt cx="391888" cy="391888"/>
          </a:xfrm>
        </p:grpSpPr>
        <p:sp>
          <p:nvSpPr>
            <p:cNvPr id="105" name="Circle"/>
            <p:cNvSpPr/>
            <p:nvPr/>
          </p:nvSpPr>
          <p:spPr>
            <a:xfrm>
              <a:off x="-1" y="-1"/>
              <a:ext cx="391888" cy="391888"/>
            </a:xfrm>
            <a:prstGeom prst="ellipse">
              <a:avLst/>
            </a:prstGeom>
            <a:noFill/>
            <a:ln w="28575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defRPr>
              </a:pPr>
              <a:endParaRPr/>
            </a:p>
          </p:txBody>
        </p:sp>
        <p:sp>
          <p:nvSpPr>
            <p:cNvPr id="106" name="1"/>
            <p:cNvSpPr txBox="1"/>
            <p:nvPr/>
          </p:nvSpPr>
          <p:spPr>
            <a:xfrm>
              <a:off x="117397" y="11279"/>
              <a:ext cx="157091" cy="3693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defRPr>
              </a:lvl1pPr>
            </a:lstStyle>
            <a:p>
              <a:r>
                <a:rPr lang="fr-CH" dirty="0"/>
                <a:t>3</a:t>
              </a:r>
              <a:endParaRPr dirty="0"/>
            </a:p>
          </p:txBody>
        </p:sp>
      </p:grpSp>
      <p:sp>
        <p:nvSpPr>
          <p:cNvPr id="108" name="TextBox 20"/>
          <p:cNvSpPr txBox="1"/>
          <p:nvPr/>
        </p:nvSpPr>
        <p:spPr>
          <a:xfrm>
            <a:off x="601966" y="1978309"/>
            <a:ext cx="10594552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 i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CH" dirty="0"/>
              <a:t>‘Ku    da – </a:t>
            </a:r>
            <a:r>
              <a:rPr lang="fr-CH" dirty="0" err="1"/>
              <a:t>tang</a:t>
            </a:r>
            <a:r>
              <a:rPr lang="fr-CH" dirty="0"/>
              <a:t>         </a:t>
            </a:r>
            <a:r>
              <a:rPr lang="fr-CH" dirty="0" err="1"/>
              <a:t>ke</a:t>
            </a:r>
            <a:r>
              <a:rPr lang="fr-CH" dirty="0"/>
              <a:t>    sa –  lib – Mu,</a:t>
            </a:r>
            <a:endParaRPr dirty="0"/>
          </a:p>
        </p:txBody>
      </p:sp>
      <p:sp>
        <p:nvSpPr>
          <p:cNvPr id="109" name="TextBox 13"/>
          <p:cNvSpPr txBox="1"/>
          <p:nvPr/>
        </p:nvSpPr>
        <p:spPr>
          <a:xfrm>
            <a:off x="653734" y="3708258"/>
            <a:ext cx="11241404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CH" dirty="0" err="1"/>
              <a:t>Werf</a:t>
            </a:r>
            <a:r>
              <a:rPr lang="fr-CH" dirty="0"/>
              <a:t>  </a:t>
            </a:r>
            <a:r>
              <a:rPr lang="fr-CH" dirty="0" err="1"/>
              <a:t>ich</a:t>
            </a:r>
            <a:r>
              <a:rPr lang="fr-CH" dirty="0"/>
              <a:t>    vor  </a:t>
            </a:r>
            <a:r>
              <a:rPr lang="fr-CH" dirty="0" err="1"/>
              <a:t>Dein</a:t>
            </a:r>
            <a:r>
              <a:rPr lang="fr-CH" dirty="0"/>
              <a:t>   </a:t>
            </a:r>
            <a:r>
              <a:rPr lang="fr-CH" dirty="0" err="1"/>
              <a:t>Kreuz</a:t>
            </a:r>
            <a:r>
              <a:rPr lang="fr-CH" dirty="0"/>
              <a:t>  </a:t>
            </a:r>
            <a:r>
              <a:rPr lang="fr-CH" dirty="0" err="1"/>
              <a:t>nich</a:t>
            </a:r>
            <a:r>
              <a:rPr lang="fr-CH" dirty="0"/>
              <a:t>     </a:t>
            </a:r>
            <a:r>
              <a:rPr lang="fr-CH" dirty="0" err="1"/>
              <a:t>hin</a:t>
            </a:r>
            <a:r>
              <a:rPr lang="fr-CH" dirty="0"/>
              <a:t>;</a:t>
            </a:r>
            <a:endParaRPr dirty="0"/>
          </a:p>
        </p:txBody>
      </p:sp>
      <p:sp>
        <p:nvSpPr>
          <p:cNvPr id="110" name="TextBox 15"/>
          <p:cNvSpPr txBox="1"/>
          <p:nvPr/>
        </p:nvSpPr>
        <p:spPr>
          <a:xfrm>
            <a:off x="654514" y="2986427"/>
            <a:ext cx="1124140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Parnumation 3"/>
                <a:ea typeface="Parnumation 3"/>
                <a:cs typeface="Parnumation 3"/>
                <a:sym typeface="Parnumation 3"/>
              </a:defRPr>
            </a:lvl1pPr>
          </a:lstStyle>
          <a:p>
            <a:r>
              <a:rPr lang="fr-CH" dirty="0"/>
              <a:t>J1j jj </a:t>
            </a:r>
            <a:r>
              <a:rPr lang="fr-CH" dirty="0" err="1"/>
              <a:t>k.k</a:t>
            </a:r>
            <a:r>
              <a:rPr lang="fr-CH" dirty="0"/>
              <a:t> 2 | 3 </a:t>
            </a:r>
            <a:r>
              <a:rPr lang="fr-CH" dirty="0" err="1"/>
              <a:t>j.j</a:t>
            </a:r>
            <a:r>
              <a:rPr lang="fr-CH" dirty="0"/>
              <a:t> 2   j1j j j </a:t>
            </a:r>
            <a:r>
              <a:rPr lang="fr-CH" dirty="0" err="1"/>
              <a:t>j</a:t>
            </a:r>
            <a:r>
              <a:rPr lang="fr-CH" dirty="0"/>
              <a:t> u  | 1 .</a:t>
            </a:r>
          </a:p>
        </p:txBody>
      </p:sp>
      <p:sp>
        <p:nvSpPr>
          <p:cNvPr id="111" name="TextBox 16"/>
          <p:cNvSpPr txBox="1"/>
          <p:nvPr/>
        </p:nvSpPr>
        <p:spPr>
          <a:xfrm>
            <a:off x="664107" y="4221841"/>
            <a:ext cx="10594552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 i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CH" dirty="0"/>
              <a:t>de –  </a:t>
            </a:r>
            <a:r>
              <a:rPr lang="fr-CH" dirty="0" err="1"/>
              <a:t>ngan</a:t>
            </a:r>
            <a:r>
              <a:rPr lang="fr-CH" dirty="0"/>
              <a:t>  ta – </a:t>
            </a:r>
            <a:r>
              <a:rPr lang="fr-CH" dirty="0" err="1"/>
              <a:t>ngan</a:t>
            </a:r>
            <a:r>
              <a:rPr lang="fr-CH" dirty="0"/>
              <a:t>  yang    </a:t>
            </a:r>
            <a:r>
              <a:rPr lang="fr-CH" dirty="0" err="1"/>
              <a:t>ham</a:t>
            </a:r>
            <a:r>
              <a:rPr lang="fr-CH" dirty="0"/>
              <a:t> –  </a:t>
            </a:r>
            <a:r>
              <a:rPr lang="fr-CH" dirty="0" err="1"/>
              <a:t>pa</a:t>
            </a:r>
            <a:r>
              <a:rPr lang="fr-CH" dirty="0"/>
              <a:t>,</a:t>
            </a:r>
            <a:endParaRPr dirty="0"/>
          </a:p>
        </p:txBody>
      </p:sp>
      <p:sp>
        <p:nvSpPr>
          <p:cNvPr id="2" name="TextBox 10">
            <a:extLst>
              <a:ext uri="{FF2B5EF4-FFF2-40B4-BE49-F238E27FC236}">
                <a16:creationId xmlns:a16="http://schemas.microsoft.com/office/drawing/2014/main" id="{470CF38C-4C87-D105-6DF1-2C80D06D4C22}"/>
              </a:ext>
            </a:extLst>
          </p:cNvPr>
          <p:cNvSpPr txBox="1"/>
          <p:nvPr/>
        </p:nvSpPr>
        <p:spPr>
          <a:xfrm>
            <a:off x="5370003" y="5931885"/>
            <a:ext cx="2011126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 err="1"/>
              <a:t>Rev</a:t>
            </a:r>
            <a:r>
              <a:rPr lang="fr-CH" dirty="0"/>
              <a:t>. A. M. </a:t>
            </a:r>
            <a:r>
              <a:rPr lang="fr-CH" dirty="0" err="1"/>
              <a:t>Toplady</a:t>
            </a:r>
            <a:endParaRPr lang="fr-CH" dirty="0"/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/>
              <a:t>tr. by P.W. </a:t>
            </a:r>
            <a:r>
              <a:rPr lang="fr-CH" dirty="0" err="1"/>
              <a:t>Bickel</a:t>
            </a:r>
            <a:endParaRPr dirty="0"/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/>
              <a:t>Dr. Thomas Hastings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3382396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1"/>
          <p:cNvSpPr txBox="1"/>
          <p:nvPr/>
        </p:nvSpPr>
        <p:spPr>
          <a:xfrm>
            <a:off x="572478" y="1452025"/>
            <a:ext cx="11368406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CH" dirty="0" err="1"/>
              <a:t>bloss</a:t>
            </a:r>
            <a:r>
              <a:rPr lang="fr-CH" dirty="0"/>
              <a:t>,  o       Herr,  </a:t>
            </a:r>
            <a:r>
              <a:rPr lang="fr-CH" dirty="0" err="1"/>
              <a:t>gib</a:t>
            </a:r>
            <a:r>
              <a:rPr lang="fr-CH" dirty="0"/>
              <a:t>  </a:t>
            </a:r>
            <a:r>
              <a:rPr lang="fr-CH" dirty="0" err="1"/>
              <a:t>Klei</a:t>
            </a:r>
            <a:r>
              <a:rPr lang="fr-CH" dirty="0"/>
              <a:t> – der      mir;</a:t>
            </a:r>
            <a:endParaRPr dirty="0"/>
          </a:p>
        </p:txBody>
      </p:sp>
      <p:sp>
        <p:nvSpPr>
          <p:cNvPr id="101" name="Title 1"/>
          <p:cNvSpPr txBox="1"/>
          <p:nvPr/>
        </p:nvSpPr>
        <p:spPr>
          <a:xfrm>
            <a:off x="1586622" y="5493410"/>
            <a:ext cx="4991126" cy="670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90000"/>
              </a:lnSpc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de-DE" dirty="0"/>
              <a:t>EWGER FELSEN, ÖFFNE DICH</a:t>
            </a:r>
            <a:endParaRPr lang="de-DE" sz="4400" dirty="0">
              <a:latin typeface="+mn-lt"/>
              <a:ea typeface="+mn-ea"/>
              <a:cs typeface="+mn-cs"/>
              <a:sym typeface="Calibri"/>
            </a:endParaRPr>
          </a:p>
          <a:p>
            <a:pPr algn="ctr">
              <a:lnSpc>
                <a:spcPct val="90000"/>
              </a:lnSpc>
              <a:defRPr sz="2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de-DE" dirty="0"/>
              <a:t>(BATU ZAMAN)</a:t>
            </a:r>
          </a:p>
        </p:txBody>
      </p:sp>
      <p:sp>
        <p:nvSpPr>
          <p:cNvPr id="102" name="TextBox 7"/>
          <p:cNvSpPr txBox="1"/>
          <p:nvPr/>
        </p:nvSpPr>
        <p:spPr>
          <a:xfrm>
            <a:off x="1682609" y="6100560"/>
            <a:ext cx="975586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 err="1"/>
              <a:t>Bes</a:t>
            </a:r>
            <a:r>
              <a:rPr dirty="0"/>
              <a:t> - </a:t>
            </a:r>
            <a:r>
              <a:rPr lang="fr-CH" dirty="0"/>
              <a:t>3</a:t>
            </a:r>
            <a:r>
              <a:rPr dirty="0"/>
              <a:t>/4</a:t>
            </a:r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/>
              <a:t>TOPLADY</a:t>
            </a:r>
            <a:endParaRPr dirty="0"/>
          </a:p>
        </p:txBody>
      </p:sp>
      <p:sp>
        <p:nvSpPr>
          <p:cNvPr id="104" name="TextBox 14"/>
          <p:cNvSpPr txBox="1"/>
          <p:nvPr/>
        </p:nvSpPr>
        <p:spPr>
          <a:xfrm>
            <a:off x="619003" y="755595"/>
            <a:ext cx="1124140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Parnumation 3"/>
                <a:ea typeface="Parnumation 3"/>
                <a:cs typeface="Parnumation 3"/>
                <a:sym typeface="Parnumation 3"/>
              </a:defRPr>
            </a:lvl1pPr>
          </a:lstStyle>
          <a:p>
            <a:r>
              <a:rPr lang="fr-CH" dirty="0" err="1"/>
              <a:t>Juj</a:t>
            </a:r>
            <a:r>
              <a:rPr lang="fr-CH" dirty="0"/>
              <a:t> jj </a:t>
            </a:r>
            <a:r>
              <a:rPr lang="fr-CH" dirty="0" err="1"/>
              <a:t>k.k</a:t>
            </a:r>
            <a:r>
              <a:rPr lang="fr-CH" dirty="0"/>
              <a:t> 1 | 2  </a:t>
            </a:r>
            <a:r>
              <a:rPr lang="fr-CH" dirty="0" err="1"/>
              <a:t>j.j</a:t>
            </a:r>
            <a:r>
              <a:rPr lang="fr-CH" dirty="0"/>
              <a:t> 2  </a:t>
            </a:r>
            <a:r>
              <a:rPr lang="fr-CH" dirty="0" err="1"/>
              <a:t>juj</a:t>
            </a:r>
            <a:r>
              <a:rPr lang="fr-CH" dirty="0"/>
              <a:t> j j </a:t>
            </a:r>
            <a:r>
              <a:rPr lang="fr-CH" dirty="0" err="1"/>
              <a:t>j</a:t>
            </a:r>
            <a:r>
              <a:rPr lang="fr-CH" dirty="0"/>
              <a:t> t  | 1 .</a:t>
            </a:r>
          </a:p>
        </p:txBody>
      </p:sp>
      <p:grpSp>
        <p:nvGrpSpPr>
          <p:cNvPr id="107" name="Oval 1"/>
          <p:cNvGrpSpPr/>
          <p:nvPr/>
        </p:nvGrpSpPr>
        <p:grpSpPr>
          <a:xfrm>
            <a:off x="11704318" y="95032"/>
            <a:ext cx="391889" cy="391890"/>
            <a:chOff x="-1" y="-1"/>
            <a:chExt cx="391888" cy="391888"/>
          </a:xfrm>
        </p:grpSpPr>
        <p:sp>
          <p:nvSpPr>
            <p:cNvPr id="105" name="Circle"/>
            <p:cNvSpPr/>
            <p:nvPr/>
          </p:nvSpPr>
          <p:spPr>
            <a:xfrm>
              <a:off x="-1" y="-1"/>
              <a:ext cx="391888" cy="391888"/>
            </a:xfrm>
            <a:prstGeom prst="ellipse">
              <a:avLst/>
            </a:prstGeom>
            <a:noFill/>
            <a:ln w="28575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defRPr>
              </a:pPr>
              <a:endParaRPr/>
            </a:p>
          </p:txBody>
        </p:sp>
        <p:sp>
          <p:nvSpPr>
            <p:cNvPr id="106" name="1"/>
            <p:cNvSpPr txBox="1"/>
            <p:nvPr/>
          </p:nvSpPr>
          <p:spPr>
            <a:xfrm>
              <a:off x="117397" y="11279"/>
              <a:ext cx="157091" cy="3693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defRPr>
              </a:lvl1pPr>
            </a:lstStyle>
            <a:p>
              <a:r>
                <a:rPr lang="fr-CH" dirty="0"/>
                <a:t>3</a:t>
              </a:r>
              <a:endParaRPr dirty="0"/>
            </a:p>
          </p:txBody>
        </p:sp>
      </p:grpSp>
      <p:sp>
        <p:nvSpPr>
          <p:cNvPr id="108" name="TextBox 20"/>
          <p:cNvSpPr txBox="1"/>
          <p:nvPr/>
        </p:nvSpPr>
        <p:spPr>
          <a:xfrm>
            <a:off x="601966" y="1978309"/>
            <a:ext cx="10594552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 b="1" i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CH" dirty="0"/>
              <a:t>Ra –    </a:t>
            </a:r>
            <a:r>
              <a:rPr lang="fr-CH" dirty="0" err="1"/>
              <a:t>tap</a:t>
            </a:r>
            <a:r>
              <a:rPr lang="fr-CH" dirty="0"/>
              <a:t> – </a:t>
            </a:r>
            <a:r>
              <a:rPr lang="fr-CH" dirty="0" err="1"/>
              <a:t>ku</a:t>
            </a:r>
            <a:r>
              <a:rPr lang="fr-CH" dirty="0"/>
              <a:t>      dan  ta –    </a:t>
            </a:r>
            <a:r>
              <a:rPr lang="fr-CH" dirty="0" err="1"/>
              <a:t>ngis</a:t>
            </a:r>
            <a:r>
              <a:rPr lang="fr-CH" dirty="0"/>
              <a:t> –  an,</a:t>
            </a:r>
            <a:endParaRPr dirty="0"/>
          </a:p>
        </p:txBody>
      </p:sp>
      <p:sp>
        <p:nvSpPr>
          <p:cNvPr id="109" name="TextBox 13"/>
          <p:cNvSpPr txBox="1"/>
          <p:nvPr/>
        </p:nvSpPr>
        <p:spPr>
          <a:xfrm>
            <a:off x="653734" y="3708258"/>
            <a:ext cx="11241404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CH" dirty="0" err="1"/>
              <a:t>schwach</a:t>
            </a:r>
            <a:r>
              <a:rPr lang="fr-CH" dirty="0"/>
              <a:t>,  die  Kraft  </a:t>
            </a:r>
            <a:r>
              <a:rPr lang="fr-CH" dirty="0" err="1"/>
              <a:t>kommt</a:t>
            </a:r>
            <a:r>
              <a:rPr lang="fr-CH" dirty="0"/>
              <a:t>  </a:t>
            </a:r>
            <a:r>
              <a:rPr lang="fr-CH" dirty="0" err="1"/>
              <a:t>nur</a:t>
            </a:r>
            <a:r>
              <a:rPr lang="fr-CH" dirty="0"/>
              <a:t>   von    </a:t>
            </a:r>
            <a:r>
              <a:rPr lang="fr-CH" dirty="0" err="1"/>
              <a:t>Dir</a:t>
            </a:r>
            <a:r>
              <a:rPr lang="fr-CH" dirty="0"/>
              <a:t>;</a:t>
            </a:r>
            <a:endParaRPr dirty="0"/>
          </a:p>
        </p:txBody>
      </p:sp>
      <p:sp>
        <p:nvSpPr>
          <p:cNvPr id="110" name="TextBox 15"/>
          <p:cNvSpPr txBox="1"/>
          <p:nvPr/>
        </p:nvSpPr>
        <p:spPr>
          <a:xfrm>
            <a:off x="654514" y="2986427"/>
            <a:ext cx="1124140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Parnumation 3"/>
                <a:ea typeface="Parnumation 3"/>
                <a:cs typeface="Parnumation 3"/>
                <a:sym typeface="Parnumation 3"/>
              </a:defRPr>
            </a:lvl1pPr>
          </a:lstStyle>
          <a:p>
            <a:r>
              <a:rPr lang="fr-CH" dirty="0" err="1"/>
              <a:t>Juj</a:t>
            </a:r>
            <a:r>
              <a:rPr lang="fr-CH" dirty="0"/>
              <a:t> j jj </a:t>
            </a:r>
            <a:r>
              <a:rPr lang="fr-CH" dirty="0" err="1"/>
              <a:t>k.k</a:t>
            </a:r>
            <a:r>
              <a:rPr lang="fr-CH" dirty="0"/>
              <a:t> k k 1 | 2  </a:t>
            </a:r>
            <a:r>
              <a:rPr lang="fr-CH" dirty="0" err="1"/>
              <a:t>j.j</a:t>
            </a:r>
            <a:r>
              <a:rPr lang="fr-CH" dirty="0"/>
              <a:t> 2    </a:t>
            </a:r>
            <a:r>
              <a:rPr lang="fr-CH" dirty="0" err="1"/>
              <a:t>juj</a:t>
            </a:r>
            <a:r>
              <a:rPr lang="fr-CH" dirty="0"/>
              <a:t> j j t | 1 .</a:t>
            </a:r>
          </a:p>
        </p:txBody>
      </p:sp>
      <p:sp>
        <p:nvSpPr>
          <p:cNvPr id="111" name="TextBox 16"/>
          <p:cNvSpPr txBox="1"/>
          <p:nvPr/>
        </p:nvSpPr>
        <p:spPr>
          <a:xfrm>
            <a:off x="664107" y="4221841"/>
            <a:ext cx="10594552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 b="1" i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CH" dirty="0"/>
              <a:t>ti –            </a:t>
            </a:r>
            <a:r>
              <a:rPr lang="fr-CH" dirty="0" err="1"/>
              <a:t>dak</a:t>
            </a:r>
            <a:r>
              <a:rPr lang="fr-CH" dirty="0"/>
              <a:t>   </a:t>
            </a:r>
            <a:r>
              <a:rPr lang="fr-CH" dirty="0" err="1"/>
              <a:t>b’ri</a:t>
            </a:r>
            <a:r>
              <a:rPr lang="fr-CH" dirty="0"/>
              <a:t>     </a:t>
            </a:r>
            <a:r>
              <a:rPr lang="fr-CH" dirty="0" err="1"/>
              <a:t>peng</a:t>
            </a:r>
            <a:r>
              <a:rPr lang="fr-CH" dirty="0"/>
              <a:t> –  </a:t>
            </a:r>
            <a:r>
              <a:rPr lang="fr-CH" dirty="0" err="1"/>
              <a:t>am</a:t>
            </a:r>
            <a:r>
              <a:rPr lang="fr-CH" dirty="0"/>
              <a:t> – </a:t>
            </a:r>
            <a:r>
              <a:rPr lang="fr-CH" dirty="0" err="1"/>
              <a:t>pun</a:t>
            </a:r>
            <a:r>
              <a:rPr lang="fr-CH" dirty="0"/>
              <a:t> – an,</a:t>
            </a:r>
            <a:endParaRPr dirty="0"/>
          </a:p>
        </p:txBody>
      </p:sp>
      <p:sp>
        <p:nvSpPr>
          <p:cNvPr id="2" name="TextBox 10">
            <a:extLst>
              <a:ext uri="{FF2B5EF4-FFF2-40B4-BE49-F238E27FC236}">
                <a16:creationId xmlns:a16="http://schemas.microsoft.com/office/drawing/2014/main" id="{532C68C2-9687-8721-B5F7-12D2874C6B3C}"/>
              </a:ext>
            </a:extLst>
          </p:cNvPr>
          <p:cNvSpPr txBox="1"/>
          <p:nvPr/>
        </p:nvSpPr>
        <p:spPr>
          <a:xfrm>
            <a:off x="5370003" y="5931885"/>
            <a:ext cx="2011126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 err="1"/>
              <a:t>Rev</a:t>
            </a:r>
            <a:r>
              <a:rPr lang="fr-CH" dirty="0"/>
              <a:t>. A. M. </a:t>
            </a:r>
            <a:r>
              <a:rPr lang="fr-CH" dirty="0" err="1"/>
              <a:t>Toplady</a:t>
            </a:r>
            <a:endParaRPr lang="fr-CH" dirty="0"/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/>
              <a:t>tr. by P.W. </a:t>
            </a:r>
            <a:r>
              <a:rPr lang="fr-CH" dirty="0" err="1"/>
              <a:t>Bickel</a:t>
            </a:r>
            <a:endParaRPr dirty="0"/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/>
              <a:t>Dr. Thomas Hastings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91709359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1"/>
          <p:cNvSpPr txBox="1"/>
          <p:nvPr/>
        </p:nvSpPr>
        <p:spPr>
          <a:xfrm>
            <a:off x="572478" y="1452025"/>
            <a:ext cx="11368406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CH" dirty="0"/>
              <a:t>schwarz,  </a:t>
            </a:r>
            <a:r>
              <a:rPr lang="fr-CH" dirty="0" err="1"/>
              <a:t>doch</a:t>
            </a:r>
            <a:r>
              <a:rPr lang="fr-CH" dirty="0"/>
              <a:t>  hier  der  Brun – </a:t>
            </a:r>
            <a:r>
              <a:rPr lang="fr-CH" dirty="0" err="1"/>
              <a:t>nen</a:t>
            </a:r>
            <a:r>
              <a:rPr lang="fr-CH" dirty="0"/>
              <a:t>    </a:t>
            </a:r>
            <a:r>
              <a:rPr lang="fr-CH" dirty="0" err="1"/>
              <a:t>rinnt</a:t>
            </a:r>
            <a:r>
              <a:rPr lang="fr-CH" dirty="0"/>
              <a:t>,</a:t>
            </a:r>
            <a:endParaRPr dirty="0"/>
          </a:p>
        </p:txBody>
      </p:sp>
      <p:sp>
        <p:nvSpPr>
          <p:cNvPr id="101" name="Title 1"/>
          <p:cNvSpPr txBox="1"/>
          <p:nvPr/>
        </p:nvSpPr>
        <p:spPr>
          <a:xfrm>
            <a:off x="1586622" y="5493410"/>
            <a:ext cx="4991126" cy="670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90000"/>
              </a:lnSpc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de-DE" dirty="0"/>
              <a:t>EWGER FELSEN, ÖFFNE DICH</a:t>
            </a:r>
            <a:endParaRPr lang="de-DE" sz="4400" dirty="0">
              <a:latin typeface="+mn-lt"/>
              <a:ea typeface="+mn-ea"/>
              <a:cs typeface="+mn-cs"/>
              <a:sym typeface="Calibri"/>
            </a:endParaRPr>
          </a:p>
          <a:p>
            <a:pPr algn="ctr">
              <a:lnSpc>
                <a:spcPct val="90000"/>
              </a:lnSpc>
              <a:defRPr sz="2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de-DE" dirty="0"/>
              <a:t>(BATU ZAMAN)</a:t>
            </a:r>
          </a:p>
        </p:txBody>
      </p:sp>
      <p:sp>
        <p:nvSpPr>
          <p:cNvPr id="102" name="TextBox 7"/>
          <p:cNvSpPr txBox="1"/>
          <p:nvPr/>
        </p:nvSpPr>
        <p:spPr>
          <a:xfrm>
            <a:off x="1682609" y="6100560"/>
            <a:ext cx="975586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 err="1"/>
              <a:t>Bes</a:t>
            </a:r>
            <a:r>
              <a:rPr dirty="0"/>
              <a:t> - </a:t>
            </a:r>
            <a:r>
              <a:rPr lang="fr-CH" dirty="0"/>
              <a:t>3</a:t>
            </a:r>
            <a:r>
              <a:rPr dirty="0"/>
              <a:t>/4</a:t>
            </a:r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/>
              <a:t>TOPLADY</a:t>
            </a:r>
            <a:endParaRPr dirty="0"/>
          </a:p>
        </p:txBody>
      </p:sp>
      <p:sp>
        <p:nvSpPr>
          <p:cNvPr id="104" name="TextBox 14"/>
          <p:cNvSpPr txBox="1"/>
          <p:nvPr/>
        </p:nvSpPr>
        <p:spPr>
          <a:xfrm>
            <a:off x="619003" y="755595"/>
            <a:ext cx="1124140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Parnumation 3"/>
                <a:ea typeface="Parnumation 3"/>
                <a:cs typeface="Parnumation 3"/>
                <a:sym typeface="Parnumation 3"/>
              </a:defRPr>
            </a:lvl1pPr>
          </a:lstStyle>
          <a:p>
            <a:r>
              <a:rPr lang="fr-CH" dirty="0" err="1"/>
              <a:t>Jtj</a:t>
            </a:r>
            <a:r>
              <a:rPr lang="fr-CH" dirty="0"/>
              <a:t> j jj </a:t>
            </a:r>
            <a:r>
              <a:rPr lang="fr-CH" dirty="0" err="1"/>
              <a:t>k.k</a:t>
            </a:r>
            <a:r>
              <a:rPr lang="fr-CH" dirty="0"/>
              <a:t> k k y | t   e  j1j jj </a:t>
            </a:r>
            <a:r>
              <a:rPr lang="fr-CH" dirty="0" err="1"/>
              <a:t>k.k</a:t>
            </a:r>
            <a:r>
              <a:rPr lang="fr-CH" dirty="0"/>
              <a:t> k y | t .</a:t>
            </a:r>
          </a:p>
        </p:txBody>
      </p:sp>
      <p:grpSp>
        <p:nvGrpSpPr>
          <p:cNvPr id="107" name="Oval 1"/>
          <p:cNvGrpSpPr/>
          <p:nvPr/>
        </p:nvGrpSpPr>
        <p:grpSpPr>
          <a:xfrm>
            <a:off x="11704318" y="95032"/>
            <a:ext cx="391889" cy="391890"/>
            <a:chOff x="-1" y="-1"/>
            <a:chExt cx="391888" cy="391888"/>
          </a:xfrm>
        </p:grpSpPr>
        <p:sp>
          <p:nvSpPr>
            <p:cNvPr id="105" name="Circle"/>
            <p:cNvSpPr/>
            <p:nvPr/>
          </p:nvSpPr>
          <p:spPr>
            <a:xfrm>
              <a:off x="-1" y="-1"/>
              <a:ext cx="391888" cy="391888"/>
            </a:xfrm>
            <a:prstGeom prst="ellipse">
              <a:avLst/>
            </a:prstGeom>
            <a:noFill/>
            <a:ln w="28575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defRPr>
              </a:pPr>
              <a:endParaRPr/>
            </a:p>
          </p:txBody>
        </p:sp>
        <p:sp>
          <p:nvSpPr>
            <p:cNvPr id="106" name="1"/>
            <p:cNvSpPr txBox="1"/>
            <p:nvPr/>
          </p:nvSpPr>
          <p:spPr>
            <a:xfrm>
              <a:off x="117397" y="11279"/>
              <a:ext cx="157091" cy="3693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defRPr>
              </a:lvl1pPr>
            </a:lstStyle>
            <a:p>
              <a:r>
                <a:rPr lang="fr-CH" dirty="0"/>
                <a:t>3</a:t>
              </a:r>
              <a:endParaRPr dirty="0"/>
            </a:p>
          </p:txBody>
        </p:sp>
      </p:grpSp>
      <p:sp>
        <p:nvSpPr>
          <p:cNvPr id="108" name="TextBox 20"/>
          <p:cNvSpPr txBox="1"/>
          <p:nvPr/>
        </p:nvSpPr>
        <p:spPr>
          <a:xfrm>
            <a:off x="601966" y="1978309"/>
            <a:ext cx="10594552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 i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CH" dirty="0"/>
              <a:t>Da –          </a:t>
            </a:r>
            <a:r>
              <a:rPr lang="fr-CH" dirty="0" err="1"/>
              <a:t>rah</a:t>
            </a:r>
            <a:r>
              <a:rPr lang="fr-CH" dirty="0"/>
              <a:t>     </a:t>
            </a:r>
            <a:r>
              <a:rPr lang="fr-CH" dirty="0" err="1"/>
              <a:t>Ye</a:t>
            </a:r>
            <a:r>
              <a:rPr lang="fr-CH" dirty="0"/>
              <a:t> – sus  sa –       </a:t>
            </a:r>
            <a:r>
              <a:rPr lang="fr-CH" dirty="0" err="1"/>
              <a:t>ja</a:t>
            </a:r>
            <a:r>
              <a:rPr lang="fr-CH" dirty="0"/>
              <a:t>      </a:t>
            </a:r>
            <a:r>
              <a:rPr lang="fr-CH" dirty="0" err="1"/>
              <a:t>b’ri</a:t>
            </a:r>
            <a:r>
              <a:rPr lang="fr-CH" dirty="0"/>
              <a:t>,</a:t>
            </a:r>
            <a:endParaRPr dirty="0"/>
          </a:p>
        </p:txBody>
      </p:sp>
      <p:sp>
        <p:nvSpPr>
          <p:cNvPr id="109" name="TextBox 13"/>
          <p:cNvSpPr txBox="1"/>
          <p:nvPr/>
        </p:nvSpPr>
        <p:spPr>
          <a:xfrm>
            <a:off x="653734" y="3708258"/>
            <a:ext cx="11241404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CH" dirty="0"/>
              <a:t>der  die   </a:t>
            </a:r>
            <a:r>
              <a:rPr lang="fr-CH" dirty="0" err="1"/>
              <a:t>Flek</a:t>
            </a:r>
            <a:r>
              <a:rPr lang="fr-CH" dirty="0"/>
              <a:t> – </a:t>
            </a:r>
            <a:r>
              <a:rPr lang="fr-CH" dirty="0" err="1"/>
              <a:t>ken</a:t>
            </a:r>
            <a:r>
              <a:rPr lang="fr-CH" dirty="0"/>
              <a:t>  von   mir    </a:t>
            </a:r>
            <a:r>
              <a:rPr lang="fr-CH" dirty="0" err="1"/>
              <a:t>nimmt</a:t>
            </a:r>
            <a:r>
              <a:rPr lang="fr-CH" dirty="0"/>
              <a:t>!</a:t>
            </a:r>
            <a:endParaRPr dirty="0"/>
          </a:p>
        </p:txBody>
      </p:sp>
      <p:sp>
        <p:nvSpPr>
          <p:cNvPr id="110" name="TextBox 15"/>
          <p:cNvSpPr txBox="1"/>
          <p:nvPr/>
        </p:nvSpPr>
        <p:spPr>
          <a:xfrm>
            <a:off x="654514" y="2986427"/>
            <a:ext cx="1124140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Parnumation 3"/>
                <a:ea typeface="Parnumation 3"/>
                <a:cs typeface="Parnumation 3"/>
                <a:sym typeface="Parnumation 3"/>
              </a:defRPr>
            </a:lvl1pPr>
          </a:lstStyle>
          <a:p>
            <a:r>
              <a:rPr lang="fr-CH" dirty="0"/>
              <a:t>J1jj </a:t>
            </a:r>
            <a:r>
              <a:rPr lang="fr-CH" dirty="0" err="1"/>
              <a:t>k.k</a:t>
            </a:r>
            <a:r>
              <a:rPr lang="fr-CH" dirty="0"/>
              <a:t> 2 | 3  </a:t>
            </a:r>
            <a:r>
              <a:rPr lang="fr-CH" dirty="0" err="1"/>
              <a:t>j.j</a:t>
            </a:r>
            <a:r>
              <a:rPr lang="fr-CH" dirty="0"/>
              <a:t> 2  j1j j j u | 1 . +</a:t>
            </a:r>
          </a:p>
        </p:txBody>
      </p:sp>
      <p:sp>
        <p:nvSpPr>
          <p:cNvPr id="111" name="TextBox 16"/>
          <p:cNvSpPr txBox="1"/>
          <p:nvPr/>
        </p:nvSpPr>
        <p:spPr>
          <a:xfrm>
            <a:off x="664107" y="4221841"/>
            <a:ext cx="10594552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 i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CH" dirty="0"/>
              <a:t>ha – ti       </a:t>
            </a:r>
            <a:r>
              <a:rPr lang="fr-CH" dirty="0" err="1"/>
              <a:t>ba</a:t>
            </a:r>
            <a:r>
              <a:rPr lang="fr-CH" dirty="0"/>
              <a:t> –    ru    dan   ber – </a:t>
            </a:r>
            <a:r>
              <a:rPr lang="fr-CH" dirty="0" err="1"/>
              <a:t>sih</a:t>
            </a:r>
            <a:r>
              <a:rPr lang="fr-CH" dirty="0"/>
              <a:t>.</a:t>
            </a:r>
            <a:endParaRPr dirty="0"/>
          </a:p>
        </p:txBody>
      </p:sp>
      <p:sp>
        <p:nvSpPr>
          <p:cNvPr id="2" name="TextBox 10">
            <a:extLst>
              <a:ext uri="{FF2B5EF4-FFF2-40B4-BE49-F238E27FC236}">
                <a16:creationId xmlns:a16="http://schemas.microsoft.com/office/drawing/2014/main" id="{B1C19FBD-9758-C8D5-9AF9-31F84EE465D8}"/>
              </a:ext>
            </a:extLst>
          </p:cNvPr>
          <p:cNvSpPr txBox="1"/>
          <p:nvPr/>
        </p:nvSpPr>
        <p:spPr>
          <a:xfrm>
            <a:off x="5370003" y="5931885"/>
            <a:ext cx="2011126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 err="1"/>
              <a:t>Rev</a:t>
            </a:r>
            <a:r>
              <a:rPr lang="fr-CH" dirty="0"/>
              <a:t>. A. M. </a:t>
            </a:r>
            <a:r>
              <a:rPr lang="fr-CH" dirty="0" err="1"/>
              <a:t>Toplady</a:t>
            </a:r>
            <a:endParaRPr lang="fr-CH" dirty="0"/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/>
              <a:t>tr. by P.W. </a:t>
            </a:r>
            <a:r>
              <a:rPr lang="fr-CH" dirty="0" err="1"/>
              <a:t>Bickel</a:t>
            </a:r>
            <a:endParaRPr dirty="0"/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/>
              <a:t>Dr. Thomas Hastings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081002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1"/>
          <p:cNvSpPr txBox="1"/>
          <p:nvPr/>
        </p:nvSpPr>
        <p:spPr>
          <a:xfrm>
            <a:off x="572478" y="1452025"/>
            <a:ext cx="11368406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CH" dirty="0"/>
              <a:t>In    des     Le – bens  Kampf  un     Not,</a:t>
            </a:r>
            <a:endParaRPr dirty="0"/>
          </a:p>
        </p:txBody>
      </p:sp>
      <p:sp>
        <p:nvSpPr>
          <p:cNvPr id="101" name="Title 1"/>
          <p:cNvSpPr txBox="1"/>
          <p:nvPr/>
        </p:nvSpPr>
        <p:spPr>
          <a:xfrm>
            <a:off x="1586622" y="5493410"/>
            <a:ext cx="4991126" cy="670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90000"/>
              </a:lnSpc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de-DE" dirty="0"/>
              <a:t>EWGER FELSEN, ÖFFNE DICH</a:t>
            </a:r>
            <a:endParaRPr lang="de-DE" sz="4400" dirty="0">
              <a:latin typeface="+mn-lt"/>
              <a:ea typeface="+mn-ea"/>
              <a:cs typeface="+mn-cs"/>
              <a:sym typeface="Calibri"/>
            </a:endParaRPr>
          </a:p>
          <a:p>
            <a:pPr algn="ctr">
              <a:lnSpc>
                <a:spcPct val="90000"/>
              </a:lnSpc>
              <a:defRPr sz="2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de-DE" dirty="0"/>
              <a:t>(BATU ZAMAN)</a:t>
            </a:r>
          </a:p>
        </p:txBody>
      </p:sp>
      <p:sp>
        <p:nvSpPr>
          <p:cNvPr id="102" name="TextBox 7"/>
          <p:cNvSpPr txBox="1"/>
          <p:nvPr/>
        </p:nvSpPr>
        <p:spPr>
          <a:xfrm>
            <a:off x="1682609" y="6100560"/>
            <a:ext cx="975586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 err="1"/>
              <a:t>Bes</a:t>
            </a:r>
            <a:r>
              <a:rPr dirty="0"/>
              <a:t> - </a:t>
            </a:r>
            <a:r>
              <a:rPr lang="fr-CH" dirty="0"/>
              <a:t>3</a:t>
            </a:r>
            <a:r>
              <a:rPr dirty="0"/>
              <a:t>/4</a:t>
            </a:r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/>
              <a:t>TOPLADY</a:t>
            </a:r>
            <a:endParaRPr dirty="0"/>
          </a:p>
        </p:txBody>
      </p:sp>
      <p:sp>
        <p:nvSpPr>
          <p:cNvPr id="104" name="TextBox 14"/>
          <p:cNvSpPr txBox="1"/>
          <p:nvPr/>
        </p:nvSpPr>
        <p:spPr>
          <a:xfrm>
            <a:off x="619003" y="755595"/>
            <a:ext cx="1124140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Parnumation 3"/>
                <a:ea typeface="Parnumation 3"/>
                <a:cs typeface="Parnumation 3"/>
                <a:sym typeface="Parnumation 3"/>
              </a:defRPr>
            </a:lvl1pPr>
          </a:lstStyle>
          <a:p>
            <a:r>
              <a:rPr lang="fr-CH" dirty="0" err="1"/>
              <a:t>Jtjj</a:t>
            </a:r>
            <a:r>
              <a:rPr lang="fr-CH" dirty="0"/>
              <a:t> </a:t>
            </a:r>
            <a:r>
              <a:rPr lang="fr-CH" dirty="0" err="1"/>
              <a:t>k.k</a:t>
            </a:r>
            <a:r>
              <a:rPr lang="fr-CH" dirty="0"/>
              <a:t> y | t   e   j1j jj </a:t>
            </a:r>
            <a:r>
              <a:rPr lang="fr-CH" dirty="0" err="1"/>
              <a:t>k.k</a:t>
            </a:r>
            <a:r>
              <a:rPr lang="fr-CH" dirty="0"/>
              <a:t> k y | t .</a:t>
            </a:r>
            <a:endParaRPr dirty="0"/>
          </a:p>
        </p:txBody>
      </p:sp>
      <p:grpSp>
        <p:nvGrpSpPr>
          <p:cNvPr id="107" name="Oval 1"/>
          <p:cNvGrpSpPr/>
          <p:nvPr/>
        </p:nvGrpSpPr>
        <p:grpSpPr>
          <a:xfrm>
            <a:off x="11704318" y="95032"/>
            <a:ext cx="391889" cy="391890"/>
            <a:chOff x="-1" y="-1"/>
            <a:chExt cx="391888" cy="391888"/>
          </a:xfrm>
        </p:grpSpPr>
        <p:sp>
          <p:nvSpPr>
            <p:cNvPr id="105" name="Circle"/>
            <p:cNvSpPr/>
            <p:nvPr/>
          </p:nvSpPr>
          <p:spPr>
            <a:xfrm>
              <a:off x="-1" y="-1"/>
              <a:ext cx="391888" cy="391888"/>
            </a:xfrm>
            <a:prstGeom prst="ellipse">
              <a:avLst/>
            </a:prstGeom>
            <a:noFill/>
            <a:ln w="28575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defRPr>
              </a:pPr>
              <a:endParaRPr/>
            </a:p>
          </p:txBody>
        </p:sp>
        <p:sp>
          <p:nvSpPr>
            <p:cNvPr id="106" name="1"/>
            <p:cNvSpPr txBox="1"/>
            <p:nvPr/>
          </p:nvSpPr>
          <p:spPr>
            <a:xfrm>
              <a:off x="117397" y="11279"/>
              <a:ext cx="157091" cy="3693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defRPr>
              </a:lvl1pPr>
            </a:lstStyle>
            <a:p>
              <a:r>
                <a:rPr lang="fr-CH" dirty="0"/>
                <a:t>4</a:t>
              </a:r>
              <a:endParaRPr dirty="0"/>
            </a:p>
          </p:txBody>
        </p:sp>
      </p:grpSp>
      <p:sp>
        <p:nvSpPr>
          <p:cNvPr id="108" name="TextBox 20"/>
          <p:cNvSpPr txBox="1"/>
          <p:nvPr/>
        </p:nvSpPr>
        <p:spPr>
          <a:xfrm>
            <a:off x="601966" y="1978309"/>
            <a:ext cx="10594552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 i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CH" dirty="0"/>
              <a:t>Bi –  la       ti –   </a:t>
            </a:r>
            <a:r>
              <a:rPr lang="fr-CH" dirty="0" err="1"/>
              <a:t>ba</a:t>
            </a:r>
            <a:r>
              <a:rPr lang="fr-CH" dirty="0"/>
              <a:t>      sa –      at –   </a:t>
            </a:r>
            <a:r>
              <a:rPr lang="fr-CH" dirty="0" err="1"/>
              <a:t>nya</a:t>
            </a:r>
            <a:endParaRPr dirty="0"/>
          </a:p>
        </p:txBody>
      </p:sp>
      <p:sp>
        <p:nvSpPr>
          <p:cNvPr id="109" name="TextBox 13"/>
          <p:cNvSpPr txBox="1"/>
          <p:nvPr/>
        </p:nvSpPr>
        <p:spPr>
          <a:xfrm>
            <a:off x="653734" y="3708258"/>
            <a:ext cx="11241404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CH" dirty="0" err="1"/>
              <a:t>schliesst</a:t>
            </a:r>
            <a:r>
              <a:rPr lang="fr-CH" dirty="0"/>
              <a:t>  </a:t>
            </a:r>
            <a:r>
              <a:rPr lang="fr-CH" dirty="0" err="1"/>
              <a:t>mein</a:t>
            </a:r>
            <a:r>
              <a:rPr lang="fr-CH" dirty="0"/>
              <a:t>   Au –  </a:t>
            </a:r>
            <a:r>
              <a:rPr lang="fr-CH" dirty="0" err="1"/>
              <a:t>ge</a:t>
            </a:r>
            <a:r>
              <a:rPr lang="fr-CH" dirty="0"/>
              <a:t>  </a:t>
            </a:r>
            <a:r>
              <a:rPr lang="fr-CH" dirty="0" err="1"/>
              <a:t>sich</a:t>
            </a:r>
            <a:r>
              <a:rPr lang="fr-CH" dirty="0"/>
              <a:t>  </a:t>
            </a:r>
            <a:r>
              <a:rPr lang="fr-CH" dirty="0" err="1"/>
              <a:t>im</a:t>
            </a:r>
            <a:r>
              <a:rPr lang="fr-CH" dirty="0"/>
              <a:t>     Tod,</a:t>
            </a:r>
            <a:endParaRPr dirty="0"/>
          </a:p>
        </p:txBody>
      </p:sp>
      <p:sp>
        <p:nvSpPr>
          <p:cNvPr id="110" name="TextBox 15"/>
          <p:cNvSpPr txBox="1"/>
          <p:nvPr/>
        </p:nvSpPr>
        <p:spPr>
          <a:xfrm>
            <a:off x="654514" y="2986427"/>
            <a:ext cx="1124140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Parnumation 3"/>
                <a:ea typeface="Parnumation 3"/>
                <a:cs typeface="Parnumation 3"/>
                <a:sym typeface="Parnumation 3"/>
              </a:defRPr>
            </a:lvl1pPr>
          </a:lstStyle>
          <a:p>
            <a:r>
              <a:rPr lang="fr-CH" dirty="0"/>
              <a:t>J1j j jj </a:t>
            </a:r>
            <a:r>
              <a:rPr lang="fr-CH" dirty="0" err="1"/>
              <a:t>k.k</a:t>
            </a:r>
            <a:r>
              <a:rPr lang="fr-CH" dirty="0"/>
              <a:t> k k 2  | 3 </a:t>
            </a:r>
            <a:r>
              <a:rPr lang="fr-CH" dirty="0" err="1"/>
              <a:t>j.j</a:t>
            </a:r>
            <a:r>
              <a:rPr lang="fr-CH" dirty="0"/>
              <a:t> 2  j1j j </a:t>
            </a:r>
            <a:r>
              <a:rPr lang="fr-CH" dirty="0" err="1"/>
              <a:t>j</a:t>
            </a:r>
            <a:r>
              <a:rPr lang="fr-CH" dirty="0"/>
              <a:t> u | 1 .</a:t>
            </a:r>
          </a:p>
        </p:txBody>
      </p:sp>
      <p:sp>
        <p:nvSpPr>
          <p:cNvPr id="111" name="TextBox 16"/>
          <p:cNvSpPr txBox="1"/>
          <p:nvPr/>
        </p:nvSpPr>
        <p:spPr>
          <a:xfrm>
            <a:off x="664107" y="4221841"/>
            <a:ext cx="10594552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 i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CH" dirty="0"/>
              <a:t>‘</a:t>
            </a:r>
            <a:r>
              <a:rPr lang="fr-CH" dirty="0" err="1"/>
              <a:t>ku</a:t>
            </a:r>
            <a:r>
              <a:rPr lang="fr-CH" dirty="0"/>
              <a:t>             </a:t>
            </a:r>
            <a:r>
              <a:rPr lang="fr-CH" dirty="0" err="1"/>
              <a:t>ting</a:t>
            </a:r>
            <a:r>
              <a:rPr lang="fr-CH" dirty="0"/>
              <a:t> – gal – kan  du – ni –    a,</a:t>
            </a:r>
            <a:endParaRPr dirty="0"/>
          </a:p>
        </p:txBody>
      </p:sp>
      <p:sp>
        <p:nvSpPr>
          <p:cNvPr id="2" name="TextBox 10">
            <a:extLst>
              <a:ext uri="{FF2B5EF4-FFF2-40B4-BE49-F238E27FC236}">
                <a16:creationId xmlns:a16="http://schemas.microsoft.com/office/drawing/2014/main" id="{924E4555-F297-1CD6-B1A7-0B512B53692D}"/>
              </a:ext>
            </a:extLst>
          </p:cNvPr>
          <p:cNvSpPr txBox="1"/>
          <p:nvPr/>
        </p:nvSpPr>
        <p:spPr>
          <a:xfrm>
            <a:off x="5370003" y="5931885"/>
            <a:ext cx="2011126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 err="1"/>
              <a:t>Rev</a:t>
            </a:r>
            <a:r>
              <a:rPr lang="fr-CH" dirty="0"/>
              <a:t>. A. M. </a:t>
            </a:r>
            <a:r>
              <a:rPr lang="fr-CH" dirty="0" err="1"/>
              <a:t>Toplady</a:t>
            </a:r>
            <a:endParaRPr lang="fr-CH" dirty="0"/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/>
              <a:t>tr. by P.W. </a:t>
            </a:r>
            <a:r>
              <a:rPr lang="fr-CH" dirty="0" err="1"/>
              <a:t>Bickel</a:t>
            </a:r>
            <a:endParaRPr dirty="0"/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/>
              <a:t>Dr. Thomas Hastings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2332259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1"/>
          <p:cNvSpPr txBox="1"/>
          <p:nvPr/>
        </p:nvSpPr>
        <p:spPr>
          <a:xfrm>
            <a:off x="572478" y="1452025"/>
            <a:ext cx="11368406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CH" dirty="0" err="1"/>
              <a:t>wenn</a:t>
            </a:r>
            <a:r>
              <a:rPr lang="fr-CH" dirty="0"/>
              <a:t>  vor   Dei –   </a:t>
            </a:r>
            <a:r>
              <a:rPr lang="fr-CH" dirty="0" err="1"/>
              <a:t>nen</a:t>
            </a:r>
            <a:r>
              <a:rPr lang="fr-CH" dirty="0"/>
              <a:t>  Rich – ter – </a:t>
            </a:r>
            <a:r>
              <a:rPr lang="fr-CH" dirty="0" err="1"/>
              <a:t>thron</a:t>
            </a:r>
            <a:r>
              <a:rPr lang="fr-CH" dirty="0"/>
              <a:t> </a:t>
            </a:r>
            <a:endParaRPr dirty="0"/>
          </a:p>
        </p:txBody>
      </p:sp>
      <p:sp>
        <p:nvSpPr>
          <p:cNvPr id="101" name="Title 1"/>
          <p:cNvSpPr txBox="1"/>
          <p:nvPr/>
        </p:nvSpPr>
        <p:spPr>
          <a:xfrm>
            <a:off x="1586622" y="5493410"/>
            <a:ext cx="4991126" cy="670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90000"/>
              </a:lnSpc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de-DE" dirty="0"/>
              <a:t>EWGER FELSEN, ÖFFNE DICH</a:t>
            </a:r>
            <a:endParaRPr lang="de-DE" sz="4400" dirty="0">
              <a:latin typeface="+mn-lt"/>
              <a:ea typeface="+mn-ea"/>
              <a:cs typeface="+mn-cs"/>
              <a:sym typeface="Calibri"/>
            </a:endParaRPr>
          </a:p>
          <a:p>
            <a:pPr algn="ctr">
              <a:lnSpc>
                <a:spcPct val="90000"/>
              </a:lnSpc>
              <a:defRPr sz="2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de-DE" dirty="0"/>
              <a:t>(BATU ZAMAN)</a:t>
            </a:r>
          </a:p>
        </p:txBody>
      </p:sp>
      <p:sp>
        <p:nvSpPr>
          <p:cNvPr id="102" name="TextBox 7"/>
          <p:cNvSpPr txBox="1"/>
          <p:nvPr/>
        </p:nvSpPr>
        <p:spPr>
          <a:xfrm>
            <a:off x="1682609" y="6100560"/>
            <a:ext cx="975586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 err="1"/>
              <a:t>Bes</a:t>
            </a:r>
            <a:r>
              <a:rPr dirty="0"/>
              <a:t> - </a:t>
            </a:r>
            <a:r>
              <a:rPr lang="fr-CH" dirty="0"/>
              <a:t>3</a:t>
            </a:r>
            <a:r>
              <a:rPr dirty="0"/>
              <a:t>/4</a:t>
            </a:r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/>
              <a:t>TOPLADY</a:t>
            </a:r>
            <a:endParaRPr dirty="0"/>
          </a:p>
        </p:txBody>
      </p:sp>
      <p:sp>
        <p:nvSpPr>
          <p:cNvPr id="104" name="TextBox 14"/>
          <p:cNvSpPr txBox="1"/>
          <p:nvPr/>
        </p:nvSpPr>
        <p:spPr>
          <a:xfrm>
            <a:off x="619003" y="755595"/>
            <a:ext cx="1124140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Parnumation 3"/>
                <a:ea typeface="Parnumation 3"/>
                <a:cs typeface="Parnumation 3"/>
                <a:sym typeface="Parnumation 3"/>
              </a:defRPr>
            </a:lvl1pPr>
          </a:lstStyle>
          <a:p>
            <a:r>
              <a:rPr lang="fr-CH" dirty="0" err="1"/>
              <a:t>Juj</a:t>
            </a:r>
            <a:r>
              <a:rPr lang="fr-CH" dirty="0"/>
              <a:t> jj </a:t>
            </a:r>
            <a:r>
              <a:rPr lang="fr-CH" dirty="0" err="1"/>
              <a:t>k.k</a:t>
            </a:r>
            <a:r>
              <a:rPr lang="fr-CH" dirty="0"/>
              <a:t> 1 | 2  </a:t>
            </a:r>
            <a:r>
              <a:rPr lang="fr-CH" dirty="0" err="1"/>
              <a:t>j.j</a:t>
            </a:r>
            <a:r>
              <a:rPr lang="fr-CH" dirty="0"/>
              <a:t> 2     </a:t>
            </a:r>
            <a:r>
              <a:rPr lang="fr-CH" dirty="0" err="1"/>
              <a:t>juj</a:t>
            </a:r>
            <a:r>
              <a:rPr lang="fr-CH" dirty="0"/>
              <a:t> j j </a:t>
            </a:r>
            <a:r>
              <a:rPr lang="fr-CH" dirty="0" err="1"/>
              <a:t>j</a:t>
            </a:r>
            <a:r>
              <a:rPr lang="fr-CH" dirty="0"/>
              <a:t> t | 1 .</a:t>
            </a:r>
          </a:p>
        </p:txBody>
      </p:sp>
      <p:grpSp>
        <p:nvGrpSpPr>
          <p:cNvPr id="107" name="Oval 1"/>
          <p:cNvGrpSpPr/>
          <p:nvPr/>
        </p:nvGrpSpPr>
        <p:grpSpPr>
          <a:xfrm>
            <a:off x="11704318" y="95032"/>
            <a:ext cx="391889" cy="391890"/>
            <a:chOff x="-1" y="-1"/>
            <a:chExt cx="391888" cy="391888"/>
          </a:xfrm>
        </p:grpSpPr>
        <p:sp>
          <p:nvSpPr>
            <p:cNvPr id="105" name="Circle"/>
            <p:cNvSpPr/>
            <p:nvPr/>
          </p:nvSpPr>
          <p:spPr>
            <a:xfrm>
              <a:off x="-1" y="-1"/>
              <a:ext cx="391888" cy="391888"/>
            </a:xfrm>
            <a:prstGeom prst="ellipse">
              <a:avLst/>
            </a:prstGeom>
            <a:noFill/>
            <a:ln w="28575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defRPr>
              </a:pPr>
              <a:endParaRPr/>
            </a:p>
          </p:txBody>
        </p:sp>
        <p:sp>
          <p:nvSpPr>
            <p:cNvPr id="106" name="1"/>
            <p:cNvSpPr txBox="1"/>
            <p:nvPr/>
          </p:nvSpPr>
          <p:spPr>
            <a:xfrm>
              <a:off x="117397" y="11279"/>
              <a:ext cx="157091" cy="3693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defRPr>
              </a:lvl1pPr>
            </a:lstStyle>
            <a:p>
              <a:r>
                <a:rPr lang="fr-CH" dirty="0"/>
                <a:t>4</a:t>
              </a:r>
              <a:endParaRPr dirty="0"/>
            </a:p>
          </p:txBody>
        </p:sp>
      </p:grpSp>
      <p:sp>
        <p:nvSpPr>
          <p:cNvPr id="108" name="TextBox 20"/>
          <p:cNvSpPr txBox="1"/>
          <p:nvPr/>
        </p:nvSpPr>
        <p:spPr>
          <a:xfrm>
            <a:off x="601966" y="1978309"/>
            <a:ext cx="10594552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 b="1" i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CH" dirty="0"/>
              <a:t>dan     </a:t>
            </a:r>
            <a:r>
              <a:rPr lang="fr-CH" dirty="0" err="1"/>
              <a:t>Kau</a:t>
            </a:r>
            <a:r>
              <a:rPr lang="fr-CH" dirty="0"/>
              <a:t>  </a:t>
            </a:r>
            <a:r>
              <a:rPr lang="fr-CH" dirty="0" err="1"/>
              <a:t>pang</a:t>
            </a:r>
            <a:r>
              <a:rPr lang="fr-CH" dirty="0"/>
              <a:t> – </a:t>
            </a:r>
            <a:r>
              <a:rPr lang="fr-CH" dirty="0" err="1"/>
              <a:t>gil</a:t>
            </a:r>
            <a:r>
              <a:rPr lang="fr-CH" dirty="0"/>
              <a:t>    di –      ri –   </a:t>
            </a:r>
            <a:r>
              <a:rPr lang="fr-CH" dirty="0" err="1"/>
              <a:t>ku</a:t>
            </a:r>
            <a:endParaRPr dirty="0"/>
          </a:p>
        </p:txBody>
      </p:sp>
      <p:sp>
        <p:nvSpPr>
          <p:cNvPr id="109" name="TextBox 13"/>
          <p:cNvSpPr txBox="1"/>
          <p:nvPr/>
        </p:nvSpPr>
        <p:spPr>
          <a:xfrm>
            <a:off x="653734" y="3708258"/>
            <a:ext cx="11241404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CH" dirty="0" err="1"/>
              <a:t>einst</a:t>
            </a:r>
            <a:r>
              <a:rPr lang="fr-CH" dirty="0"/>
              <a:t>  </a:t>
            </a:r>
            <a:r>
              <a:rPr lang="fr-CH" dirty="0" err="1"/>
              <a:t>mich</a:t>
            </a:r>
            <a:r>
              <a:rPr lang="fr-CH" dirty="0"/>
              <a:t>  </a:t>
            </a:r>
            <a:r>
              <a:rPr lang="fr-CH" dirty="0" err="1"/>
              <a:t>ruft</a:t>
            </a:r>
            <a:r>
              <a:rPr lang="fr-CH" dirty="0"/>
              <a:t>    Po – </a:t>
            </a:r>
            <a:r>
              <a:rPr lang="fr-CH" dirty="0" err="1"/>
              <a:t>sau</a:t>
            </a:r>
            <a:r>
              <a:rPr lang="fr-CH" dirty="0"/>
              <a:t> – </a:t>
            </a:r>
            <a:r>
              <a:rPr lang="fr-CH" dirty="0" err="1"/>
              <a:t>nen</a:t>
            </a:r>
            <a:r>
              <a:rPr lang="fr-CH" dirty="0"/>
              <a:t> – ton,</a:t>
            </a:r>
            <a:endParaRPr dirty="0"/>
          </a:p>
        </p:txBody>
      </p:sp>
      <p:sp>
        <p:nvSpPr>
          <p:cNvPr id="110" name="TextBox 15"/>
          <p:cNvSpPr txBox="1"/>
          <p:nvPr/>
        </p:nvSpPr>
        <p:spPr>
          <a:xfrm>
            <a:off x="654514" y="2986427"/>
            <a:ext cx="1124140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Parnumation 3"/>
                <a:ea typeface="Parnumation 3"/>
                <a:cs typeface="Parnumation 3"/>
                <a:sym typeface="Parnumation 3"/>
              </a:defRPr>
            </a:lvl1pPr>
          </a:lstStyle>
          <a:p>
            <a:r>
              <a:rPr lang="fr-CH" dirty="0" err="1"/>
              <a:t>Juj</a:t>
            </a:r>
            <a:r>
              <a:rPr lang="fr-CH" dirty="0"/>
              <a:t> jj </a:t>
            </a:r>
            <a:r>
              <a:rPr lang="fr-CH" dirty="0" err="1"/>
              <a:t>k.k</a:t>
            </a:r>
            <a:r>
              <a:rPr lang="fr-CH" dirty="0"/>
              <a:t> 1  | 2 </a:t>
            </a:r>
            <a:r>
              <a:rPr lang="fr-CH" dirty="0" err="1"/>
              <a:t>j.j</a:t>
            </a:r>
            <a:r>
              <a:rPr lang="fr-CH" dirty="0"/>
              <a:t> 2   </a:t>
            </a:r>
            <a:r>
              <a:rPr lang="fr-CH" dirty="0" err="1"/>
              <a:t>juj</a:t>
            </a:r>
            <a:r>
              <a:rPr lang="fr-CH" dirty="0"/>
              <a:t> j j t  | 1 .</a:t>
            </a:r>
          </a:p>
        </p:txBody>
      </p:sp>
      <p:sp>
        <p:nvSpPr>
          <p:cNvPr id="111" name="TextBox 16"/>
          <p:cNvSpPr txBox="1"/>
          <p:nvPr/>
        </p:nvSpPr>
        <p:spPr>
          <a:xfrm>
            <a:off x="664107" y="4221841"/>
            <a:ext cx="10594552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000" b="1" i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CH" dirty="0" err="1"/>
              <a:t>ke</a:t>
            </a:r>
            <a:r>
              <a:rPr lang="fr-CH" dirty="0"/>
              <a:t>       ha –   </a:t>
            </a:r>
            <a:r>
              <a:rPr lang="fr-CH" dirty="0" err="1"/>
              <a:t>dap</a:t>
            </a:r>
            <a:r>
              <a:rPr lang="fr-CH" dirty="0"/>
              <a:t> – an    </a:t>
            </a:r>
            <a:r>
              <a:rPr lang="fr-CH" dirty="0" err="1"/>
              <a:t>takh</a:t>
            </a:r>
            <a:r>
              <a:rPr lang="fr-CH" dirty="0"/>
              <a:t> – ta –    Mu,</a:t>
            </a:r>
            <a:endParaRPr dirty="0"/>
          </a:p>
        </p:txBody>
      </p:sp>
      <p:sp>
        <p:nvSpPr>
          <p:cNvPr id="2" name="TextBox 10">
            <a:extLst>
              <a:ext uri="{FF2B5EF4-FFF2-40B4-BE49-F238E27FC236}">
                <a16:creationId xmlns:a16="http://schemas.microsoft.com/office/drawing/2014/main" id="{7B4F51C3-A31F-8698-E434-103495C28708}"/>
              </a:ext>
            </a:extLst>
          </p:cNvPr>
          <p:cNvSpPr txBox="1"/>
          <p:nvPr/>
        </p:nvSpPr>
        <p:spPr>
          <a:xfrm>
            <a:off x="5370003" y="5931885"/>
            <a:ext cx="2011126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 err="1"/>
              <a:t>Rev</a:t>
            </a:r>
            <a:r>
              <a:rPr lang="fr-CH" dirty="0"/>
              <a:t>. A. M. </a:t>
            </a:r>
            <a:r>
              <a:rPr lang="fr-CH" dirty="0" err="1"/>
              <a:t>Toplady</a:t>
            </a:r>
            <a:endParaRPr lang="fr-CH" dirty="0"/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/>
              <a:t>tr. by P.W. </a:t>
            </a:r>
            <a:r>
              <a:rPr lang="fr-CH" dirty="0" err="1"/>
              <a:t>Bickel</a:t>
            </a:r>
            <a:endParaRPr dirty="0"/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/>
              <a:t>Dr. Thomas Hastings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6946675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1"/>
          <p:cNvSpPr txBox="1"/>
          <p:nvPr/>
        </p:nvSpPr>
        <p:spPr>
          <a:xfrm>
            <a:off x="572478" y="1452025"/>
            <a:ext cx="11368406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CH" dirty="0"/>
              <a:t>o      </a:t>
            </a:r>
            <a:r>
              <a:rPr lang="fr-CH" dirty="0" err="1"/>
              <a:t>mein</a:t>
            </a:r>
            <a:r>
              <a:rPr lang="fr-CH" dirty="0"/>
              <a:t>  </a:t>
            </a:r>
            <a:r>
              <a:rPr lang="fr-CH" dirty="0" err="1"/>
              <a:t>Fels</a:t>
            </a:r>
            <a:r>
              <a:rPr lang="fr-CH" dirty="0"/>
              <a:t>,  </a:t>
            </a:r>
            <a:r>
              <a:rPr lang="fr-CH" dirty="0" err="1"/>
              <a:t>dann</a:t>
            </a:r>
            <a:r>
              <a:rPr lang="fr-CH" dirty="0"/>
              <a:t>  bit –  te     </a:t>
            </a:r>
            <a:r>
              <a:rPr lang="fr-CH" dirty="0" err="1"/>
              <a:t>ich</a:t>
            </a:r>
            <a:r>
              <a:rPr lang="fr-CH" dirty="0"/>
              <a:t>:</a:t>
            </a:r>
            <a:endParaRPr dirty="0"/>
          </a:p>
        </p:txBody>
      </p:sp>
      <p:sp>
        <p:nvSpPr>
          <p:cNvPr id="101" name="Title 1"/>
          <p:cNvSpPr txBox="1"/>
          <p:nvPr/>
        </p:nvSpPr>
        <p:spPr>
          <a:xfrm>
            <a:off x="1586622" y="5493410"/>
            <a:ext cx="4991126" cy="670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90000"/>
              </a:lnSpc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de-DE" dirty="0"/>
              <a:t>EWGER FELSEN, ÖFFNE DICH</a:t>
            </a:r>
            <a:endParaRPr lang="de-DE" sz="4400" dirty="0">
              <a:latin typeface="+mn-lt"/>
              <a:ea typeface="+mn-ea"/>
              <a:cs typeface="+mn-cs"/>
              <a:sym typeface="Calibri"/>
            </a:endParaRPr>
          </a:p>
          <a:p>
            <a:pPr algn="ctr">
              <a:lnSpc>
                <a:spcPct val="90000"/>
              </a:lnSpc>
              <a:defRPr sz="2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de-DE" dirty="0"/>
              <a:t>(BATU ZAMAN)</a:t>
            </a:r>
          </a:p>
        </p:txBody>
      </p:sp>
      <p:sp>
        <p:nvSpPr>
          <p:cNvPr id="102" name="TextBox 7"/>
          <p:cNvSpPr txBox="1"/>
          <p:nvPr/>
        </p:nvSpPr>
        <p:spPr>
          <a:xfrm>
            <a:off x="1682609" y="6100560"/>
            <a:ext cx="975586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 err="1"/>
              <a:t>Bes</a:t>
            </a:r>
            <a:r>
              <a:rPr dirty="0"/>
              <a:t> - </a:t>
            </a:r>
            <a:r>
              <a:rPr lang="fr-CH" dirty="0"/>
              <a:t>3</a:t>
            </a:r>
            <a:r>
              <a:rPr dirty="0"/>
              <a:t>/4</a:t>
            </a:r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/>
              <a:t>TOPLADY</a:t>
            </a:r>
            <a:endParaRPr dirty="0"/>
          </a:p>
        </p:txBody>
      </p:sp>
      <p:sp>
        <p:nvSpPr>
          <p:cNvPr id="104" name="TextBox 14"/>
          <p:cNvSpPr txBox="1"/>
          <p:nvPr/>
        </p:nvSpPr>
        <p:spPr>
          <a:xfrm>
            <a:off x="619003" y="755595"/>
            <a:ext cx="1124140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Parnumation 3"/>
                <a:ea typeface="Parnumation 3"/>
                <a:cs typeface="Parnumation 3"/>
                <a:sym typeface="Parnumation 3"/>
              </a:defRPr>
            </a:lvl1pPr>
          </a:lstStyle>
          <a:p>
            <a:r>
              <a:rPr lang="fr-CH" dirty="0" err="1"/>
              <a:t>Jtjj</a:t>
            </a:r>
            <a:r>
              <a:rPr lang="fr-CH" dirty="0"/>
              <a:t> </a:t>
            </a:r>
            <a:r>
              <a:rPr lang="fr-CH" dirty="0" err="1"/>
              <a:t>k.k</a:t>
            </a:r>
            <a:r>
              <a:rPr lang="fr-CH" dirty="0"/>
              <a:t> y |  t   e   j1jj </a:t>
            </a:r>
            <a:r>
              <a:rPr lang="fr-CH" dirty="0" err="1"/>
              <a:t>k.k</a:t>
            </a:r>
            <a:r>
              <a:rPr lang="fr-CH" dirty="0"/>
              <a:t> y | t .</a:t>
            </a:r>
          </a:p>
        </p:txBody>
      </p:sp>
      <p:grpSp>
        <p:nvGrpSpPr>
          <p:cNvPr id="107" name="Oval 1"/>
          <p:cNvGrpSpPr/>
          <p:nvPr/>
        </p:nvGrpSpPr>
        <p:grpSpPr>
          <a:xfrm>
            <a:off x="11704318" y="95032"/>
            <a:ext cx="391889" cy="391890"/>
            <a:chOff x="-1" y="-1"/>
            <a:chExt cx="391888" cy="391888"/>
          </a:xfrm>
        </p:grpSpPr>
        <p:sp>
          <p:nvSpPr>
            <p:cNvPr id="105" name="Circle"/>
            <p:cNvSpPr/>
            <p:nvPr/>
          </p:nvSpPr>
          <p:spPr>
            <a:xfrm>
              <a:off x="-1" y="-1"/>
              <a:ext cx="391888" cy="391888"/>
            </a:xfrm>
            <a:prstGeom prst="ellipse">
              <a:avLst/>
            </a:prstGeom>
            <a:noFill/>
            <a:ln w="28575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defRPr>
              </a:pPr>
              <a:endParaRPr/>
            </a:p>
          </p:txBody>
        </p:sp>
        <p:sp>
          <p:nvSpPr>
            <p:cNvPr id="106" name="1"/>
            <p:cNvSpPr txBox="1"/>
            <p:nvPr/>
          </p:nvSpPr>
          <p:spPr>
            <a:xfrm>
              <a:off x="117397" y="11279"/>
              <a:ext cx="157091" cy="3693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defRPr>
              </a:lvl1pPr>
            </a:lstStyle>
            <a:p>
              <a:r>
                <a:rPr lang="fr-CH" dirty="0"/>
                <a:t>4</a:t>
              </a:r>
              <a:endParaRPr dirty="0"/>
            </a:p>
          </p:txBody>
        </p:sp>
      </p:grpSp>
      <p:sp>
        <p:nvSpPr>
          <p:cNvPr id="108" name="TextBox 20"/>
          <p:cNvSpPr txBox="1"/>
          <p:nvPr/>
        </p:nvSpPr>
        <p:spPr>
          <a:xfrm>
            <a:off x="601966" y="1978309"/>
            <a:ext cx="10594552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 i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CH" dirty="0"/>
              <a:t>Pa – da –   Mu      </a:t>
            </a:r>
            <a:r>
              <a:rPr lang="fr-CH" dirty="0" err="1"/>
              <a:t>ba</a:t>
            </a:r>
            <a:r>
              <a:rPr lang="fr-CH" dirty="0"/>
              <a:t> –   tu     </a:t>
            </a:r>
            <a:r>
              <a:rPr lang="fr-CH" dirty="0" err="1"/>
              <a:t>za</a:t>
            </a:r>
            <a:r>
              <a:rPr lang="fr-CH" dirty="0"/>
              <a:t> – man,</a:t>
            </a:r>
            <a:endParaRPr dirty="0"/>
          </a:p>
        </p:txBody>
      </p:sp>
      <p:sp>
        <p:nvSpPr>
          <p:cNvPr id="109" name="TextBox 13"/>
          <p:cNvSpPr txBox="1"/>
          <p:nvPr/>
        </p:nvSpPr>
        <p:spPr>
          <a:xfrm>
            <a:off x="653734" y="3708258"/>
            <a:ext cx="11241404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CH" dirty="0"/>
              <a:t>Tu  </a:t>
            </a:r>
            <a:r>
              <a:rPr lang="fr-CH" dirty="0" err="1"/>
              <a:t>Dich</a:t>
            </a:r>
            <a:r>
              <a:rPr lang="fr-CH" dirty="0"/>
              <a:t>  </a:t>
            </a:r>
            <a:r>
              <a:rPr lang="fr-CH" dirty="0" err="1"/>
              <a:t>auf</a:t>
            </a:r>
            <a:r>
              <a:rPr lang="fr-CH" dirty="0"/>
              <a:t>    </a:t>
            </a:r>
            <a:r>
              <a:rPr lang="fr-CH" dirty="0" err="1"/>
              <a:t>und</a:t>
            </a:r>
            <a:r>
              <a:rPr lang="fr-CH" dirty="0"/>
              <a:t>   ber – </a:t>
            </a:r>
            <a:r>
              <a:rPr lang="fr-CH" dirty="0" err="1"/>
              <a:t>ge</a:t>
            </a:r>
            <a:r>
              <a:rPr lang="fr-CH" dirty="0"/>
              <a:t>       </a:t>
            </a:r>
            <a:r>
              <a:rPr lang="fr-CH" dirty="0" err="1"/>
              <a:t>mich</a:t>
            </a:r>
            <a:r>
              <a:rPr lang="fr-CH" dirty="0"/>
              <a:t>!</a:t>
            </a:r>
            <a:endParaRPr dirty="0"/>
          </a:p>
        </p:txBody>
      </p:sp>
      <p:sp>
        <p:nvSpPr>
          <p:cNvPr id="110" name="TextBox 15"/>
          <p:cNvSpPr txBox="1"/>
          <p:nvPr/>
        </p:nvSpPr>
        <p:spPr>
          <a:xfrm>
            <a:off x="654514" y="2986427"/>
            <a:ext cx="1124140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Parnumation 3"/>
                <a:ea typeface="Parnumation 3"/>
                <a:cs typeface="Parnumation 3"/>
                <a:sym typeface="Parnumation 3"/>
              </a:defRPr>
            </a:lvl1pPr>
          </a:lstStyle>
          <a:p>
            <a:r>
              <a:rPr lang="fr-CH" dirty="0"/>
              <a:t>J1jj </a:t>
            </a:r>
            <a:r>
              <a:rPr lang="fr-CH" dirty="0" err="1"/>
              <a:t>k.k</a:t>
            </a:r>
            <a:r>
              <a:rPr lang="fr-CH" dirty="0"/>
              <a:t> 2 | 3 </a:t>
            </a:r>
            <a:r>
              <a:rPr lang="fr-CH" dirty="0" err="1"/>
              <a:t>j.j</a:t>
            </a:r>
            <a:r>
              <a:rPr lang="fr-CH" dirty="0"/>
              <a:t> 2   j1j j j u  | 1 . +</a:t>
            </a:r>
          </a:p>
        </p:txBody>
      </p:sp>
      <p:sp>
        <p:nvSpPr>
          <p:cNvPr id="111" name="TextBox 16"/>
          <p:cNvSpPr txBox="1"/>
          <p:nvPr/>
        </p:nvSpPr>
        <p:spPr>
          <a:xfrm>
            <a:off x="664107" y="4221841"/>
            <a:ext cx="10594552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4000" b="1" i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</a:lstStyle>
          <a:p>
            <a:r>
              <a:rPr lang="fr-CH" dirty="0"/>
              <a:t>a –  </a:t>
            </a:r>
            <a:r>
              <a:rPr lang="fr-CH" dirty="0" err="1"/>
              <a:t>ku</a:t>
            </a:r>
            <a:r>
              <a:rPr lang="fr-CH" dirty="0"/>
              <a:t>     min – ta     lin –  </a:t>
            </a:r>
            <a:r>
              <a:rPr lang="fr-CH" dirty="0" err="1"/>
              <a:t>dung</a:t>
            </a:r>
            <a:r>
              <a:rPr lang="fr-CH" dirty="0"/>
              <a:t> – an.</a:t>
            </a:r>
            <a:endParaRPr dirty="0"/>
          </a:p>
        </p:txBody>
      </p:sp>
      <p:sp>
        <p:nvSpPr>
          <p:cNvPr id="2" name="TextBox 10">
            <a:extLst>
              <a:ext uri="{FF2B5EF4-FFF2-40B4-BE49-F238E27FC236}">
                <a16:creationId xmlns:a16="http://schemas.microsoft.com/office/drawing/2014/main" id="{E591D9F5-D767-C68B-AB6D-689F0253F19C}"/>
              </a:ext>
            </a:extLst>
          </p:cNvPr>
          <p:cNvSpPr txBox="1"/>
          <p:nvPr/>
        </p:nvSpPr>
        <p:spPr>
          <a:xfrm>
            <a:off x="5370003" y="5931885"/>
            <a:ext cx="2011126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 err="1"/>
              <a:t>Rev</a:t>
            </a:r>
            <a:r>
              <a:rPr lang="fr-CH" dirty="0"/>
              <a:t>. A. M. </a:t>
            </a:r>
            <a:r>
              <a:rPr lang="fr-CH" dirty="0" err="1"/>
              <a:t>Toplady</a:t>
            </a:r>
            <a:endParaRPr lang="fr-CH" dirty="0"/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/>
              <a:t>tr. by P.W. </a:t>
            </a:r>
            <a:r>
              <a:rPr lang="fr-CH" dirty="0" err="1"/>
              <a:t>Bickel</a:t>
            </a:r>
            <a:endParaRPr dirty="0"/>
          </a:p>
          <a:p>
            <a:pPr>
              <a:defRPr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pPr>
            <a:r>
              <a:rPr lang="fr-CH" dirty="0"/>
              <a:t>Dr. Thomas Hastings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7884155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1_Office Theme">
  <a:themeElements>
    <a:clrScheme name="1_Office Theme">
      <a:dk1>
        <a:srgbClr val="000000"/>
      </a:dk1>
      <a:lt1>
        <a:srgbClr val="360606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1_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1_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1_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1_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1_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1384</Words>
  <Application>Microsoft Office PowerPoint</Application>
  <PresentationFormat>Widescreen</PresentationFormat>
  <Paragraphs>169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Parnumation 3</vt:lpstr>
      <vt:lpstr>Roboto Condensed</vt:lpstr>
      <vt:lpstr>1_Office Theme</vt:lpstr>
      <vt:lpstr>227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227</dc:title>
  <cp:lastModifiedBy>Martinus Abednego</cp:lastModifiedBy>
  <cp:revision>26</cp:revision>
  <cp:lastPrinted>2023-07-08T17:56:53Z</cp:lastPrinted>
  <dcterms:modified xsi:type="dcterms:W3CDTF">2023-07-08T18:24:55Z</dcterms:modified>
</cp:coreProperties>
</file>