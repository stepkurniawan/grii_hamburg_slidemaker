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45" r:id="rId2"/>
    <p:sldId id="446" r:id="rId3"/>
    <p:sldId id="447" r:id="rId4"/>
    <p:sldId id="448" r:id="rId5"/>
    <p:sldId id="449" r:id="rId6"/>
    <p:sldId id="450" r:id="rId7"/>
    <p:sldId id="451" r:id="rId8"/>
    <p:sldId id="456" r:id="rId9"/>
    <p:sldId id="457" r:id="rId10"/>
    <p:sldId id="452" r:id="rId11"/>
    <p:sldId id="453" r:id="rId12"/>
    <p:sldId id="458" r:id="rId13"/>
    <p:sldId id="459" r:id="rId14"/>
    <p:sldId id="454" r:id="rId15"/>
    <p:sldId id="455" r:id="rId16"/>
    <p:sldId id="460" r:id="rId17"/>
    <p:sldId id="461" r:id="rId18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6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2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92203-8B88-47F4-A063-3B196B6AC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B74F5-6C0E-4647-BD9D-08F46F0CD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00AC9-BC04-4E39-A27C-BE6101457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15/05/2023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267E9-287C-4998-9348-A732C3E6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12D58-9E51-4700-8598-D196E70C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029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589C-36F6-457A-908C-B7A60684A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55A8E-21D3-4D58-B4D2-1AD2E4136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A591F-FDB9-43EB-A3CD-E94FB3482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15/05/2023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2B9F1-531F-4ED4-B299-820286CE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8173A-F122-4AE9-8254-6C1D9E43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7510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6F267-F511-4BEB-8F48-CF6A6589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8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924EF-4F1F-4145-B79F-6F8CF53A8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DE729-6B1C-4AB2-8A8A-41A9D00C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15/05/2023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403A8-0539-4F3B-8285-43D54DE8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1C58E-49BE-4BD2-AD5F-793F07CE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90252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2DC6-D4E4-4F63-86D5-F37831A8A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DA52-2E4E-4FE5-8C9F-CF23D92EF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0D941-9C61-4898-9224-4F8454A35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CCC77-9BCA-400D-8F55-0E70D3EE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15/05/2023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E56F6-FCCB-44F6-9795-C0F420A55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D92AB-7098-446A-8915-EB7EB095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0456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EF8F-5D2C-4D02-9A45-1BCB0804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53FF-B1DE-4D01-BD31-33F7AF24D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AB1EB-F2E9-4A8C-8D10-8A011C27C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3D4EA-4E92-4E88-837F-B9CF6F28D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92C3F-1902-4B40-AB8F-E89200964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4314B-4B1B-493A-9C6A-82A70EE69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15/05/2023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566BF8-7782-432B-9932-EAF15465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86AB63-B15C-4AA3-9D69-8FAC60C9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309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44EC-21C5-42B1-9975-818D52A88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2F768D-FBEE-4A88-AA31-25AED3AF1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15/05/2023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BC78-2186-4C83-B40C-80047D676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E6762-BC47-4226-B78D-674BB4EC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1786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360B9-ABBD-454E-90C1-A344C9CD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15/05/2023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BCF27D-8D6C-4C30-A5AC-33A0896EE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EE1D8-9EA3-4117-99FB-FC6BA15C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6068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0649-6562-4AF3-89EB-B7C002F4A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24653-DA81-420C-8BD2-F4CDE48C7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A4166-857F-4EEA-B320-7F2D4285B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FBA87-4407-4894-97C3-774B1BDA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15/05/2023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9CAB2-4C13-4EF9-A511-48EE9D31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4A4B0-8DF4-4A74-9A3E-B1BACDB6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7174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69D3F-EB57-4DA3-A81B-64C50F2F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124686-8750-494B-8519-B9572E46D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F455E-F0C1-41C3-A7C0-AD961E250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BB696-C73D-4275-BFE3-15E6F4474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15/05/2023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18F25-8600-4207-894D-B8139E22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5E59F-476C-4B9D-9968-0F295C27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4479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B5C4-B6EE-4B37-9014-127C3DEBA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2D6EB-BEC0-4127-8942-0263CF6D1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3BFB-5EE0-4ABA-B7C2-4E7D12A6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15/05/2023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3DBA1-27EB-4601-8E74-575A1C1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71B97-130D-4798-8BF7-DA11C713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94881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70B6A-0D19-49F8-AE2E-ABE46EBFA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14B30-E6C2-472C-9132-F2405EFB9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E45DD-BD71-4687-95F1-347DE12A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15/05/2023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77038-F7F3-4406-9FE7-2057C38C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14187-90F3-48D3-87AF-87101644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00861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E44D8-C9B7-42DB-BEE3-5781BD2DA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A8D00-1E35-4D95-83F6-07837CB45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F4C8B-B80D-4CAD-A0E8-DFF528C34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F81C3-17D7-4495-ADD9-B7518327B56D}" type="datetimeFigureOut">
              <a:rPr lang="id-ID" smtClean="0"/>
              <a:t>15/05/2023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C5856-5581-4CCA-9C54-BECF3C57D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B7E1C-4E26-4DDA-B571-0AA69CA69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18820466-B3F3-A58A-0B5C-4DE4F08C75D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7474" y="5383635"/>
            <a:ext cx="868823" cy="147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93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B3DB9-F3E1-4895-B901-72F515DD3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126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42EBF-5242-436B-BE15-67DEDC9FB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3067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918898" y="1388263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Sen– de    </a:t>
            </a:r>
            <a:r>
              <a:rPr lang="en-GB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uns</a:t>
            </a: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</a:t>
            </a:r>
            <a:r>
              <a:rPr lang="en-GB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Strö</a:t>
            </a: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– me     </a:t>
            </a:r>
            <a:r>
              <a:rPr lang="en-GB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voll</a:t>
            </a: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Se –        gen </a:t>
            </a:r>
            <a:endParaRPr lang="sv-SE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SENDE UNS STRÖME VOLL SEGEN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(HUJAN BERKAT AKAN TURUN)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2404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SHOWERS OF BLESSING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3163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D. W. Whittle tr. by E. C.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Magaret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McGranahan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Jt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jtj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t  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jtj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jyj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u | j1j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Jtj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|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879567" y="1979323"/>
            <a:ext cx="10592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Ju –   ru – s’la – mat   men – jan –  ji -          kan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879567" y="3686142"/>
            <a:ext cx="11904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nie– der,    o      Hei – li –     ger   Geist, </a:t>
            </a:r>
            <a:endParaRPr lang="en-GB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Ju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u  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2 | jz1xj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xj.xj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x.x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x cJ1j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|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980154" y="4277202"/>
            <a:ext cx="1084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 – ngi – rim– kan   Roh     Ku – dus;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603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658839" y="1388263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dass   sie    die    Her– zen      be – we –        gen </a:t>
            </a:r>
            <a:endParaRPr lang="sv-SE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SENDE UNS STRÖME VOLL SEGEN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(HUJAN BERKAT AKAN TURUN)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2404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SHOWERS OF BLESSING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3163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D. W. Whittle tr. by E. C.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Magaret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McGranahan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Jy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jyj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y  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y |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jtj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 J1j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|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879567" y="1979323"/>
            <a:ext cx="10592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Ji –   wa     ki –   ta      di –     se –  gar –       kan,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879567" y="3686142"/>
            <a:ext cx="11904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wie    es    Dein  Wort  uns     ver – heisst.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J1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1  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1 | jz2xj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xj.xj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x.x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x cJ2j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|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980154" y="4277202"/>
            <a:ext cx="1084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i –    tu     ber – kat    se –     ja –    ti.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034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876953" y="1388263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Strö –             me      voll    Se –        gen </a:t>
            </a:r>
            <a:endParaRPr lang="de-DE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SENDE UNS STRÖME VOLL SEGEN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(HUJAN BERKAT AKAN TURUN)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2404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SHOWERS OF BLESSING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3163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D. W. Whittle tr. by E. C.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Magaret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McGranahan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Jz3jx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jx.jx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x.x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cj3j j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j/2j j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| j1j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. 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Jtj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j.jj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. |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R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879567" y="1979323"/>
            <a:ext cx="10592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Hu –              jan       ber – kat –       Mu,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787288" y="3686142"/>
            <a:ext cx="11904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Trop– fen   ge –  nü – gen     uns    nicht;</a:t>
            </a:r>
            <a:endParaRPr lang="en-GB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J3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j2j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1  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1 | jz2xj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xj.xj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x.x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x cJ2j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|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980154" y="4277202"/>
            <a:ext cx="1084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i –    tu    yang   ka –  mi       per –  lu.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123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876953" y="1388263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sen – de    uns «gnä – di –    ge      Re –       gen», </a:t>
            </a:r>
            <a:endParaRPr lang="de-DE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SENDE UNS STRÖME VOLL SEGEN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(HUJAN BERKAT AKAN TURUN)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2404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SHOWERS OF BLESSING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3163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D. W. Whittle tr. by E. C.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Magaret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McGranahan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J3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j3j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3   j2j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y |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jtj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 J1j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|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R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879567" y="1979323"/>
            <a:ext cx="10592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Rah– mat  yang  ber– g’ri –   mis     tu –         run,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879567" y="3686142"/>
            <a:ext cx="11904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wie    es    Dein  Wort   uns     ver – spricht. </a:t>
            </a:r>
            <a:endParaRPr lang="sv-SE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Ju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u  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2 | jz1xj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xj.xj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x.x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x cJ1j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+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980154" y="4277202"/>
            <a:ext cx="1084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ta –   pi      hu –  jan    ‘ku –   rin –   du.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545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SENDE UNS STRÖME VOLL SEGEN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(HUJAN BERKAT AKAN TURUN)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2404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SHOWERS OF BLESSING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3163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D. W. Whittle tr. by E. C.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Magaret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McGranahan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Jt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jtj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t  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jtj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jyj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u | j1j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Jtj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|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879567" y="1979323"/>
            <a:ext cx="10592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Hu –  jan    ber – kat     a –    kan     tu –         run,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879567" y="3686142"/>
            <a:ext cx="11904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sü – sse     Er – quik– kung  der    Welt, </a:t>
            </a:r>
            <a:endParaRPr lang="it-IT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Ju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u  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2 | jz1xj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xj.xj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x.x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x cJ1j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|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980154" y="4277202"/>
            <a:ext cx="1084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hi – dup   kem – ba –   li         se – gar;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1A2AF-9ACC-E2E5-9D6C-891F14F59695}"/>
              </a:ext>
            </a:extLst>
          </p:cNvPr>
          <p:cNvSpPr txBox="1"/>
          <p:nvPr/>
        </p:nvSpPr>
        <p:spPr>
          <a:xfrm>
            <a:off x="918898" y="1388263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Sen– de    </a:t>
            </a:r>
            <a:r>
              <a:rPr lang="en-GB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uns</a:t>
            </a: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</a:t>
            </a:r>
            <a:r>
              <a:rPr lang="en-GB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Strö</a:t>
            </a: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– me     </a:t>
            </a:r>
            <a:r>
              <a:rPr lang="en-GB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voll</a:t>
            </a: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Se –        gen </a:t>
            </a:r>
            <a:endParaRPr lang="sv-SE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395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876953" y="1388263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mäch–tig– lich  rau–schend ent – ge –         gen</a:t>
            </a:r>
            <a:endParaRPr lang="en-GB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SENDE UNS STRÖME VOLL SEGEN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(HUJAN BERKAT AKAN TURUN)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2404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SHOWERS OF BLESSING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3163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D. W. Whittle tr. by E. C.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Magaret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McGranahan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Jy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jyj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y  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y |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jtj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 J1j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|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879567" y="1979323"/>
            <a:ext cx="10592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Di       a –   tas    bu –  kit       dan    lem –       bah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753732" y="3686142"/>
            <a:ext cx="11904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ü –  ber    das   dür– sten –  de    Feld. </a:t>
            </a:r>
            <a:endParaRPr lang="pt-BR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J1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1  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1 | jz2xj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xj.xj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x.x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x cJ2j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|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980154" y="4277202"/>
            <a:ext cx="1084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bu – nyi     de –  rai    ter –    de –  ngar. 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320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876953" y="1388263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Strö –             me      voll    Se –        gen </a:t>
            </a:r>
            <a:endParaRPr lang="de-DE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SENDE UNS STRÖME VOLL SEGEN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(HUJAN BERKAT AKAN TURUN)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2404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SHOWERS OF BLESSING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3163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D. W. Whittle tr. by E. C.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Magaret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McGranahan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Jz3jx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jx.jx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x.x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cj3j j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j/2j j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| j1j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. 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Jtj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j.jj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. |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R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879567" y="1979323"/>
            <a:ext cx="10592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Hu –              jan       ber – kat –       Mu,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787288" y="3686142"/>
            <a:ext cx="11904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Trop– fen   ge –  nü – gen     uns    nicht;</a:t>
            </a:r>
            <a:endParaRPr lang="en-GB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J3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j2j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1  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1 | jz2xj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xj.xj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x.x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x cJ2j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|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980154" y="4277202"/>
            <a:ext cx="1084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i –    tu    yang   ka –  mi       per –  lu.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837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876953" y="1388263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sen – de    uns «gnä – di –    ge      Re –       gen», </a:t>
            </a:r>
            <a:endParaRPr lang="de-DE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SENDE UNS STRÖME VOLL SEGEN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(HUJAN BERKAT AKAN TURUN)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2404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SHOWERS OF BLESSING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3163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D. W. Whittle tr. by E. C.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Magaret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McGranahan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J3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j3j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3   j2j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y |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jtj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 J1j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|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R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879567" y="1979323"/>
            <a:ext cx="10592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Rah– mat  yang  ber– g’ri –   mis     tu –         run,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879567" y="3686142"/>
            <a:ext cx="11904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wie    es    Dein  Wort   uns     ver – spricht. </a:t>
            </a:r>
            <a:endParaRPr lang="sv-SE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Ju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u  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2 | jz1xj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xj.xj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x.x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x cJ1j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+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980154" y="4277202"/>
            <a:ext cx="1084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ta –   pi      hu –  jan    ‘ku –   rin –   du.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64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SENDE UNS STRÖME VOLL SEGEN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(HUJAN BERKAT AKAN TURUN)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2404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SHOWERS OF BLESSING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3163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D. W. Whittle tr. by E. C.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Magaret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McGranahan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Jt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jtj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t  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jtj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jyj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u | j1j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Jtj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|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879567" y="1979323"/>
            <a:ext cx="10592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Hu –  jan    ber – kat     a –    kan     tu –         run,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770510" y="3686142"/>
            <a:ext cx="11904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Hei– land, Dein   Er –  be       ver – dorrt,</a:t>
            </a:r>
            <a:endParaRPr lang="en-GB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Ju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u  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2 | jz1xj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xj.xj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x.x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x cJ1j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|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980154" y="4277202"/>
            <a:ext cx="1084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ki –   ni      ka –  mi     ber –    se –  ru,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BE3AAD-FBEF-991A-CEE2-BDF7CC983231}"/>
              </a:ext>
            </a:extLst>
          </p:cNvPr>
          <p:cNvSpPr txBox="1"/>
          <p:nvPr/>
        </p:nvSpPr>
        <p:spPr>
          <a:xfrm>
            <a:off x="918898" y="1388263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Sen– de    </a:t>
            </a:r>
            <a:r>
              <a:rPr lang="en-GB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uns</a:t>
            </a: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</a:t>
            </a:r>
            <a:r>
              <a:rPr lang="en-GB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Strö</a:t>
            </a: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– me     </a:t>
            </a:r>
            <a:r>
              <a:rPr lang="en-GB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voll</a:t>
            </a: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Se –        gen </a:t>
            </a:r>
            <a:endParaRPr lang="sv-SE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166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700784" y="1388263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komm, es     in     Gna–den      zu     pfle –      gen, </a:t>
            </a:r>
            <a:endParaRPr lang="en-GB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SENDE UNS STRÖME VOLL SEGEN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(HUJAN BERKAT AKAN TURUN)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2404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SHOWERS OF BLESSING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3163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D. W. Whittle tr. by E. C.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Magaret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McGranahan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Jy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jyj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y  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y |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jtj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 J1j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|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879567" y="1979323"/>
            <a:ext cx="10592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"B’ri– lah    de –ngan   lim –   pah    ru –         ah 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770510" y="3686142"/>
            <a:ext cx="11904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eh –  re    Dein  gött – li –   ches   Wort.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J1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1  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1 | jz2xj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xj.xj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x.x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x cJ2j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|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980154" y="4277202"/>
            <a:ext cx="1084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 –   gar     ge – nap   Sab –   da –  Mu!"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363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876953" y="1388263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Strö –             me      voll    Se –        gen </a:t>
            </a:r>
            <a:endParaRPr lang="de-DE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SENDE UNS STRÖME VOLL SEGEN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(HUJAN BERKAT AKAN TURUN)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2404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SHOWERS OF BLESSING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3163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D. W. Whittle tr. by E. C.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Magaret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McGranahan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Jz3jx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jx.jx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x.x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cj3j j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j/2j j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| j1j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. 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Jtj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j.jj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. |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R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879567" y="1979323"/>
            <a:ext cx="10592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Hu –              jan       ber – kat –       Mu,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787288" y="3686142"/>
            <a:ext cx="11904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Trop– fen   ge –  nü – gen     uns    nicht;</a:t>
            </a:r>
            <a:endParaRPr lang="en-GB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J3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j2j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1  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1 | jz2xj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xj.xj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x.x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x cJ2j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|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980154" y="4277202"/>
            <a:ext cx="1084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i –    tu    yang   ka –  mi       per –  lu.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561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876953" y="1388263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sen – de    uns «gnä – di –    ge      Re –       gen», </a:t>
            </a:r>
            <a:endParaRPr lang="de-DE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SENDE UNS STRÖME VOLL SEGEN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(HUJAN BERKAT AKAN TURUN)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2404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SHOWERS OF BLESSING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3163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D. W. Whittle tr. by E. C.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Magaret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McGranahan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J3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j3j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3   j2j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y |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jtj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 J1j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|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R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879567" y="1979323"/>
            <a:ext cx="10592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Rah– mat  yang  ber– g’ri –   mis     tu –         run,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879567" y="3686142"/>
            <a:ext cx="11904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wie    es    Dein  Wort   uns     ver – spricht. </a:t>
            </a:r>
            <a:endParaRPr lang="sv-SE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Ju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u  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2 | jz1xj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xj.xj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x.x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x cJ1j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+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980154" y="4277202"/>
            <a:ext cx="1084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ta –   pi      hu –  jan    ‘ku –   rin –   du.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405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SENDE UNS STRÖME VOLL SEGEN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(HUJAN BERKAT AKAN TURUN)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2404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SHOWERS OF BLESSING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3163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D. W. Whittle tr. by E. C.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Magaret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McGranahan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Jt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jtj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t  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jtj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jyj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u | j1j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Jtj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|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4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879567" y="1979323"/>
            <a:ext cx="10592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Hu –  jan    ber – kat     a –    kan     tu –         run,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879567" y="3686142"/>
            <a:ext cx="11904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lass  sie    uns    heu – te      noch   sehn,</a:t>
            </a:r>
            <a:endParaRPr lang="en-GB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Ju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u  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2 | jz1xj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xj.xj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x.x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x cJ1j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|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980154" y="4277202"/>
            <a:ext cx="1084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pas– ti       di –   ge – nap –    i –    Nya,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35CAF5-7E8B-5008-5A25-4F17B837F551}"/>
              </a:ext>
            </a:extLst>
          </p:cNvPr>
          <p:cNvSpPr txBox="1"/>
          <p:nvPr/>
        </p:nvSpPr>
        <p:spPr>
          <a:xfrm>
            <a:off x="918898" y="1388263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Sen– de    </a:t>
            </a:r>
            <a:r>
              <a:rPr lang="en-GB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uns</a:t>
            </a: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</a:t>
            </a:r>
            <a:r>
              <a:rPr lang="en-GB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Strö</a:t>
            </a: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– me     </a:t>
            </a:r>
            <a:r>
              <a:rPr lang="en-GB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voll</a:t>
            </a:r>
            <a:r>
              <a:rPr lang="en-GB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Se –        gen </a:t>
            </a:r>
            <a:endParaRPr lang="sv-SE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732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809841" y="1388263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dass  sich  die Schlum-mern-den   re –         gen;</a:t>
            </a:r>
            <a:endParaRPr lang="en-GB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SENDE UNS STRÖME VOLL SEGEN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(HUJAN BERKAT AKAN TURUN)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2404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SHOWERS OF BLESSING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3163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D. W. Whittle tr. by E. C.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Magaret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McGranahan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Jy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jyj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y  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y |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jtj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 J1j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|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4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879567" y="1979323"/>
            <a:ext cx="10592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a –   tas     u –   mat   te –     bus– an –         Nya,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879567" y="3686142"/>
            <a:ext cx="11904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Je –  sus,  ver – </a:t>
            </a:r>
            <a:r>
              <a:rPr lang="es-E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nimm</a:t>
            </a:r>
            <a:r>
              <a:rPr lang="es-E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un –   ser    </a:t>
            </a:r>
            <a:r>
              <a:rPr lang="es-E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Flehn</a:t>
            </a:r>
            <a:r>
              <a:rPr lang="es-E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 </a:t>
            </a:r>
            <a:endParaRPr lang="de-DE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J1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1  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1 | jz2xj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xj.xj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x.x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x cJ2j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|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871097" y="4277202"/>
            <a:ext cx="1084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yang  ber – se –   ru     pa –     da –  Nya.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669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876953" y="1388263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Strö –             me      voll    Se –        gen </a:t>
            </a:r>
            <a:endParaRPr lang="de-DE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SENDE UNS STRÖME VOLL SEGEN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(HUJAN BERKAT AKAN TURUN)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2404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SHOWERS OF BLESSING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3163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D. W. Whittle tr. by E. C.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Magaret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McGranahan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Jz3jx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jx.jx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x.x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cj3j j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j/2j j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| j1j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. 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Jtj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j.jj</a:t>
            </a: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. |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R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879567" y="1979323"/>
            <a:ext cx="10592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Hu –              jan       ber – kat –       Mu,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787288" y="3686142"/>
            <a:ext cx="11904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Trop– fen   ge –  nü – gen     uns    nicht;</a:t>
            </a:r>
            <a:endParaRPr lang="en-GB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J3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j2j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1  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1 | jz2xj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xj.xj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x.x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x cJ2j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|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980154" y="4277202"/>
            <a:ext cx="1084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i –    tu    yang   ka –  mi       per –  lu.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826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876953" y="1388263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sen – de    uns «gnä – di –    ge      Re –       gen», </a:t>
            </a:r>
            <a:endParaRPr lang="de-DE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SENDE UNS STRÖME VOLL SEGEN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(HUJAN BERKAT AKAN TURUN)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2404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SHOWERS OF BLESSING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3163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D. W. Whittle tr. by E. C.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Magaret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James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McGranahan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J3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j3j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3   j2j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y |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jtj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 J1j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|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R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879567" y="1979323"/>
            <a:ext cx="10592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Rah– mat  yang  ber– g’ri –   mis     tu –         run,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879567" y="3686142"/>
            <a:ext cx="11904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wie    es    Dein  Wort   uns     ver – spricht. </a:t>
            </a:r>
            <a:endParaRPr lang="sv-SE" sz="36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Ju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u  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juj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j1j 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2 | jz1xj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xj.xj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x.x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x cJ1j </a:t>
            </a:r>
            <a:r>
              <a:rPr lang="en-GB" sz="3200" dirty="0" err="1">
                <a:solidFill>
                  <a:prstClr val="white"/>
                </a:solidFill>
                <a:latin typeface="Parnumation 3" pitchFamily="2" charset="0"/>
              </a:rPr>
              <a:t>j.jj</a:t>
            </a:r>
            <a:r>
              <a:rPr lang="en-GB" sz="3200" dirty="0">
                <a:solidFill>
                  <a:prstClr val="white"/>
                </a:solidFill>
                <a:latin typeface="Parnumation 3" pitchFamily="2" charset="0"/>
              </a:rPr>
              <a:t> . +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980154" y="4277202"/>
            <a:ext cx="1084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ta –   pi      hu –  jan    ‘ku –   rin –   du.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39152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2191</Words>
  <Application>Microsoft Office PowerPoint</Application>
  <PresentationFormat>Widescreen</PresentationFormat>
  <Paragraphs>209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Parnumation 3</vt:lpstr>
      <vt:lpstr>Roboto Condensed</vt:lpstr>
      <vt:lpstr>1_Office Theme</vt:lpstr>
      <vt:lpstr>126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>Bobby Simarmata</dc:creator>
  <cp:lastModifiedBy>Martinus Abednego</cp:lastModifiedBy>
  <cp:revision>111</cp:revision>
  <dcterms:created xsi:type="dcterms:W3CDTF">2021-06-24T21:29:51Z</dcterms:created>
  <dcterms:modified xsi:type="dcterms:W3CDTF">2023-05-15T21:59:00Z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2023-03-30T21:41:16Z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76e0d05b-d537-408d-89f2-9b6ed9ecb425</vt:lpwstr>
  </property>
  <property fmtid="{D5CDD505-2E9C-101B-9397-08002B2CF9AE}" pid="8" name="MSIP_Label_604be5fb-a727-4de8-9a0b-2318b3ae9b1b_ContentBits">
    <vt:lpwstr>0</vt:lpwstr>
  </property>
</Properties>
</file>