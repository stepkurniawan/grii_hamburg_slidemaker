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BBB6F2-506D-3A6A-3786-56B8CE60AC85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62DF34-8CF0-897B-020D-4B0C053672C1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61B9343C-1F73-67E6-7B76-64133217CB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5660B-C0B4-AF86-FD0A-122957AC5C36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9196E0-F431-593D-4572-B5EE86CDDFEF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918673BA-4718-3415-32AD-7EA37FE248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6F1F6A-B81B-60A7-7474-DB7F4E3C2C77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6C0469-3F41-5030-8183-42CD9150CD44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2" name="Picture 11" descr="Logo&#10;&#10;Description automatically generated">
              <a:extLst>
                <a:ext uri="{FF2B5EF4-FFF2-40B4-BE49-F238E27FC236}">
                  <a16:creationId xmlns:a16="http://schemas.microsoft.com/office/drawing/2014/main" id="{BB987DBF-AB3D-3E8D-9276-945195CC3F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139ED0-BDC7-C672-AF1F-35CE7B1D007B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CAA86F-A722-2C54-8464-C6531B0570F1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8" name="Picture 7" descr="Logo&#10;&#10;Description automatically generated">
              <a:extLst>
                <a:ext uri="{FF2B5EF4-FFF2-40B4-BE49-F238E27FC236}">
                  <a16:creationId xmlns:a16="http://schemas.microsoft.com/office/drawing/2014/main" id="{F8FC8E4B-0F8A-B055-99DC-FF92B27F18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8D5660-BD0A-4F0F-5C83-E5E70DF91B55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99C3F8-FBB1-FB7E-021D-39157B0B4D68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7" name="Picture 6" descr="Logo&#10;&#10;Description automatically generated">
              <a:extLst>
                <a:ext uri="{FF2B5EF4-FFF2-40B4-BE49-F238E27FC236}">
                  <a16:creationId xmlns:a16="http://schemas.microsoft.com/office/drawing/2014/main" id="{B4FB8DA0-4545-1E6E-8B8A-E5CB6947F0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C42917-655C-BBE7-F8A1-3DB814E2DD11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95C2A1-F7FB-CEC3-B616-18195F84FD70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62C45C06-BD1B-8557-FCAC-32DF2EC93F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F4B5BE-B8F2-3AB4-F6F0-3DBC52DF3DF3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1105D7-41B5-6D51-929B-F8F29AD93CD5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5B83D5F6-36F8-7DD4-5CBB-AAAA8F2CED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8E946CF-4279-8F15-5A01-AC7C06063784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E7E2D8-D0BE-8235-EAFF-FB28A8653A23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3B96144A-5E4A-F455-14B2-01C835E56F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73E060-F179-6663-AE2D-AEEB29D2615D}"/>
              </a:ext>
            </a:extLst>
          </p:cNvPr>
          <p:cNvGrpSpPr/>
          <p:nvPr userDrawn="1"/>
        </p:nvGrpSpPr>
        <p:grpSpPr>
          <a:xfrm>
            <a:off x="148856" y="5252484"/>
            <a:ext cx="903767" cy="1602710"/>
            <a:chOff x="148856" y="5252484"/>
            <a:chExt cx="903767" cy="16027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567DCE-4223-0B3E-8646-24743A8428DA}"/>
                </a:ext>
              </a:extLst>
            </p:cNvPr>
            <p:cNvSpPr/>
            <p:nvPr userDrawn="1"/>
          </p:nvSpPr>
          <p:spPr>
            <a:xfrm>
              <a:off x="148856" y="5252484"/>
              <a:ext cx="903767" cy="1500187"/>
            </a:xfrm>
            <a:prstGeom prst="rect">
              <a:avLst/>
            </a:prstGeom>
            <a:solidFill>
              <a:srgbClr val="360606"/>
            </a:solidFill>
            <a:ln>
              <a:solidFill>
                <a:srgbClr val="36060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73AFB843-9F82-22BE-53D2-7832FE4B6C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56" y="5355007"/>
              <a:ext cx="884039" cy="150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17/12/2022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7AA7A0-F279-45C7-8A9B-51F082EEF47C}"/>
              </a:ext>
            </a:extLst>
          </p:cNvPr>
          <p:cNvGrpSpPr/>
          <p:nvPr userDrawn="1"/>
        </p:nvGrpSpPr>
        <p:grpSpPr>
          <a:xfrm>
            <a:off x="47461" y="5423232"/>
            <a:ext cx="1158776" cy="1357134"/>
            <a:chOff x="130903" y="5378106"/>
            <a:chExt cx="1158776" cy="135713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699F698-6B14-4FA1-8360-9AC13C20D90C}"/>
                </a:ext>
              </a:extLst>
            </p:cNvPr>
            <p:cNvSpPr txBox="1"/>
            <p:nvPr userDrawn="1"/>
          </p:nvSpPr>
          <p:spPr>
            <a:xfrm>
              <a:off x="205989" y="6504408"/>
              <a:ext cx="10086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>
                  <a:solidFill>
                    <a:schemeClr val="bg1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Arial" panose="020B0604020202020204" pitchFamily="34" charset="0"/>
                </a:rPr>
                <a:t>PRII STOCKHOLM</a:t>
              </a:r>
              <a:endParaRPr lang="id-ID" sz="900" b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8" name="Picture 7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9E6AC39D-EFCE-4523-B401-0107798C24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duotone>
                <a:schemeClr val="bg2">
                  <a:shade val="45000"/>
                  <a:satMod val="135000"/>
                </a:schemeClr>
                <a:prstClr val="white"/>
              </a:duotone>
              <a:alphaModFix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artisticPaintStrokes/>
                      </a14:imgEffect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903" y="5378106"/>
              <a:ext cx="1158776" cy="1160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194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243788" y="747387"/>
            <a:ext cx="12098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5.5|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5..|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260565" y="2875082"/>
            <a:ext cx="1146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6  5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i1.2 3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216865" y="358831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  from whom  joy  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streameth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poor     in       a   man-ger      lies;</a:t>
            </a:r>
            <a:endParaRPr lang="en-US" sz="30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108995" y="2002696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Ber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-la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 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mer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du            pe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nuh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de-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ngan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syu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kur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108066" y="1406011"/>
            <a:ext cx="11876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 sing   we, now   re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joice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 now  raise 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to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heav’n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our   voice;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228049" y="418090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Ju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s’la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mat    du   -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dan    Sur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Hi - dup  -  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mu,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127C1-6A35-386A-4E6F-78B3E2DC5A69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390543" y="3591069"/>
            <a:ext cx="98435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Thou  my   Sa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vior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art!                Thou  my    Sa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vior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art!</a:t>
            </a:r>
            <a:endParaRPr lang="en-US" sz="30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232465" y="2002696"/>
            <a:ext cx="10823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Ter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ring   di    pa  - lung  -  an      di      ma - lam yang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dus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290630" y="1406011"/>
            <a:ext cx="111637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not    so    bright -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ly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bea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meth   the    sun    in  yon - der    skies.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541281" y="4180183"/>
            <a:ext cx="9928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Ye  - sus   Pe -  ne -  bus,                 Ye - sus     Pe - ne  - bus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FBBDD-6AB8-9BA4-1549-B5CAAFA60817}"/>
              </a:ext>
            </a:extLst>
          </p:cNvPr>
          <p:cNvSpPr txBox="1"/>
          <p:nvPr/>
        </p:nvSpPr>
        <p:spPr>
          <a:xfrm>
            <a:off x="641019" y="2875082"/>
            <a:ext cx="1081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u|i1. .5.-.|3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2|i1..1.</a:t>
            </a:r>
            <a:r>
              <a:rPr lang="en-US" sz="3600" spc="-4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CA803-B870-E6A6-2CE0-1AE2DEA5D754}"/>
              </a:ext>
            </a:extLst>
          </p:cNvPr>
          <p:cNvSpPr txBox="1"/>
          <p:nvPr/>
        </p:nvSpPr>
        <p:spPr>
          <a:xfrm>
            <a:off x="419474" y="752999"/>
            <a:ext cx="115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i1.2 3..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D0B4E-D815-FF8F-BEDE-A955018B228B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53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330905" y="755661"/>
            <a:ext cx="1186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5.5|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5..|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428345" y="2875082"/>
            <a:ext cx="1146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6  5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i1.2 3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124586" y="358831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Cheer  my   wear-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ied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spi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- 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rit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O     pure  and  ho  - 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ly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Child;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226224" y="2002696"/>
            <a:ext cx="11356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O   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yang    le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mah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     ha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hi  -  bur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74510" y="1406011"/>
            <a:ext cx="11876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Come from  on  high    to    me;             I     can - not   rise   to      thee.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259309" y="418090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’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er -  kat       Mu,    cu  - rah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kan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kur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38A85-FB44-6DE6-0069-7BDE52352EC8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98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390543" y="3591069"/>
            <a:ext cx="98435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draw  me   un  -  to    Thee!            Draw   me    un  -  to   Thee!</a:t>
            </a:r>
            <a:endParaRPr lang="en-US" sz="30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227671" y="2002696"/>
            <a:ext cx="113047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Dan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bim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bing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ja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lan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di      da  -  lam  du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  a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172209" y="1406011"/>
            <a:ext cx="116603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thro’   Thy  grace  and     me   -  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rit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blest   Je - sus, Lord  most    m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ld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541281" y="4180183"/>
            <a:ext cx="9928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 ja    Mu -  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 a,                     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ja     Mu  -  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 a,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FBBDD-6AB8-9BA4-1549-B5CAAFA60817}"/>
              </a:ext>
            </a:extLst>
          </p:cNvPr>
          <p:cNvSpPr txBox="1"/>
          <p:nvPr/>
        </p:nvSpPr>
        <p:spPr>
          <a:xfrm>
            <a:off x="641019" y="2875082"/>
            <a:ext cx="1081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u|i1. .5.-.|3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2|i1..1.</a:t>
            </a:r>
            <a:r>
              <a:rPr lang="en-US" sz="3600" spc="-4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CA803-B870-E6A6-2CE0-1AE2DEA5D754}"/>
              </a:ext>
            </a:extLst>
          </p:cNvPr>
          <p:cNvSpPr txBox="1"/>
          <p:nvPr/>
        </p:nvSpPr>
        <p:spPr>
          <a:xfrm>
            <a:off x="395983" y="752999"/>
            <a:ext cx="1166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4|3..1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i1.2 3..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12DBB-44AE-56DC-0AB8-72D0C8A84988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01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243788" y="747387"/>
            <a:ext cx="12098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5.5|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 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4|i5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5..|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408609" y="2875082"/>
            <a:ext cx="1146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6  5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i1.2 3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222296" y="358831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Death  was   reigning     o’er    us  through  sin   and 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va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169958" y="2002696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  -  da    Mu  yang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lem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but,         ‘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da - tang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lut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108066" y="1406011"/>
            <a:ext cx="11876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 thro’  his Son  doth   shine      the   Fa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ther's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grace   di - vine.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290923" y="418090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Kau    me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nang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-gung   do   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se    -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ruh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u  -  mat -  Mu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036B9-A090-D212-67F6-839C2ACBE43B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13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440876" y="3591069"/>
            <a:ext cx="106158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May   we  praise  him    there!            May   we  praise  him    there!</a:t>
            </a:r>
            <a:endParaRPr lang="en-US" sz="3000" b="1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319950" y="2002696"/>
            <a:ext cx="10891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Dan  Kau   be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to    -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men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gan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me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lut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376514" y="1406011"/>
            <a:ext cx="11233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till    he      o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pened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for        us      a    bright  e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ter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441893" y="4180183"/>
            <a:ext cx="9928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‘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sem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bah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jud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           ‘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sem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bah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jud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FBBDD-6AB8-9BA4-1549-B5CAAFA60817}"/>
              </a:ext>
            </a:extLst>
          </p:cNvPr>
          <p:cNvSpPr txBox="1"/>
          <p:nvPr/>
        </p:nvSpPr>
        <p:spPr>
          <a:xfrm>
            <a:off x="641019" y="2875082"/>
            <a:ext cx="1081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|i1. .5.-.|3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|i1..1.</a:t>
            </a:r>
            <a:r>
              <a:rPr lang="en-US" sz="3600" spc="-4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CA803-B870-E6A6-2CE0-1AE2DEA5D754}"/>
              </a:ext>
            </a:extLst>
          </p:cNvPr>
          <p:cNvSpPr txBox="1"/>
          <p:nvPr/>
        </p:nvSpPr>
        <p:spPr>
          <a:xfrm>
            <a:off x="454706" y="752999"/>
            <a:ext cx="11425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6 5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|1.2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3..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CC8D2-D0C5-0A41-0342-FECF4DC5B069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94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83B68-D516-2A4F-5D99-CE77A2FA726B}"/>
              </a:ext>
            </a:extLst>
          </p:cNvPr>
          <p:cNvSpPr txBox="1"/>
          <p:nvPr/>
        </p:nvSpPr>
        <p:spPr>
          <a:xfrm>
            <a:off x="243788" y="747387"/>
            <a:ext cx="12098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sz="12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1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1 3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|i5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.6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5..|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C8CB3-DA7F-5822-B6C8-2F497EECF201}"/>
              </a:ext>
            </a:extLst>
          </p:cNvPr>
          <p:cNvSpPr txBox="1"/>
          <p:nvPr/>
        </p:nvSpPr>
        <p:spPr>
          <a:xfrm>
            <a:off x="495706" y="2875082"/>
            <a:ext cx="11467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28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6  5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2  3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|i1.2 3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216865" y="3588313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where  the    an - gels    sing -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ing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with   </a:t>
            </a:r>
            <a:r>
              <a:rPr lang="en-US" sz="24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    his  saints </a:t>
            </a:r>
            <a:r>
              <a:rPr lang="en-US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u  -  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nite</a:t>
            </a: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169958" y="2002696"/>
            <a:ext cx="11729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     sur  -  ga  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ber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ma,           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nyi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   glo -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a,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108066" y="1406011"/>
            <a:ext cx="11876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Oh, where shall  joy   be    found?      Where  but   on 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heav'nly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ground,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428351" y="4180903"/>
            <a:ext cx="110234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  -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ge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nap    ma -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lai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kat     me  -  mu -  ji       Tu  -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EFD9E-061C-3346-D6A6-518D063F489C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27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29746" y="538638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NOW SING WE, NOW REJOICE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(BERNYANYILAH MERDU)</a:t>
            </a:r>
            <a:endParaRPr kumimoji="0" lang="id-ID" sz="20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36890" y="5900533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6/4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DULCI JUNILO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DF555-09B4-D1DF-4FB4-B70BAFBBCF74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4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CA7DB-0E9F-BFCF-450A-606487C30290}"/>
              </a:ext>
            </a:extLst>
          </p:cNvPr>
          <p:cNvSpPr txBox="1"/>
          <p:nvPr/>
        </p:nvSpPr>
        <p:spPr>
          <a:xfrm>
            <a:off x="529886" y="3591069"/>
            <a:ext cx="100423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Oh,   that  we   were  there!            Oh,   that    we   were   there!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55640-1DC1-430B-AAEC-33FB66088508}"/>
              </a:ext>
            </a:extLst>
          </p:cNvPr>
          <p:cNvSpPr txBox="1"/>
          <p:nvPr/>
        </p:nvSpPr>
        <p:spPr>
          <a:xfrm>
            <a:off x="197635" y="1955677"/>
            <a:ext cx="111221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jah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dan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s’la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 mat  meng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-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du  -   </a:t>
            </a: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-  a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46F40A-60F7-0AEA-48AA-F6B9218573F2}"/>
              </a:ext>
            </a:extLst>
          </p:cNvPr>
          <p:cNvSpPr txBox="1"/>
          <p:nvPr/>
        </p:nvSpPr>
        <p:spPr>
          <a:xfrm>
            <a:off x="325469" y="1358992"/>
            <a:ext cx="11471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sweet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est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prai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ses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br</a:t>
            </a:r>
            <a:r>
              <a:rPr lang="en-US" sz="30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ng -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ing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in    </a:t>
            </a:r>
            <a:r>
              <a:rPr kumimoji="0" lang="en-US" sz="3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heav'nly</a:t>
            </a:r>
            <a:r>
              <a:rPr kumimoji="0" lang="en-US" sz="3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joy    and    light.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B9439-0894-6B31-75C3-ABB01EA1DB83}"/>
              </a:ext>
            </a:extLst>
          </p:cNvPr>
          <p:cNvSpPr txBox="1"/>
          <p:nvPr/>
        </p:nvSpPr>
        <p:spPr>
          <a:xfrm>
            <a:off x="506445" y="4180183"/>
            <a:ext cx="99281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s’la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ma - la - ma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               s</a:t>
            </a:r>
            <a:r>
              <a:rPr lang="en-US" sz="30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’la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ma -  la  -  ma  -  </a:t>
            </a:r>
            <a:r>
              <a:rPr kumimoji="0" lang="en-US" sz="30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FBBDD-6AB8-9BA4-1549-B5CAAFA60817}"/>
              </a:ext>
            </a:extLst>
          </p:cNvPr>
          <p:cNvSpPr txBox="1"/>
          <p:nvPr/>
        </p:nvSpPr>
        <p:spPr>
          <a:xfrm>
            <a:off x="641019" y="2875082"/>
            <a:ext cx="1081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S6 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u|i1. .5.-.|3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3  2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i1..1.</a:t>
            </a:r>
            <a:r>
              <a:rPr lang="en-US" sz="3600" spc="-4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CA803-B870-E6A6-2CE0-1AE2DEA5D754}"/>
              </a:ext>
            </a:extLst>
          </p:cNvPr>
          <p:cNvSpPr txBox="1"/>
          <p:nvPr/>
        </p:nvSpPr>
        <p:spPr>
          <a:xfrm>
            <a:off x="323681" y="705980"/>
            <a:ext cx="11668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3|5</a:t>
            </a:r>
            <a:r>
              <a:rPr lang="en-US" sz="1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6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20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4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|3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sz="16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1|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 </a:t>
            </a:r>
            <a:r>
              <a:rPr lang="en-US" sz="2400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3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.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2</a:t>
            </a:r>
            <a:r>
              <a:rPr lang="en-US" dirty="0">
                <a:solidFill>
                  <a:prstClr val="white"/>
                </a:solidFill>
                <a:latin typeface="Parnumation 3" pitchFamily="2" charset="0"/>
              </a:rPr>
              <a:t> </a:t>
            </a:r>
            <a:r>
              <a:rPr lang="en-US" sz="3600" dirty="0">
                <a:solidFill>
                  <a:prstClr val="white"/>
                </a:solidFill>
                <a:latin typeface="Parnumation 3" pitchFamily="2" charset="0"/>
              </a:rPr>
              <a:t>|1.2 3..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BF87E3-3BFE-4C9B-EAAB-BD543D697BDB}"/>
              </a:ext>
            </a:extLst>
          </p:cNvPr>
          <p:cNvSpPr txBox="1"/>
          <p:nvPr/>
        </p:nvSpPr>
        <p:spPr>
          <a:xfrm>
            <a:off x="4029599" y="5900533"/>
            <a:ext cx="2881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German, Latin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14-15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Century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548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1101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Parnumation 3</vt:lpstr>
      <vt:lpstr>Roboto Condensed</vt:lpstr>
      <vt:lpstr>1_Office Theme</vt:lpstr>
      <vt:lpstr>194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Nathanael Adianto</cp:lastModifiedBy>
  <cp:revision>42</cp:revision>
  <dcterms:created xsi:type="dcterms:W3CDTF">2021-06-24T21:29:51Z</dcterms:created>
  <dcterms:modified xsi:type="dcterms:W3CDTF">2022-12-17T09:25:34Z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2022-12-05T18:08:21Z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50210397-e246-4c49-80f1-2fb9489826a1</vt:lpwstr>
  </property>
  <property fmtid="{D5CDD505-2E9C-101B-9397-08002B2CF9AE}" pid="8" name="MSIP_Label_604be5fb-a727-4de8-9a0b-2318b3ae9b1b_ContentBits">
    <vt:lpwstr>0</vt:lpwstr>
  </property>
</Properties>
</file>