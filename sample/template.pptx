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44"/>
  </p:notesMasterIdLst>
  <p:sldIdLst>
    <p:sldId id="256" r:id="rId3"/>
    <p:sldId id="257" r:id="rId4"/>
    <p:sldId id="283" r:id="rId5"/>
    <p:sldId id="284" r:id="rId6"/>
    <p:sldId id="298" r:id="rId7"/>
    <p:sldId id="299" r:id="rId8"/>
    <p:sldId id="300" r:id="rId9"/>
    <p:sldId id="302"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33" r:id="rId23"/>
    <p:sldId id="401" r:id="rId24"/>
    <p:sldId id="402" r:id="rId25"/>
    <p:sldId id="335" r:id="rId26"/>
    <p:sldId id="336" r:id="rId27"/>
    <p:sldId id="337" r:id="rId28"/>
    <p:sldId id="338" r:id="rId29"/>
    <p:sldId id="393" r:id="rId30"/>
    <p:sldId id="339" r:id="rId31"/>
    <p:sldId id="340" r:id="rId32"/>
    <p:sldId id="341" r:id="rId33"/>
    <p:sldId id="383" r:id="rId34"/>
    <p:sldId id="343" r:id="rId35"/>
    <p:sldId id="342" r:id="rId36"/>
    <p:sldId id="292" r:id="rId37"/>
    <p:sldId id="344" r:id="rId38"/>
    <p:sldId id="345" r:id="rId39"/>
    <p:sldId id="346" r:id="rId40"/>
    <p:sldId id="347" r:id="rId41"/>
    <p:sldId id="348" r:id="rId42"/>
    <p:sldId id="349" r:id="rId43"/>
  </p:sldIdLst>
  <p:sldSz cx="12192000" cy="6858000"/>
  <p:notesSz cx="6858000" cy="9144000"/>
  <p:embeddedFontLst>
    <p:embeddedFont>
      <p:font typeface="Calibri" panose="020F0502020204030204" pitchFamily="34" charset="0"/>
      <p:regular r:id="rId45"/>
      <p:bold r:id="rId46"/>
      <p:italic r:id="rId47"/>
      <p:boldItalic r:id="rId48"/>
    </p:embeddedFont>
    <p:embeddedFont>
      <p:font typeface="Corsiva" panose="020B0604020202020204" charset="0"/>
      <p:regular r:id="rId49"/>
      <p:bold r:id="rId50"/>
      <p:italic r:id="rId51"/>
      <p:boldItalic r:id="rId52"/>
    </p:embeddedFont>
    <p:embeddedFont>
      <p:font typeface="Roboto" panose="02000000000000000000" pitchFamily="2" charset="0"/>
      <p:regular r:id="rId53"/>
      <p:bold r:id="rId54"/>
      <p:italic r:id="rId55"/>
      <p:boldItalic r:id="rId56"/>
    </p:embeddedFont>
    <p:embeddedFont>
      <p:font typeface="Roboto Condensed"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3" roundtripDataSignature="AMtx7mhX8iAqc25r3+O3XsHp1GR43/i1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A163C-5BAC-46C4-B51C-B27C04650638}" v="51" dt="2023-07-16T09:25:1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53"/>
    <p:restoredTop sz="94692"/>
  </p:normalViewPr>
  <p:slideViewPr>
    <p:cSldViewPr snapToGrid="0">
      <p:cViewPr varScale="1">
        <p:scale>
          <a:sx n="150" d="100"/>
          <a:sy n="150" d="100"/>
        </p:scale>
        <p:origin x="19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133" Type="http://customschemas.google.com/relationships/presentationmetadata" Target="metadata"/><Relationship Id="rId138"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136"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4.fntdata"/><Relationship Id="rId56" Type="http://schemas.openxmlformats.org/officeDocument/2006/relationships/font" Target="fonts/font12.fntdata"/><Relationship Id="rId134" Type="http://schemas.openxmlformats.org/officeDocument/2006/relationships/presProps" Target="presProps.xml"/><Relationship Id="rId139"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font" Target="fonts/font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59" Type="http://schemas.openxmlformats.org/officeDocument/2006/relationships/font" Target="fonts/font15.fntdata"/><Relationship Id="rId13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13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anago, Kenwyn" userId="280bbbef-73a8-4da2-b05f-60f93405c8ba" providerId="ADAL" clId="{7A0A163C-5BAC-46C4-B51C-B27C04650638}"/>
    <pc:docChg chg="undo custSel addSld delSld modSld sldOrd modMainMaster">
      <pc:chgData name="Artanago, Kenwyn" userId="280bbbef-73a8-4da2-b05f-60f93405c8ba" providerId="ADAL" clId="{7A0A163C-5BAC-46C4-B51C-B27C04650638}" dt="2023-07-16T09:26:25.532" v="454" actId="729"/>
      <pc:docMkLst>
        <pc:docMk/>
      </pc:docMkLst>
      <pc:sldChg chg="addSp modSp mod">
        <pc:chgData name="Artanago, Kenwyn" userId="280bbbef-73a8-4da2-b05f-60f93405c8ba" providerId="ADAL" clId="{7A0A163C-5BAC-46C4-B51C-B27C04650638}" dt="2023-07-16T08:04:42.149" v="4" actId="27614"/>
        <pc:sldMkLst>
          <pc:docMk/>
          <pc:sldMk cId="0" sldId="258"/>
        </pc:sldMkLst>
        <pc:picChg chg="add mod">
          <ac:chgData name="Artanago, Kenwyn" userId="280bbbef-73a8-4da2-b05f-60f93405c8ba" providerId="ADAL" clId="{7A0A163C-5BAC-46C4-B51C-B27C04650638}" dt="2023-07-16T08:04:42.149" v="4" actId="27614"/>
          <ac:picMkLst>
            <pc:docMk/>
            <pc:sldMk cId="0" sldId="258"/>
            <ac:picMk id="5" creationId="{A9540718-E3AD-4C61-A94A-262FADD42A4A}"/>
          </ac:picMkLst>
        </pc:picChg>
      </pc:sldChg>
      <pc:sldChg chg="addSp modSp mod">
        <pc:chgData name="Artanago, Kenwyn" userId="280bbbef-73a8-4da2-b05f-60f93405c8ba" providerId="ADAL" clId="{7A0A163C-5BAC-46C4-B51C-B27C04650638}" dt="2023-07-16T08:04:45.032" v="7" actId="962"/>
        <pc:sldMkLst>
          <pc:docMk/>
          <pc:sldMk cId="0" sldId="259"/>
        </pc:sldMkLst>
        <pc:picChg chg="add mod">
          <ac:chgData name="Artanago, Kenwyn" userId="280bbbef-73a8-4da2-b05f-60f93405c8ba" providerId="ADAL" clId="{7A0A163C-5BAC-46C4-B51C-B27C04650638}" dt="2023-07-16T08:04:45.032" v="7" actId="962"/>
          <ac:picMkLst>
            <pc:docMk/>
            <pc:sldMk cId="0" sldId="259"/>
            <ac:picMk id="5" creationId="{421BEB6B-2C09-4977-A9EB-711A5F47280C}"/>
          </ac:picMkLst>
        </pc:picChg>
      </pc:sldChg>
      <pc:sldChg chg="addSp modSp mod">
        <pc:chgData name="Artanago, Kenwyn" userId="280bbbef-73a8-4da2-b05f-60f93405c8ba" providerId="ADAL" clId="{7A0A163C-5BAC-46C4-B51C-B27C04650638}" dt="2023-07-16T08:04:48.376" v="10" actId="962"/>
        <pc:sldMkLst>
          <pc:docMk/>
          <pc:sldMk cId="0" sldId="260"/>
        </pc:sldMkLst>
        <pc:picChg chg="add mod">
          <ac:chgData name="Artanago, Kenwyn" userId="280bbbef-73a8-4da2-b05f-60f93405c8ba" providerId="ADAL" clId="{7A0A163C-5BAC-46C4-B51C-B27C04650638}" dt="2023-07-16T08:04:48.376" v="10" actId="962"/>
          <ac:picMkLst>
            <pc:docMk/>
            <pc:sldMk cId="0" sldId="260"/>
            <ac:picMk id="5" creationId="{B83D3DC2-8B0B-4BB0-B71C-93E9C3016FD8}"/>
          </ac:picMkLst>
        </pc:picChg>
      </pc:sldChg>
      <pc:sldChg chg="addSp modSp mod">
        <pc:chgData name="Artanago, Kenwyn" userId="280bbbef-73a8-4da2-b05f-60f93405c8ba" providerId="ADAL" clId="{7A0A163C-5BAC-46C4-B51C-B27C04650638}" dt="2023-07-16T08:04:52.024" v="13" actId="962"/>
        <pc:sldMkLst>
          <pc:docMk/>
          <pc:sldMk cId="0" sldId="261"/>
        </pc:sldMkLst>
        <pc:picChg chg="add mod">
          <ac:chgData name="Artanago, Kenwyn" userId="280bbbef-73a8-4da2-b05f-60f93405c8ba" providerId="ADAL" clId="{7A0A163C-5BAC-46C4-B51C-B27C04650638}" dt="2023-07-16T08:04:52.024" v="13" actId="962"/>
          <ac:picMkLst>
            <pc:docMk/>
            <pc:sldMk cId="0" sldId="261"/>
            <ac:picMk id="6" creationId="{DE4233D7-8AA5-4DCB-B582-03E6C558FD3B}"/>
          </ac:picMkLst>
        </pc:picChg>
      </pc:sldChg>
      <pc:sldChg chg="addSp modSp mod">
        <pc:chgData name="Artanago, Kenwyn" userId="280bbbef-73a8-4da2-b05f-60f93405c8ba" providerId="ADAL" clId="{7A0A163C-5BAC-46C4-B51C-B27C04650638}" dt="2023-07-16T08:04:56.273" v="15" actId="27614"/>
        <pc:sldMkLst>
          <pc:docMk/>
          <pc:sldMk cId="0" sldId="262"/>
        </pc:sldMkLst>
        <pc:picChg chg="add mod">
          <ac:chgData name="Artanago, Kenwyn" userId="280bbbef-73a8-4da2-b05f-60f93405c8ba" providerId="ADAL" clId="{7A0A163C-5BAC-46C4-B51C-B27C04650638}" dt="2023-07-16T08:04:56.273" v="15" actId="27614"/>
          <ac:picMkLst>
            <pc:docMk/>
            <pc:sldMk cId="0" sldId="262"/>
            <ac:picMk id="6" creationId="{88888088-E6FF-4595-BE2F-A597A04E1D33}"/>
          </ac:picMkLst>
        </pc:picChg>
      </pc:sldChg>
      <pc:sldChg chg="addSp modSp mod">
        <pc:chgData name="Artanago, Kenwyn" userId="280bbbef-73a8-4da2-b05f-60f93405c8ba" providerId="ADAL" clId="{7A0A163C-5BAC-46C4-B51C-B27C04650638}" dt="2023-07-16T08:05:00.250" v="18" actId="962"/>
        <pc:sldMkLst>
          <pc:docMk/>
          <pc:sldMk cId="0" sldId="263"/>
        </pc:sldMkLst>
        <pc:picChg chg="add mod">
          <ac:chgData name="Artanago, Kenwyn" userId="280bbbef-73a8-4da2-b05f-60f93405c8ba" providerId="ADAL" clId="{7A0A163C-5BAC-46C4-B51C-B27C04650638}" dt="2023-07-16T08:05:00.250" v="18" actId="962"/>
          <ac:picMkLst>
            <pc:docMk/>
            <pc:sldMk cId="0" sldId="263"/>
            <ac:picMk id="6" creationId="{F16C39DC-9BD2-4880-9D07-F8E942AE7C10}"/>
          </ac:picMkLst>
        </pc:picChg>
      </pc:sldChg>
      <pc:sldChg chg="addSp modSp mod">
        <pc:chgData name="Artanago, Kenwyn" userId="280bbbef-73a8-4da2-b05f-60f93405c8ba" providerId="ADAL" clId="{7A0A163C-5BAC-46C4-B51C-B27C04650638}" dt="2023-07-16T08:05:04.224" v="21" actId="962"/>
        <pc:sldMkLst>
          <pc:docMk/>
          <pc:sldMk cId="0" sldId="264"/>
        </pc:sldMkLst>
        <pc:picChg chg="add mod">
          <ac:chgData name="Artanago, Kenwyn" userId="280bbbef-73a8-4da2-b05f-60f93405c8ba" providerId="ADAL" clId="{7A0A163C-5BAC-46C4-B51C-B27C04650638}" dt="2023-07-16T08:05:04.224" v="21" actId="962"/>
          <ac:picMkLst>
            <pc:docMk/>
            <pc:sldMk cId="0" sldId="264"/>
            <ac:picMk id="6" creationId="{22C73110-7AF0-4838-8F44-3DFFD1681131}"/>
          </ac:picMkLst>
        </pc:picChg>
      </pc:sldChg>
      <pc:sldChg chg="addSp modSp mod">
        <pc:chgData name="Artanago, Kenwyn" userId="280bbbef-73a8-4da2-b05f-60f93405c8ba" providerId="ADAL" clId="{7A0A163C-5BAC-46C4-B51C-B27C04650638}" dt="2023-07-16T08:05:08.019" v="24" actId="962"/>
        <pc:sldMkLst>
          <pc:docMk/>
          <pc:sldMk cId="0" sldId="265"/>
        </pc:sldMkLst>
        <pc:picChg chg="add mod">
          <ac:chgData name="Artanago, Kenwyn" userId="280bbbef-73a8-4da2-b05f-60f93405c8ba" providerId="ADAL" clId="{7A0A163C-5BAC-46C4-B51C-B27C04650638}" dt="2023-07-16T08:05:08.019" v="24" actId="962"/>
          <ac:picMkLst>
            <pc:docMk/>
            <pc:sldMk cId="0" sldId="265"/>
            <ac:picMk id="6" creationId="{D58DB986-C50F-4C0C-AFC4-E9029C1FA179}"/>
          </ac:picMkLst>
        </pc:picChg>
      </pc:sldChg>
      <pc:sldChg chg="addSp modSp mod">
        <pc:chgData name="Artanago, Kenwyn" userId="280bbbef-73a8-4da2-b05f-60f93405c8ba" providerId="ADAL" clId="{7A0A163C-5BAC-46C4-B51C-B27C04650638}" dt="2023-07-16T08:05:11.910" v="27" actId="962"/>
        <pc:sldMkLst>
          <pc:docMk/>
          <pc:sldMk cId="0" sldId="266"/>
        </pc:sldMkLst>
        <pc:picChg chg="add mod">
          <ac:chgData name="Artanago, Kenwyn" userId="280bbbef-73a8-4da2-b05f-60f93405c8ba" providerId="ADAL" clId="{7A0A163C-5BAC-46C4-B51C-B27C04650638}" dt="2023-07-16T08:05:11.910" v="27" actId="962"/>
          <ac:picMkLst>
            <pc:docMk/>
            <pc:sldMk cId="0" sldId="266"/>
            <ac:picMk id="6" creationId="{44422C44-C731-47E0-A8C8-22998B7197B7}"/>
          </ac:picMkLst>
        </pc:picChg>
      </pc:sldChg>
      <pc:sldChg chg="addSp modSp mod">
        <pc:chgData name="Artanago, Kenwyn" userId="280bbbef-73a8-4da2-b05f-60f93405c8ba" providerId="ADAL" clId="{7A0A163C-5BAC-46C4-B51C-B27C04650638}" dt="2023-07-16T08:05:18.136" v="30" actId="962"/>
        <pc:sldMkLst>
          <pc:docMk/>
          <pc:sldMk cId="0" sldId="267"/>
        </pc:sldMkLst>
        <pc:picChg chg="add mod">
          <ac:chgData name="Artanago, Kenwyn" userId="280bbbef-73a8-4da2-b05f-60f93405c8ba" providerId="ADAL" clId="{7A0A163C-5BAC-46C4-B51C-B27C04650638}" dt="2023-07-16T08:05:18.136" v="30" actId="962"/>
          <ac:picMkLst>
            <pc:docMk/>
            <pc:sldMk cId="0" sldId="267"/>
            <ac:picMk id="6" creationId="{8EE7F937-AD36-496F-B201-5F668FEC83A7}"/>
          </ac:picMkLst>
        </pc:picChg>
      </pc:sldChg>
      <pc:sldChg chg="addSp modSp mod">
        <pc:chgData name="Artanago, Kenwyn" userId="280bbbef-73a8-4da2-b05f-60f93405c8ba" providerId="ADAL" clId="{7A0A163C-5BAC-46C4-B51C-B27C04650638}" dt="2023-07-16T08:05:22.501" v="33" actId="962"/>
        <pc:sldMkLst>
          <pc:docMk/>
          <pc:sldMk cId="0" sldId="268"/>
        </pc:sldMkLst>
        <pc:picChg chg="add mod">
          <ac:chgData name="Artanago, Kenwyn" userId="280bbbef-73a8-4da2-b05f-60f93405c8ba" providerId="ADAL" clId="{7A0A163C-5BAC-46C4-B51C-B27C04650638}" dt="2023-07-16T08:05:22.501" v="33" actId="962"/>
          <ac:picMkLst>
            <pc:docMk/>
            <pc:sldMk cId="0" sldId="268"/>
            <ac:picMk id="6" creationId="{CA0E0886-6750-4025-999D-F0AB43AED556}"/>
          </ac:picMkLst>
        </pc:picChg>
      </pc:sldChg>
      <pc:sldChg chg="addSp modSp mod">
        <pc:chgData name="Artanago, Kenwyn" userId="280bbbef-73a8-4da2-b05f-60f93405c8ba" providerId="ADAL" clId="{7A0A163C-5BAC-46C4-B51C-B27C04650638}" dt="2023-07-16T08:05:27.207" v="36" actId="962"/>
        <pc:sldMkLst>
          <pc:docMk/>
          <pc:sldMk cId="0" sldId="269"/>
        </pc:sldMkLst>
        <pc:picChg chg="add mod">
          <ac:chgData name="Artanago, Kenwyn" userId="280bbbef-73a8-4da2-b05f-60f93405c8ba" providerId="ADAL" clId="{7A0A163C-5BAC-46C4-B51C-B27C04650638}" dt="2023-07-16T08:05:27.207" v="36" actId="962"/>
          <ac:picMkLst>
            <pc:docMk/>
            <pc:sldMk cId="0" sldId="269"/>
            <ac:picMk id="6" creationId="{C1ACC2CA-C52B-4FA7-8499-FD37CEC17D1E}"/>
          </ac:picMkLst>
        </pc:picChg>
      </pc:sldChg>
      <pc:sldChg chg="addSp modSp mod">
        <pc:chgData name="Artanago, Kenwyn" userId="280bbbef-73a8-4da2-b05f-60f93405c8ba" providerId="ADAL" clId="{7A0A163C-5BAC-46C4-B51C-B27C04650638}" dt="2023-07-16T08:05:47.431" v="39" actId="962"/>
        <pc:sldMkLst>
          <pc:docMk/>
          <pc:sldMk cId="0" sldId="271"/>
        </pc:sldMkLst>
        <pc:picChg chg="add mod">
          <ac:chgData name="Artanago, Kenwyn" userId="280bbbef-73a8-4da2-b05f-60f93405c8ba" providerId="ADAL" clId="{7A0A163C-5BAC-46C4-B51C-B27C04650638}" dt="2023-07-16T08:05:47.431" v="39" actId="962"/>
          <ac:picMkLst>
            <pc:docMk/>
            <pc:sldMk cId="0" sldId="271"/>
            <ac:picMk id="5" creationId="{4E2D619B-3021-4431-81F5-A26B08F775BF}"/>
          </ac:picMkLst>
        </pc:picChg>
      </pc:sldChg>
      <pc:sldChg chg="addSp modSp mod">
        <pc:chgData name="Artanago, Kenwyn" userId="280bbbef-73a8-4da2-b05f-60f93405c8ba" providerId="ADAL" clId="{7A0A163C-5BAC-46C4-B51C-B27C04650638}" dt="2023-07-16T08:05:55.762" v="45" actId="962"/>
        <pc:sldMkLst>
          <pc:docMk/>
          <pc:sldMk cId="0" sldId="272"/>
        </pc:sldMkLst>
        <pc:picChg chg="add mod">
          <ac:chgData name="Artanago, Kenwyn" userId="280bbbef-73a8-4da2-b05f-60f93405c8ba" providerId="ADAL" clId="{7A0A163C-5BAC-46C4-B51C-B27C04650638}" dt="2023-07-16T08:05:52.539" v="42" actId="962"/>
          <ac:picMkLst>
            <pc:docMk/>
            <pc:sldMk cId="0" sldId="272"/>
            <ac:picMk id="6" creationId="{E5B8E278-73FA-4F16-B04B-D3B1692E9CEA}"/>
          </ac:picMkLst>
        </pc:picChg>
        <pc:picChg chg="add mod">
          <ac:chgData name="Artanago, Kenwyn" userId="280bbbef-73a8-4da2-b05f-60f93405c8ba" providerId="ADAL" clId="{7A0A163C-5BAC-46C4-B51C-B27C04650638}" dt="2023-07-16T08:05:55.762" v="45" actId="962"/>
          <ac:picMkLst>
            <pc:docMk/>
            <pc:sldMk cId="0" sldId="272"/>
            <ac:picMk id="8" creationId="{DB8F484A-028C-4FF1-8B8B-E4ECA9547DE2}"/>
          </ac:picMkLst>
        </pc:picChg>
      </pc:sldChg>
      <pc:sldChg chg="addSp modSp mod">
        <pc:chgData name="Artanago, Kenwyn" userId="280bbbef-73a8-4da2-b05f-60f93405c8ba" providerId="ADAL" clId="{7A0A163C-5BAC-46C4-B51C-B27C04650638}" dt="2023-07-16T08:06:00.622" v="48" actId="962"/>
        <pc:sldMkLst>
          <pc:docMk/>
          <pc:sldMk cId="0" sldId="273"/>
        </pc:sldMkLst>
        <pc:picChg chg="add mod">
          <ac:chgData name="Artanago, Kenwyn" userId="280bbbef-73a8-4da2-b05f-60f93405c8ba" providerId="ADAL" clId="{7A0A163C-5BAC-46C4-B51C-B27C04650638}" dt="2023-07-16T08:06:00.622" v="48" actId="962"/>
          <ac:picMkLst>
            <pc:docMk/>
            <pc:sldMk cId="0" sldId="273"/>
            <ac:picMk id="6" creationId="{E9BDB2D3-EB97-4C09-8DF9-9EFF48552503}"/>
          </ac:picMkLst>
        </pc:picChg>
      </pc:sldChg>
      <pc:sldChg chg="addSp modSp mod">
        <pc:chgData name="Artanago, Kenwyn" userId="280bbbef-73a8-4da2-b05f-60f93405c8ba" providerId="ADAL" clId="{7A0A163C-5BAC-46C4-B51C-B27C04650638}" dt="2023-07-16T08:06:04.980" v="51" actId="962"/>
        <pc:sldMkLst>
          <pc:docMk/>
          <pc:sldMk cId="0" sldId="274"/>
        </pc:sldMkLst>
        <pc:picChg chg="add mod">
          <ac:chgData name="Artanago, Kenwyn" userId="280bbbef-73a8-4da2-b05f-60f93405c8ba" providerId="ADAL" clId="{7A0A163C-5BAC-46C4-B51C-B27C04650638}" dt="2023-07-16T08:06:04.980" v="51" actId="962"/>
          <ac:picMkLst>
            <pc:docMk/>
            <pc:sldMk cId="0" sldId="274"/>
            <ac:picMk id="6" creationId="{882D19AE-1DE2-431A-90D3-5854848F319E}"/>
          </ac:picMkLst>
        </pc:picChg>
      </pc:sldChg>
      <pc:sldChg chg="addSp modSp mod">
        <pc:chgData name="Artanago, Kenwyn" userId="280bbbef-73a8-4da2-b05f-60f93405c8ba" providerId="ADAL" clId="{7A0A163C-5BAC-46C4-B51C-B27C04650638}" dt="2023-07-16T08:06:09.325" v="54" actId="962"/>
        <pc:sldMkLst>
          <pc:docMk/>
          <pc:sldMk cId="0" sldId="275"/>
        </pc:sldMkLst>
        <pc:picChg chg="add mod">
          <ac:chgData name="Artanago, Kenwyn" userId="280bbbef-73a8-4da2-b05f-60f93405c8ba" providerId="ADAL" clId="{7A0A163C-5BAC-46C4-B51C-B27C04650638}" dt="2023-07-16T08:06:09.325" v="54" actId="962"/>
          <ac:picMkLst>
            <pc:docMk/>
            <pc:sldMk cId="0" sldId="275"/>
            <ac:picMk id="6" creationId="{7C075448-7C96-456D-BC1B-84CB1BC1846D}"/>
          </ac:picMkLst>
        </pc:picChg>
      </pc:sldChg>
      <pc:sldChg chg="addSp modSp mod">
        <pc:chgData name="Artanago, Kenwyn" userId="280bbbef-73a8-4da2-b05f-60f93405c8ba" providerId="ADAL" clId="{7A0A163C-5BAC-46C4-B51C-B27C04650638}" dt="2023-07-16T08:06:14.011" v="57" actId="962"/>
        <pc:sldMkLst>
          <pc:docMk/>
          <pc:sldMk cId="0" sldId="276"/>
        </pc:sldMkLst>
        <pc:picChg chg="add mod">
          <ac:chgData name="Artanago, Kenwyn" userId="280bbbef-73a8-4da2-b05f-60f93405c8ba" providerId="ADAL" clId="{7A0A163C-5BAC-46C4-B51C-B27C04650638}" dt="2023-07-16T08:06:14.011" v="57" actId="962"/>
          <ac:picMkLst>
            <pc:docMk/>
            <pc:sldMk cId="0" sldId="276"/>
            <ac:picMk id="6" creationId="{B512A7EE-E12B-4D78-AE06-1523029184CA}"/>
          </ac:picMkLst>
        </pc:picChg>
      </pc:sldChg>
      <pc:sldChg chg="modSp mod">
        <pc:chgData name="Artanago, Kenwyn" userId="280bbbef-73a8-4da2-b05f-60f93405c8ba" providerId="ADAL" clId="{7A0A163C-5BAC-46C4-B51C-B27C04650638}" dt="2023-07-16T08:07:52.208" v="85" actId="20577"/>
        <pc:sldMkLst>
          <pc:docMk/>
          <pc:sldMk cId="0" sldId="283"/>
        </pc:sldMkLst>
        <pc:spChg chg="mod">
          <ac:chgData name="Artanago, Kenwyn" userId="280bbbef-73a8-4da2-b05f-60f93405c8ba" providerId="ADAL" clId="{7A0A163C-5BAC-46C4-B51C-B27C04650638}" dt="2023-07-16T08:07:52.208" v="85" actId="20577"/>
          <ac:spMkLst>
            <pc:docMk/>
            <pc:sldMk cId="0" sldId="283"/>
            <ac:spMk id="268" creationId="{00000000-0000-0000-0000-000000000000}"/>
          </ac:spMkLst>
        </pc:spChg>
      </pc:sldChg>
      <pc:sldChg chg="modSp mod">
        <pc:chgData name="Artanago, Kenwyn" userId="280bbbef-73a8-4da2-b05f-60f93405c8ba" providerId="ADAL" clId="{7A0A163C-5BAC-46C4-B51C-B27C04650638}" dt="2023-07-16T08:15:58.889" v="166"/>
        <pc:sldMkLst>
          <pc:docMk/>
          <pc:sldMk cId="0" sldId="284"/>
        </pc:sldMkLst>
        <pc:spChg chg="mod">
          <ac:chgData name="Artanago, Kenwyn" userId="280bbbef-73a8-4da2-b05f-60f93405c8ba" providerId="ADAL" clId="{7A0A163C-5BAC-46C4-B51C-B27C04650638}" dt="2023-07-16T08:15:58.889" v="166"/>
          <ac:spMkLst>
            <pc:docMk/>
            <pc:sldMk cId="0" sldId="284"/>
            <ac:spMk id="274" creationId="{00000000-0000-0000-0000-000000000000}"/>
          </ac:spMkLst>
        </pc:spChg>
      </pc:sldChg>
      <pc:sldChg chg="modSp mod">
        <pc:chgData name="Artanago, Kenwyn" userId="280bbbef-73a8-4da2-b05f-60f93405c8ba" providerId="ADAL" clId="{7A0A163C-5BAC-46C4-B51C-B27C04650638}" dt="2023-07-16T08:15:47.861" v="163"/>
        <pc:sldMkLst>
          <pc:docMk/>
          <pc:sldMk cId="0" sldId="285"/>
        </pc:sldMkLst>
        <pc:spChg chg="mod">
          <ac:chgData name="Artanago, Kenwyn" userId="280bbbef-73a8-4da2-b05f-60f93405c8ba" providerId="ADAL" clId="{7A0A163C-5BAC-46C4-B51C-B27C04650638}" dt="2023-07-16T08:15:47.861" v="163"/>
          <ac:spMkLst>
            <pc:docMk/>
            <pc:sldMk cId="0" sldId="285"/>
            <ac:spMk id="279" creationId="{00000000-0000-0000-0000-000000000000}"/>
          </ac:spMkLst>
        </pc:spChg>
      </pc:sldChg>
      <pc:sldChg chg="modSp mod">
        <pc:chgData name="Artanago, Kenwyn" userId="280bbbef-73a8-4da2-b05f-60f93405c8ba" providerId="ADAL" clId="{7A0A163C-5BAC-46C4-B51C-B27C04650638}" dt="2023-07-16T08:15:32.079" v="160"/>
        <pc:sldMkLst>
          <pc:docMk/>
          <pc:sldMk cId="0" sldId="286"/>
        </pc:sldMkLst>
        <pc:spChg chg="mod">
          <ac:chgData name="Artanago, Kenwyn" userId="280bbbef-73a8-4da2-b05f-60f93405c8ba" providerId="ADAL" clId="{7A0A163C-5BAC-46C4-B51C-B27C04650638}" dt="2023-07-16T08:15:32.079" v="160"/>
          <ac:spMkLst>
            <pc:docMk/>
            <pc:sldMk cId="0" sldId="286"/>
            <ac:spMk id="284" creationId="{00000000-0000-0000-0000-000000000000}"/>
          </ac:spMkLst>
        </pc:spChg>
      </pc:sldChg>
      <pc:sldChg chg="modSp mod">
        <pc:chgData name="Artanago, Kenwyn" userId="280bbbef-73a8-4da2-b05f-60f93405c8ba" providerId="ADAL" clId="{7A0A163C-5BAC-46C4-B51C-B27C04650638}" dt="2023-07-16T08:15:11.407" v="157"/>
        <pc:sldMkLst>
          <pc:docMk/>
          <pc:sldMk cId="0" sldId="287"/>
        </pc:sldMkLst>
        <pc:spChg chg="mod">
          <ac:chgData name="Artanago, Kenwyn" userId="280bbbef-73a8-4da2-b05f-60f93405c8ba" providerId="ADAL" clId="{7A0A163C-5BAC-46C4-B51C-B27C04650638}" dt="2023-07-16T08:15:11.407" v="157"/>
          <ac:spMkLst>
            <pc:docMk/>
            <pc:sldMk cId="0" sldId="287"/>
            <ac:spMk id="289" creationId="{00000000-0000-0000-0000-000000000000}"/>
          </ac:spMkLst>
        </pc:spChg>
      </pc:sldChg>
      <pc:sldChg chg="addSp modSp mod">
        <pc:chgData name="Artanago, Kenwyn" userId="280bbbef-73a8-4da2-b05f-60f93405c8ba" providerId="ADAL" clId="{7A0A163C-5BAC-46C4-B51C-B27C04650638}" dt="2023-07-16T08:18:52.124" v="169" actId="962"/>
        <pc:sldMkLst>
          <pc:docMk/>
          <pc:sldMk cId="0" sldId="289"/>
        </pc:sldMkLst>
        <pc:picChg chg="add mod">
          <ac:chgData name="Artanago, Kenwyn" userId="280bbbef-73a8-4da2-b05f-60f93405c8ba" providerId="ADAL" clId="{7A0A163C-5BAC-46C4-B51C-B27C04650638}" dt="2023-07-16T08:18:52.124" v="169" actId="962"/>
          <ac:picMkLst>
            <pc:docMk/>
            <pc:sldMk cId="0" sldId="289"/>
            <ac:picMk id="6" creationId="{4E25DDDA-2232-4DB7-A0AC-5FFC558309C3}"/>
          </ac:picMkLst>
        </pc:picChg>
      </pc:sldChg>
      <pc:sldChg chg="addSp modSp mod">
        <pc:chgData name="Artanago, Kenwyn" userId="280bbbef-73a8-4da2-b05f-60f93405c8ba" providerId="ADAL" clId="{7A0A163C-5BAC-46C4-B51C-B27C04650638}" dt="2023-07-16T08:18:58.014" v="172" actId="962"/>
        <pc:sldMkLst>
          <pc:docMk/>
          <pc:sldMk cId="0" sldId="290"/>
        </pc:sldMkLst>
        <pc:picChg chg="add mod">
          <ac:chgData name="Artanago, Kenwyn" userId="280bbbef-73a8-4da2-b05f-60f93405c8ba" providerId="ADAL" clId="{7A0A163C-5BAC-46C4-B51C-B27C04650638}" dt="2023-07-16T08:18:58.014" v="172" actId="962"/>
          <ac:picMkLst>
            <pc:docMk/>
            <pc:sldMk cId="0" sldId="290"/>
            <ac:picMk id="6" creationId="{9D10FCAE-B7FD-4C9E-8B65-D3A6CA265DC6}"/>
          </ac:picMkLst>
        </pc:picChg>
      </pc:sldChg>
      <pc:sldChg chg="modSp mod">
        <pc:chgData name="Artanago, Kenwyn" userId="280bbbef-73a8-4da2-b05f-60f93405c8ba" providerId="ADAL" clId="{7A0A163C-5BAC-46C4-B51C-B27C04650638}" dt="2023-07-16T08:40:48.394" v="449" actId="207"/>
        <pc:sldMkLst>
          <pc:docMk/>
          <pc:sldMk cId="0" sldId="292"/>
        </pc:sldMkLst>
        <pc:spChg chg="mod">
          <ac:chgData name="Artanago, Kenwyn" userId="280bbbef-73a8-4da2-b05f-60f93405c8ba" providerId="ADAL" clId="{7A0A163C-5BAC-46C4-B51C-B27C04650638}" dt="2023-07-16T08:40:41.111" v="448" actId="207"/>
          <ac:spMkLst>
            <pc:docMk/>
            <pc:sldMk cId="0" sldId="292"/>
            <ac:spMk id="507" creationId="{00000000-0000-0000-0000-000000000000}"/>
          </ac:spMkLst>
        </pc:spChg>
        <pc:spChg chg="mod">
          <ac:chgData name="Artanago, Kenwyn" userId="280bbbef-73a8-4da2-b05f-60f93405c8ba" providerId="ADAL" clId="{7A0A163C-5BAC-46C4-B51C-B27C04650638}" dt="2023-07-16T08:40:48.394" v="449" actId="207"/>
          <ac:spMkLst>
            <pc:docMk/>
            <pc:sldMk cId="0" sldId="292"/>
            <ac:spMk id="508" creationId="{00000000-0000-0000-0000-000000000000}"/>
          </ac:spMkLst>
        </pc:spChg>
      </pc:sldChg>
      <pc:sldChg chg="addSp modSp mod">
        <pc:chgData name="Artanago, Kenwyn" userId="280bbbef-73a8-4da2-b05f-60f93405c8ba" providerId="ADAL" clId="{7A0A163C-5BAC-46C4-B51C-B27C04650638}" dt="2023-07-16T08:19:03.281" v="175" actId="962"/>
        <pc:sldMkLst>
          <pc:docMk/>
          <pc:sldMk cId="0" sldId="293"/>
        </pc:sldMkLst>
        <pc:picChg chg="add mod">
          <ac:chgData name="Artanago, Kenwyn" userId="280bbbef-73a8-4da2-b05f-60f93405c8ba" providerId="ADAL" clId="{7A0A163C-5BAC-46C4-B51C-B27C04650638}" dt="2023-07-16T08:19:03.281" v="175" actId="962"/>
          <ac:picMkLst>
            <pc:docMk/>
            <pc:sldMk cId="0" sldId="293"/>
            <ac:picMk id="6" creationId="{E241312C-DDFE-481D-9885-6EC66E06F4F7}"/>
          </ac:picMkLst>
        </pc:picChg>
      </pc:sldChg>
      <pc:sldChg chg="addSp modSp mod">
        <pc:chgData name="Artanago, Kenwyn" userId="280bbbef-73a8-4da2-b05f-60f93405c8ba" providerId="ADAL" clId="{7A0A163C-5BAC-46C4-B51C-B27C04650638}" dt="2023-07-16T08:19:07.422" v="178" actId="962"/>
        <pc:sldMkLst>
          <pc:docMk/>
          <pc:sldMk cId="0" sldId="294"/>
        </pc:sldMkLst>
        <pc:picChg chg="add mod">
          <ac:chgData name="Artanago, Kenwyn" userId="280bbbef-73a8-4da2-b05f-60f93405c8ba" providerId="ADAL" clId="{7A0A163C-5BAC-46C4-B51C-B27C04650638}" dt="2023-07-16T08:19:07.422" v="178" actId="962"/>
          <ac:picMkLst>
            <pc:docMk/>
            <pc:sldMk cId="0" sldId="294"/>
            <ac:picMk id="6" creationId="{F32D0C2D-49F6-482B-8E6F-8DA7F3ECD5C6}"/>
          </ac:picMkLst>
        </pc:picChg>
      </pc:sldChg>
      <pc:sldChg chg="addSp modSp mod">
        <pc:chgData name="Artanago, Kenwyn" userId="280bbbef-73a8-4da2-b05f-60f93405c8ba" providerId="ADAL" clId="{7A0A163C-5BAC-46C4-B51C-B27C04650638}" dt="2023-07-16T08:19:10.780" v="181" actId="962"/>
        <pc:sldMkLst>
          <pc:docMk/>
          <pc:sldMk cId="0" sldId="295"/>
        </pc:sldMkLst>
        <pc:picChg chg="add mod">
          <ac:chgData name="Artanago, Kenwyn" userId="280bbbef-73a8-4da2-b05f-60f93405c8ba" providerId="ADAL" clId="{7A0A163C-5BAC-46C4-B51C-B27C04650638}" dt="2023-07-16T08:19:10.780" v="181" actId="962"/>
          <ac:picMkLst>
            <pc:docMk/>
            <pc:sldMk cId="0" sldId="295"/>
            <ac:picMk id="6" creationId="{03F0AE7D-A7C6-42CF-BA0B-D42A9B93A724}"/>
          </ac:picMkLst>
        </pc:picChg>
      </pc:sldChg>
      <pc:sldChg chg="addSp modSp mod">
        <pc:chgData name="Artanago, Kenwyn" userId="280bbbef-73a8-4da2-b05f-60f93405c8ba" providerId="ADAL" clId="{7A0A163C-5BAC-46C4-B51C-B27C04650638}" dt="2023-07-16T08:19:14.244" v="183" actId="27614"/>
        <pc:sldMkLst>
          <pc:docMk/>
          <pc:sldMk cId="0" sldId="296"/>
        </pc:sldMkLst>
        <pc:picChg chg="add mod">
          <ac:chgData name="Artanago, Kenwyn" userId="280bbbef-73a8-4da2-b05f-60f93405c8ba" providerId="ADAL" clId="{7A0A163C-5BAC-46C4-B51C-B27C04650638}" dt="2023-07-16T08:19:14.244" v="183" actId="27614"/>
          <ac:picMkLst>
            <pc:docMk/>
            <pc:sldMk cId="0" sldId="296"/>
            <ac:picMk id="6" creationId="{89C8C424-80BA-4516-83F6-C1EFFF08FF2C}"/>
          </ac:picMkLst>
        </pc:picChg>
      </pc:sldChg>
      <pc:sldChg chg="modSp mod">
        <pc:chgData name="Artanago, Kenwyn" userId="280bbbef-73a8-4da2-b05f-60f93405c8ba" providerId="ADAL" clId="{7A0A163C-5BAC-46C4-B51C-B27C04650638}" dt="2023-07-16T08:21:46.750" v="231"/>
        <pc:sldMkLst>
          <pc:docMk/>
          <pc:sldMk cId="0" sldId="302"/>
        </pc:sldMkLst>
        <pc:spChg chg="mod">
          <ac:chgData name="Artanago, Kenwyn" userId="280bbbef-73a8-4da2-b05f-60f93405c8ba" providerId="ADAL" clId="{7A0A163C-5BAC-46C4-B51C-B27C04650638}" dt="2023-07-16T08:21:46.750" v="231"/>
          <ac:spMkLst>
            <pc:docMk/>
            <pc:sldMk cId="0" sldId="302"/>
            <ac:spMk id="362" creationId="{00000000-0000-0000-0000-000000000000}"/>
          </ac:spMkLst>
        </pc:spChg>
      </pc:sldChg>
      <pc:sldChg chg="mod modShow">
        <pc:chgData name="Artanago, Kenwyn" userId="280bbbef-73a8-4da2-b05f-60f93405c8ba" providerId="ADAL" clId="{7A0A163C-5BAC-46C4-B51C-B27C04650638}" dt="2023-07-16T08:22:10.207" v="233" actId="729"/>
        <pc:sldMkLst>
          <pc:docMk/>
          <pc:sldMk cId="0" sldId="312"/>
        </pc:sldMkLst>
      </pc:sldChg>
      <pc:sldChg chg="mod modShow">
        <pc:chgData name="Artanago, Kenwyn" userId="280bbbef-73a8-4da2-b05f-60f93405c8ba" providerId="ADAL" clId="{7A0A163C-5BAC-46C4-B51C-B27C04650638}" dt="2023-07-16T08:22:04.872" v="232" actId="729"/>
        <pc:sldMkLst>
          <pc:docMk/>
          <pc:sldMk cId="0" sldId="313"/>
        </pc:sldMkLst>
      </pc:sldChg>
      <pc:sldChg chg="addSp modSp mod">
        <pc:chgData name="Artanago, Kenwyn" userId="280bbbef-73a8-4da2-b05f-60f93405c8ba" providerId="ADAL" clId="{7A0A163C-5BAC-46C4-B51C-B27C04650638}" dt="2023-07-16T08:23:30.364" v="239" actId="14100"/>
        <pc:sldMkLst>
          <pc:docMk/>
          <pc:sldMk cId="0" sldId="316"/>
        </pc:sldMkLst>
        <pc:picChg chg="add mod">
          <ac:chgData name="Artanago, Kenwyn" userId="280bbbef-73a8-4da2-b05f-60f93405c8ba" providerId="ADAL" clId="{7A0A163C-5BAC-46C4-B51C-B27C04650638}" dt="2023-07-16T08:23:30.364" v="239" actId="14100"/>
          <ac:picMkLst>
            <pc:docMk/>
            <pc:sldMk cId="0" sldId="316"/>
            <ac:picMk id="7" creationId="{D8138759-2139-4F5A-83F1-E6B63E6DDC41}"/>
          </ac:picMkLst>
        </pc:picChg>
      </pc:sldChg>
      <pc:sldChg chg="addSp modSp mod">
        <pc:chgData name="Artanago, Kenwyn" userId="280bbbef-73a8-4da2-b05f-60f93405c8ba" providerId="ADAL" clId="{7A0A163C-5BAC-46C4-B51C-B27C04650638}" dt="2023-07-16T08:23:50.117" v="244" actId="14100"/>
        <pc:sldMkLst>
          <pc:docMk/>
          <pc:sldMk cId="0" sldId="317"/>
        </pc:sldMkLst>
        <pc:picChg chg="add mod">
          <ac:chgData name="Artanago, Kenwyn" userId="280bbbef-73a8-4da2-b05f-60f93405c8ba" providerId="ADAL" clId="{7A0A163C-5BAC-46C4-B51C-B27C04650638}" dt="2023-07-16T08:23:50.117" v="244" actId="14100"/>
          <ac:picMkLst>
            <pc:docMk/>
            <pc:sldMk cId="0" sldId="317"/>
            <ac:picMk id="6" creationId="{B0DCE309-C93F-4058-B8A5-52508967DDF4}"/>
          </ac:picMkLst>
        </pc:picChg>
      </pc:sldChg>
      <pc:sldChg chg="addSp modSp mod">
        <pc:chgData name="Artanago, Kenwyn" userId="280bbbef-73a8-4da2-b05f-60f93405c8ba" providerId="ADAL" clId="{7A0A163C-5BAC-46C4-B51C-B27C04650638}" dt="2023-07-16T08:24:06.729" v="249" actId="14100"/>
        <pc:sldMkLst>
          <pc:docMk/>
          <pc:sldMk cId="0" sldId="318"/>
        </pc:sldMkLst>
        <pc:picChg chg="add mod">
          <ac:chgData name="Artanago, Kenwyn" userId="280bbbef-73a8-4da2-b05f-60f93405c8ba" providerId="ADAL" clId="{7A0A163C-5BAC-46C4-B51C-B27C04650638}" dt="2023-07-16T08:24:06.729" v="249" actId="14100"/>
          <ac:picMkLst>
            <pc:docMk/>
            <pc:sldMk cId="0" sldId="318"/>
            <ac:picMk id="6" creationId="{95928CC0-8C15-4CBC-976B-F08CF93EFF2C}"/>
          </ac:picMkLst>
        </pc:picChg>
      </pc:sldChg>
      <pc:sldChg chg="addSp modSp mod">
        <pc:chgData name="Artanago, Kenwyn" userId="280bbbef-73a8-4da2-b05f-60f93405c8ba" providerId="ADAL" clId="{7A0A163C-5BAC-46C4-B51C-B27C04650638}" dt="2023-07-16T08:24:22.576" v="255" actId="14100"/>
        <pc:sldMkLst>
          <pc:docMk/>
          <pc:sldMk cId="0" sldId="319"/>
        </pc:sldMkLst>
        <pc:picChg chg="add mod">
          <ac:chgData name="Artanago, Kenwyn" userId="280bbbef-73a8-4da2-b05f-60f93405c8ba" providerId="ADAL" clId="{7A0A163C-5BAC-46C4-B51C-B27C04650638}" dt="2023-07-16T08:24:22.576" v="255" actId="14100"/>
          <ac:picMkLst>
            <pc:docMk/>
            <pc:sldMk cId="0" sldId="319"/>
            <ac:picMk id="6" creationId="{F257EE43-15B9-4B46-8BCA-88018739750A}"/>
          </ac:picMkLst>
        </pc:picChg>
      </pc:sldChg>
      <pc:sldChg chg="addSp modSp mod">
        <pc:chgData name="Artanago, Kenwyn" userId="280bbbef-73a8-4da2-b05f-60f93405c8ba" providerId="ADAL" clId="{7A0A163C-5BAC-46C4-B51C-B27C04650638}" dt="2023-07-16T08:24:33.680" v="260" actId="14100"/>
        <pc:sldMkLst>
          <pc:docMk/>
          <pc:sldMk cId="0" sldId="320"/>
        </pc:sldMkLst>
        <pc:picChg chg="add mod">
          <ac:chgData name="Artanago, Kenwyn" userId="280bbbef-73a8-4da2-b05f-60f93405c8ba" providerId="ADAL" clId="{7A0A163C-5BAC-46C4-B51C-B27C04650638}" dt="2023-07-16T08:24:33.680" v="260" actId="14100"/>
          <ac:picMkLst>
            <pc:docMk/>
            <pc:sldMk cId="0" sldId="320"/>
            <ac:picMk id="6" creationId="{466A901E-5E78-4E55-9150-731838B4FB2F}"/>
          </ac:picMkLst>
        </pc:picChg>
      </pc:sldChg>
      <pc:sldChg chg="addSp modSp mod">
        <pc:chgData name="Artanago, Kenwyn" userId="280bbbef-73a8-4da2-b05f-60f93405c8ba" providerId="ADAL" clId="{7A0A163C-5BAC-46C4-B51C-B27C04650638}" dt="2023-07-16T08:24:45.122" v="265" actId="14100"/>
        <pc:sldMkLst>
          <pc:docMk/>
          <pc:sldMk cId="0" sldId="321"/>
        </pc:sldMkLst>
        <pc:picChg chg="add mod">
          <ac:chgData name="Artanago, Kenwyn" userId="280bbbef-73a8-4da2-b05f-60f93405c8ba" providerId="ADAL" clId="{7A0A163C-5BAC-46C4-B51C-B27C04650638}" dt="2023-07-16T08:24:45.122" v="265" actId="14100"/>
          <ac:picMkLst>
            <pc:docMk/>
            <pc:sldMk cId="0" sldId="321"/>
            <ac:picMk id="6" creationId="{74557036-9EE8-469B-AACC-AFADA87A73AB}"/>
          </ac:picMkLst>
        </pc:picChg>
      </pc:sldChg>
      <pc:sldChg chg="addSp modSp mod">
        <pc:chgData name="Artanago, Kenwyn" userId="280bbbef-73a8-4da2-b05f-60f93405c8ba" providerId="ADAL" clId="{7A0A163C-5BAC-46C4-B51C-B27C04650638}" dt="2023-07-16T08:24:57.079" v="270" actId="14100"/>
        <pc:sldMkLst>
          <pc:docMk/>
          <pc:sldMk cId="0" sldId="322"/>
        </pc:sldMkLst>
        <pc:picChg chg="add mod">
          <ac:chgData name="Artanago, Kenwyn" userId="280bbbef-73a8-4da2-b05f-60f93405c8ba" providerId="ADAL" clId="{7A0A163C-5BAC-46C4-B51C-B27C04650638}" dt="2023-07-16T08:24:57.079" v="270" actId="14100"/>
          <ac:picMkLst>
            <pc:docMk/>
            <pc:sldMk cId="0" sldId="322"/>
            <ac:picMk id="6" creationId="{49C5D0CD-DBB4-455B-976E-E1F4C5E868BF}"/>
          </ac:picMkLst>
        </pc:picChg>
      </pc:sldChg>
      <pc:sldChg chg="addSp modSp mod">
        <pc:chgData name="Artanago, Kenwyn" userId="280bbbef-73a8-4da2-b05f-60f93405c8ba" providerId="ADAL" clId="{7A0A163C-5BAC-46C4-B51C-B27C04650638}" dt="2023-07-16T08:25:07.706" v="275" actId="14100"/>
        <pc:sldMkLst>
          <pc:docMk/>
          <pc:sldMk cId="0" sldId="324"/>
        </pc:sldMkLst>
        <pc:picChg chg="add mod">
          <ac:chgData name="Artanago, Kenwyn" userId="280bbbef-73a8-4da2-b05f-60f93405c8ba" providerId="ADAL" clId="{7A0A163C-5BAC-46C4-B51C-B27C04650638}" dt="2023-07-16T08:25:07.706" v="275" actId="14100"/>
          <ac:picMkLst>
            <pc:docMk/>
            <pc:sldMk cId="0" sldId="324"/>
            <ac:picMk id="6" creationId="{90291670-DD28-46E0-BF36-5B384132718B}"/>
          </ac:picMkLst>
        </pc:picChg>
      </pc:sldChg>
      <pc:sldChg chg="addSp modSp mod">
        <pc:chgData name="Artanago, Kenwyn" userId="280bbbef-73a8-4da2-b05f-60f93405c8ba" providerId="ADAL" clId="{7A0A163C-5BAC-46C4-B51C-B27C04650638}" dt="2023-07-16T08:25:18.633" v="280" actId="14100"/>
        <pc:sldMkLst>
          <pc:docMk/>
          <pc:sldMk cId="0" sldId="325"/>
        </pc:sldMkLst>
        <pc:picChg chg="add mod">
          <ac:chgData name="Artanago, Kenwyn" userId="280bbbef-73a8-4da2-b05f-60f93405c8ba" providerId="ADAL" clId="{7A0A163C-5BAC-46C4-B51C-B27C04650638}" dt="2023-07-16T08:25:18.633" v="280" actId="14100"/>
          <ac:picMkLst>
            <pc:docMk/>
            <pc:sldMk cId="0" sldId="325"/>
            <ac:picMk id="6" creationId="{74DE1E87-7237-4D82-92D3-8594240BC3E8}"/>
          </ac:picMkLst>
        </pc:picChg>
      </pc:sldChg>
      <pc:sldChg chg="mod modShow">
        <pc:chgData name="Artanago, Kenwyn" userId="280bbbef-73a8-4da2-b05f-60f93405c8ba" providerId="ADAL" clId="{7A0A163C-5BAC-46C4-B51C-B27C04650638}" dt="2023-07-16T09:26:25.532" v="454" actId="729"/>
        <pc:sldMkLst>
          <pc:docMk/>
          <pc:sldMk cId="0" sldId="339"/>
        </pc:sldMkLst>
      </pc:sldChg>
      <pc:sldChg chg="modSp mod">
        <pc:chgData name="Artanago, Kenwyn" userId="280bbbef-73a8-4da2-b05f-60f93405c8ba" providerId="ADAL" clId="{7A0A163C-5BAC-46C4-B51C-B27C04650638}" dt="2023-07-16T08:36:33.575" v="447" actId="20577"/>
        <pc:sldMkLst>
          <pc:docMk/>
          <pc:sldMk cId="0" sldId="340"/>
        </pc:sldMkLst>
        <pc:spChg chg="mod">
          <ac:chgData name="Artanago, Kenwyn" userId="280bbbef-73a8-4da2-b05f-60f93405c8ba" providerId="ADAL" clId="{7A0A163C-5BAC-46C4-B51C-B27C04650638}" dt="2023-07-16T08:36:30.419" v="445" actId="20577"/>
          <ac:spMkLst>
            <pc:docMk/>
            <pc:sldMk cId="0" sldId="340"/>
            <ac:spMk id="559" creationId="{00000000-0000-0000-0000-000000000000}"/>
          </ac:spMkLst>
        </pc:spChg>
        <pc:spChg chg="mod">
          <ac:chgData name="Artanago, Kenwyn" userId="280bbbef-73a8-4da2-b05f-60f93405c8ba" providerId="ADAL" clId="{7A0A163C-5BAC-46C4-B51C-B27C04650638}" dt="2023-07-16T08:36:33.575" v="447" actId="20577"/>
          <ac:spMkLst>
            <pc:docMk/>
            <pc:sldMk cId="0" sldId="340"/>
            <ac:spMk id="560" creationId="{00000000-0000-0000-0000-000000000000}"/>
          </ac:spMkLst>
        </pc:spChg>
      </pc:sldChg>
      <pc:sldChg chg="modSp mod ord">
        <pc:chgData name="Artanago, Kenwyn" userId="280bbbef-73a8-4da2-b05f-60f93405c8ba" providerId="ADAL" clId="{7A0A163C-5BAC-46C4-B51C-B27C04650638}" dt="2023-07-16T08:34:10.874" v="437" actId="20577"/>
        <pc:sldMkLst>
          <pc:docMk/>
          <pc:sldMk cId="0" sldId="343"/>
        </pc:sldMkLst>
        <pc:spChg chg="mod">
          <ac:chgData name="Artanago, Kenwyn" userId="280bbbef-73a8-4da2-b05f-60f93405c8ba" providerId="ADAL" clId="{7A0A163C-5BAC-46C4-B51C-B27C04650638}" dt="2023-07-16T08:34:07.779" v="434" actId="20577"/>
          <ac:spMkLst>
            <pc:docMk/>
            <pc:sldMk cId="0" sldId="343"/>
            <ac:spMk id="578" creationId="{00000000-0000-0000-0000-000000000000}"/>
          </ac:spMkLst>
        </pc:spChg>
        <pc:spChg chg="mod">
          <ac:chgData name="Artanago, Kenwyn" userId="280bbbef-73a8-4da2-b05f-60f93405c8ba" providerId="ADAL" clId="{7A0A163C-5BAC-46C4-B51C-B27C04650638}" dt="2023-07-16T08:34:10.874" v="437" actId="20577"/>
          <ac:spMkLst>
            <pc:docMk/>
            <pc:sldMk cId="0" sldId="343"/>
            <ac:spMk id="579" creationId="{00000000-0000-0000-0000-000000000000}"/>
          </ac:spMkLst>
        </pc:spChg>
      </pc:sldChg>
      <pc:sldChg chg="modSp mod">
        <pc:chgData name="Artanago, Kenwyn" userId="280bbbef-73a8-4da2-b05f-60f93405c8ba" providerId="ADAL" clId="{7A0A163C-5BAC-46C4-B51C-B27C04650638}" dt="2023-07-16T08:34:24.420" v="443" actId="20577"/>
        <pc:sldMkLst>
          <pc:docMk/>
          <pc:sldMk cId="0" sldId="344"/>
        </pc:sldMkLst>
        <pc:spChg chg="mod">
          <ac:chgData name="Artanago, Kenwyn" userId="280bbbef-73a8-4da2-b05f-60f93405c8ba" providerId="ADAL" clId="{7A0A163C-5BAC-46C4-B51C-B27C04650638}" dt="2023-07-16T08:34:21.667" v="440" actId="20577"/>
          <ac:spMkLst>
            <pc:docMk/>
            <pc:sldMk cId="0" sldId="344"/>
            <ac:spMk id="585" creationId="{00000000-0000-0000-0000-000000000000}"/>
          </ac:spMkLst>
        </pc:spChg>
        <pc:spChg chg="mod">
          <ac:chgData name="Artanago, Kenwyn" userId="280bbbef-73a8-4da2-b05f-60f93405c8ba" providerId="ADAL" clId="{7A0A163C-5BAC-46C4-B51C-B27C04650638}" dt="2023-07-16T08:34:24.420" v="443" actId="20577"/>
          <ac:spMkLst>
            <pc:docMk/>
            <pc:sldMk cId="0" sldId="344"/>
            <ac:spMk id="586" creationId="{00000000-0000-0000-0000-000000000000}"/>
          </ac:spMkLst>
        </pc:spChg>
      </pc:sldChg>
      <pc:sldChg chg="addSp modSp mod">
        <pc:chgData name="Artanago, Kenwyn" userId="280bbbef-73a8-4da2-b05f-60f93405c8ba" providerId="ADAL" clId="{7A0A163C-5BAC-46C4-B51C-B27C04650638}" dt="2023-07-16T08:06:17.982" v="60" actId="962"/>
        <pc:sldMkLst>
          <pc:docMk/>
          <pc:sldMk cId="2138632321" sldId="384"/>
        </pc:sldMkLst>
        <pc:picChg chg="add mod">
          <ac:chgData name="Artanago, Kenwyn" userId="280bbbef-73a8-4da2-b05f-60f93405c8ba" providerId="ADAL" clId="{7A0A163C-5BAC-46C4-B51C-B27C04650638}" dt="2023-07-16T08:06:17.982" v="60" actId="962"/>
          <ac:picMkLst>
            <pc:docMk/>
            <pc:sldMk cId="2138632321" sldId="384"/>
            <ac:picMk id="6" creationId="{34E557EA-A861-4829-84A4-DD7E1A993D8B}"/>
          </ac:picMkLst>
        </pc:picChg>
      </pc:sldChg>
      <pc:sldChg chg="addSp modSp mod">
        <pc:chgData name="Artanago, Kenwyn" userId="280bbbef-73a8-4da2-b05f-60f93405c8ba" providerId="ADAL" clId="{7A0A163C-5BAC-46C4-B51C-B27C04650638}" dt="2023-07-16T08:06:23.236" v="63" actId="962"/>
        <pc:sldMkLst>
          <pc:docMk/>
          <pc:sldMk cId="2287554166" sldId="385"/>
        </pc:sldMkLst>
        <pc:picChg chg="add mod">
          <ac:chgData name="Artanago, Kenwyn" userId="280bbbef-73a8-4da2-b05f-60f93405c8ba" providerId="ADAL" clId="{7A0A163C-5BAC-46C4-B51C-B27C04650638}" dt="2023-07-16T08:06:23.236" v="63" actId="962"/>
          <ac:picMkLst>
            <pc:docMk/>
            <pc:sldMk cId="2287554166" sldId="385"/>
            <ac:picMk id="6" creationId="{C0D5BFF0-77FA-4064-BC26-49FA0F6D37A6}"/>
          </ac:picMkLst>
        </pc:picChg>
      </pc:sldChg>
      <pc:sldChg chg="addSp modSp mod">
        <pc:chgData name="Artanago, Kenwyn" userId="280bbbef-73a8-4da2-b05f-60f93405c8ba" providerId="ADAL" clId="{7A0A163C-5BAC-46C4-B51C-B27C04650638}" dt="2023-07-16T08:25:29.553" v="285" actId="14100"/>
        <pc:sldMkLst>
          <pc:docMk/>
          <pc:sldMk cId="2915271513" sldId="386"/>
        </pc:sldMkLst>
        <pc:picChg chg="add mod">
          <ac:chgData name="Artanago, Kenwyn" userId="280bbbef-73a8-4da2-b05f-60f93405c8ba" providerId="ADAL" clId="{7A0A163C-5BAC-46C4-B51C-B27C04650638}" dt="2023-07-16T08:25:29.553" v="285" actId="14100"/>
          <ac:picMkLst>
            <pc:docMk/>
            <pc:sldMk cId="2915271513" sldId="386"/>
            <ac:picMk id="7" creationId="{CB332905-77A7-4B4D-B422-7DB777F0AFFA}"/>
          </ac:picMkLst>
        </pc:picChg>
      </pc:sldChg>
      <pc:sldChg chg="addSp modSp mod">
        <pc:chgData name="Artanago, Kenwyn" userId="280bbbef-73a8-4da2-b05f-60f93405c8ba" providerId="ADAL" clId="{7A0A163C-5BAC-46C4-B51C-B27C04650638}" dt="2023-07-16T08:25:39.816" v="290" actId="14100"/>
        <pc:sldMkLst>
          <pc:docMk/>
          <pc:sldMk cId="3747739469" sldId="387"/>
        </pc:sldMkLst>
        <pc:picChg chg="add mod">
          <ac:chgData name="Artanago, Kenwyn" userId="280bbbef-73a8-4da2-b05f-60f93405c8ba" providerId="ADAL" clId="{7A0A163C-5BAC-46C4-B51C-B27C04650638}" dt="2023-07-16T08:25:39.816" v="290" actId="14100"/>
          <ac:picMkLst>
            <pc:docMk/>
            <pc:sldMk cId="3747739469" sldId="387"/>
            <ac:picMk id="7" creationId="{396889DC-CAF9-47B0-BAEE-1F33B013CED0}"/>
          </ac:picMkLst>
        </pc:picChg>
      </pc:sldChg>
      <pc:sldChg chg="addSp modSp mod">
        <pc:chgData name="Artanago, Kenwyn" userId="280bbbef-73a8-4da2-b05f-60f93405c8ba" providerId="ADAL" clId="{7A0A163C-5BAC-46C4-B51C-B27C04650638}" dt="2023-07-16T08:25:49.632" v="295" actId="14100"/>
        <pc:sldMkLst>
          <pc:docMk/>
          <pc:sldMk cId="2268274077" sldId="388"/>
        </pc:sldMkLst>
        <pc:picChg chg="add mod">
          <ac:chgData name="Artanago, Kenwyn" userId="280bbbef-73a8-4da2-b05f-60f93405c8ba" providerId="ADAL" clId="{7A0A163C-5BAC-46C4-B51C-B27C04650638}" dt="2023-07-16T08:25:49.632" v="295" actId="14100"/>
          <ac:picMkLst>
            <pc:docMk/>
            <pc:sldMk cId="2268274077" sldId="388"/>
            <ac:picMk id="7" creationId="{EB3AC9F6-47A9-4485-AB52-705F0D07F7F9}"/>
          </ac:picMkLst>
        </pc:picChg>
      </pc:sldChg>
      <pc:sldChg chg="addSp modSp mod">
        <pc:chgData name="Artanago, Kenwyn" userId="280bbbef-73a8-4da2-b05f-60f93405c8ba" providerId="ADAL" clId="{7A0A163C-5BAC-46C4-B51C-B27C04650638}" dt="2023-07-16T08:25:58.353" v="300" actId="14100"/>
        <pc:sldMkLst>
          <pc:docMk/>
          <pc:sldMk cId="4123100765" sldId="389"/>
        </pc:sldMkLst>
        <pc:picChg chg="add mod">
          <ac:chgData name="Artanago, Kenwyn" userId="280bbbef-73a8-4da2-b05f-60f93405c8ba" providerId="ADAL" clId="{7A0A163C-5BAC-46C4-B51C-B27C04650638}" dt="2023-07-16T08:25:58.353" v="300" actId="14100"/>
          <ac:picMkLst>
            <pc:docMk/>
            <pc:sldMk cId="4123100765" sldId="389"/>
            <ac:picMk id="7" creationId="{AC8FB3DD-2794-47B0-A709-9E93A56807C4}"/>
          </ac:picMkLst>
        </pc:picChg>
      </pc:sldChg>
      <pc:sldChg chg="addSp modSp mod">
        <pc:chgData name="Artanago, Kenwyn" userId="280bbbef-73a8-4da2-b05f-60f93405c8ba" providerId="ADAL" clId="{7A0A163C-5BAC-46C4-B51C-B27C04650638}" dt="2023-07-16T08:26:07.382" v="305" actId="14100"/>
        <pc:sldMkLst>
          <pc:docMk/>
          <pc:sldMk cId="1167368597" sldId="390"/>
        </pc:sldMkLst>
        <pc:picChg chg="add mod">
          <ac:chgData name="Artanago, Kenwyn" userId="280bbbef-73a8-4da2-b05f-60f93405c8ba" providerId="ADAL" clId="{7A0A163C-5BAC-46C4-B51C-B27C04650638}" dt="2023-07-16T08:26:07.382" v="305" actId="14100"/>
          <ac:picMkLst>
            <pc:docMk/>
            <pc:sldMk cId="1167368597" sldId="390"/>
            <ac:picMk id="7" creationId="{C93FB76E-F8D4-495B-935E-FD89C00DF739}"/>
          </ac:picMkLst>
        </pc:picChg>
      </pc:sldChg>
      <pc:sldChg chg="addSp modSp mod">
        <pc:chgData name="Artanago, Kenwyn" userId="280bbbef-73a8-4da2-b05f-60f93405c8ba" providerId="ADAL" clId="{7A0A163C-5BAC-46C4-B51C-B27C04650638}" dt="2023-07-16T08:26:17.059" v="310" actId="14100"/>
        <pc:sldMkLst>
          <pc:docMk/>
          <pc:sldMk cId="2202194069" sldId="391"/>
        </pc:sldMkLst>
        <pc:picChg chg="add mod">
          <ac:chgData name="Artanago, Kenwyn" userId="280bbbef-73a8-4da2-b05f-60f93405c8ba" providerId="ADAL" clId="{7A0A163C-5BAC-46C4-B51C-B27C04650638}" dt="2023-07-16T08:26:17.059" v="310" actId="14100"/>
          <ac:picMkLst>
            <pc:docMk/>
            <pc:sldMk cId="2202194069" sldId="391"/>
            <ac:picMk id="8" creationId="{6A663E29-2AB9-4BC5-AD60-D8E0C0932DFE}"/>
          </ac:picMkLst>
        </pc:picChg>
      </pc:sldChg>
      <pc:sldChg chg="del">
        <pc:chgData name="Artanago, Kenwyn" userId="280bbbef-73a8-4da2-b05f-60f93405c8ba" providerId="ADAL" clId="{7A0A163C-5BAC-46C4-B51C-B27C04650638}" dt="2023-07-16T08:26:46.628" v="311" actId="2696"/>
        <pc:sldMkLst>
          <pc:docMk/>
          <pc:sldMk cId="2588376745" sldId="392"/>
        </pc:sldMkLst>
      </pc:sldChg>
      <pc:sldChg chg="mod modShow">
        <pc:chgData name="Artanago, Kenwyn" userId="280bbbef-73a8-4da2-b05f-60f93405c8ba" providerId="ADAL" clId="{7A0A163C-5BAC-46C4-B51C-B27C04650638}" dt="2023-07-16T08:28:59.896" v="312" actId="729"/>
        <pc:sldMkLst>
          <pc:docMk/>
          <pc:sldMk cId="1201868625" sldId="393"/>
        </pc:sldMkLst>
      </pc:sldChg>
      <pc:sldChg chg="addSp modSp mod">
        <pc:chgData name="Artanago, Kenwyn" userId="280bbbef-73a8-4da2-b05f-60f93405c8ba" providerId="ADAL" clId="{7A0A163C-5BAC-46C4-B51C-B27C04650638}" dt="2023-07-16T08:06:27.262" v="66" actId="962"/>
        <pc:sldMkLst>
          <pc:docMk/>
          <pc:sldMk cId="3947617216" sldId="394"/>
        </pc:sldMkLst>
        <pc:picChg chg="add mod">
          <ac:chgData name="Artanago, Kenwyn" userId="280bbbef-73a8-4da2-b05f-60f93405c8ba" providerId="ADAL" clId="{7A0A163C-5BAC-46C4-B51C-B27C04650638}" dt="2023-07-16T08:06:27.262" v="66" actId="962"/>
          <ac:picMkLst>
            <pc:docMk/>
            <pc:sldMk cId="3947617216" sldId="394"/>
            <ac:picMk id="7" creationId="{08D7E78E-225A-443D-A782-C3E7B97910D2}"/>
          </ac:picMkLst>
        </pc:picChg>
      </pc:sldChg>
      <pc:sldChg chg="addSp modSp mod">
        <pc:chgData name="Artanago, Kenwyn" userId="280bbbef-73a8-4da2-b05f-60f93405c8ba" providerId="ADAL" clId="{7A0A163C-5BAC-46C4-B51C-B27C04650638}" dt="2023-07-16T08:19:17.777" v="185" actId="27614"/>
        <pc:sldMkLst>
          <pc:docMk/>
          <pc:sldMk cId="1042451822" sldId="395"/>
        </pc:sldMkLst>
        <pc:picChg chg="add mod">
          <ac:chgData name="Artanago, Kenwyn" userId="280bbbef-73a8-4da2-b05f-60f93405c8ba" providerId="ADAL" clId="{7A0A163C-5BAC-46C4-B51C-B27C04650638}" dt="2023-07-16T08:19:17.777" v="185" actId="27614"/>
          <ac:picMkLst>
            <pc:docMk/>
            <pc:sldMk cId="1042451822" sldId="395"/>
            <ac:picMk id="7" creationId="{35034E99-F463-4EC3-B9C6-0DDD2A421751}"/>
          </ac:picMkLst>
        </pc:picChg>
      </pc:sldChg>
      <pc:sldChg chg="addSp modSp mod">
        <pc:chgData name="Artanago, Kenwyn" userId="280bbbef-73a8-4da2-b05f-60f93405c8ba" providerId="ADAL" clId="{7A0A163C-5BAC-46C4-B51C-B27C04650638}" dt="2023-07-16T08:19:21.300" v="188" actId="962"/>
        <pc:sldMkLst>
          <pc:docMk/>
          <pc:sldMk cId="3510275573" sldId="396"/>
        </pc:sldMkLst>
        <pc:picChg chg="add mod">
          <ac:chgData name="Artanago, Kenwyn" userId="280bbbef-73a8-4da2-b05f-60f93405c8ba" providerId="ADAL" clId="{7A0A163C-5BAC-46C4-B51C-B27C04650638}" dt="2023-07-16T08:19:21.300" v="188" actId="962"/>
          <ac:picMkLst>
            <pc:docMk/>
            <pc:sldMk cId="3510275573" sldId="396"/>
            <ac:picMk id="7" creationId="{251766A7-D1C2-447E-9AC2-D46B544BB8AA}"/>
          </ac:picMkLst>
        </pc:picChg>
      </pc:sldChg>
      <pc:sldChg chg="addSp modSp mod">
        <pc:chgData name="Artanago, Kenwyn" userId="280bbbef-73a8-4da2-b05f-60f93405c8ba" providerId="ADAL" clId="{7A0A163C-5BAC-46C4-B51C-B27C04650638}" dt="2023-07-16T08:19:27.791" v="191" actId="962"/>
        <pc:sldMkLst>
          <pc:docMk/>
          <pc:sldMk cId="2070663167" sldId="397"/>
        </pc:sldMkLst>
        <pc:picChg chg="add mod">
          <ac:chgData name="Artanago, Kenwyn" userId="280bbbef-73a8-4da2-b05f-60f93405c8ba" providerId="ADAL" clId="{7A0A163C-5BAC-46C4-B51C-B27C04650638}" dt="2023-07-16T08:19:27.791" v="191" actId="962"/>
          <ac:picMkLst>
            <pc:docMk/>
            <pc:sldMk cId="2070663167" sldId="397"/>
            <ac:picMk id="7" creationId="{F375D645-2C2F-4A77-9EF6-0CBACA964117}"/>
          </ac:picMkLst>
        </pc:picChg>
      </pc:sldChg>
      <pc:sldChg chg="addSp modSp mod">
        <pc:chgData name="Artanago, Kenwyn" userId="280bbbef-73a8-4da2-b05f-60f93405c8ba" providerId="ADAL" clId="{7A0A163C-5BAC-46C4-B51C-B27C04650638}" dt="2023-07-16T08:19:31.402" v="194" actId="962"/>
        <pc:sldMkLst>
          <pc:docMk/>
          <pc:sldMk cId="3313265396" sldId="398"/>
        </pc:sldMkLst>
        <pc:picChg chg="add mod">
          <ac:chgData name="Artanago, Kenwyn" userId="280bbbef-73a8-4da2-b05f-60f93405c8ba" providerId="ADAL" clId="{7A0A163C-5BAC-46C4-B51C-B27C04650638}" dt="2023-07-16T08:19:31.402" v="194" actId="962"/>
          <ac:picMkLst>
            <pc:docMk/>
            <pc:sldMk cId="3313265396" sldId="398"/>
            <ac:picMk id="7" creationId="{E1BD2D39-68AC-474C-8763-C86292A78E89}"/>
          </ac:picMkLst>
        </pc:picChg>
      </pc:sldChg>
      <pc:sldChg chg="addSp modSp mod">
        <pc:chgData name="Artanago, Kenwyn" userId="280bbbef-73a8-4da2-b05f-60f93405c8ba" providerId="ADAL" clId="{7A0A163C-5BAC-46C4-B51C-B27C04650638}" dt="2023-07-16T08:19:35.770" v="196" actId="27614"/>
        <pc:sldMkLst>
          <pc:docMk/>
          <pc:sldMk cId="959628280" sldId="399"/>
        </pc:sldMkLst>
        <pc:picChg chg="add mod">
          <ac:chgData name="Artanago, Kenwyn" userId="280bbbef-73a8-4da2-b05f-60f93405c8ba" providerId="ADAL" clId="{7A0A163C-5BAC-46C4-B51C-B27C04650638}" dt="2023-07-16T08:19:35.770" v="196" actId="27614"/>
          <ac:picMkLst>
            <pc:docMk/>
            <pc:sldMk cId="959628280" sldId="399"/>
            <ac:picMk id="7" creationId="{AB3A5FC8-59F5-42B4-9737-D8F15ACA0B7A}"/>
          </ac:picMkLst>
        </pc:picChg>
      </pc:sldChg>
      <pc:sldChg chg="addSp modSp mod">
        <pc:chgData name="Artanago, Kenwyn" userId="280bbbef-73a8-4da2-b05f-60f93405c8ba" providerId="ADAL" clId="{7A0A163C-5BAC-46C4-B51C-B27C04650638}" dt="2023-07-16T08:19:40.174" v="199" actId="962"/>
        <pc:sldMkLst>
          <pc:docMk/>
          <pc:sldMk cId="3606197727" sldId="400"/>
        </pc:sldMkLst>
        <pc:picChg chg="add mod">
          <ac:chgData name="Artanago, Kenwyn" userId="280bbbef-73a8-4da2-b05f-60f93405c8ba" providerId="ADAL" clId="{7A0A163C-5BAC-46C4-B51C-B27C04650638}" dt="2023-07-16T08:19:40.174" v="199" actId="962"/>
          <ac:picMkLst>
            <pc:docMk/>
            <pc:sldMk cId="3606197727" sldId="400"/>
            <ac:picMk id="7" creationId="{0357CDF9-37AA-4D47-B2D0-3970FA24EB5C}"/>
          </ac:picMkLst>
        </pc:picChg>
      </pc:sldChg>
      <pc:sldChg chg="modSp add mod">
        <pc:chgData name="Artanago, Kenwyn" userId="280bbbef-73a8-4da2-b05f-60f93405c8ba" providerId="ADAL" clId="{7A0A163C-5BAC-46C4-B51C-B27C04650638}" dt="2023-07-16T08:14:58.878" v="154"/>
        <pc:sldMkLst>
          <pc:docMk/>
          <pc:sldMk cId="3598211448" sldId="403"/>
        </pc:sldMkLst>
        <pc:spChg chg="mod">
          <ac:chgData name="Artanago, Kenwyn" userId="280bbbef-73a8-4da2-b05f-60f93405c8ba" providerId="ADAL" clId="{7A0A163C-5BAC-46C4-B51C-B27C04650638}" dt="2023-07-16T08:14:58.878" v="154"/>
          <ac:spMkLst>
            <pc:docMk/>
            <pc:sldMk cId="3598211448" sldId="403"/>
            <ac:spMk id="289" creationId="{00000000-0000-0000-0000-000000000000}"/>
          </ac:spMkLst>
        </pc:spChg>
      </pc:sldChg>
      <pc:sldChg chg="modSp add mod">
        <pc:chgData name="Artanago, Kenwyn" userId="280bbbef-73a8-4da2-b05f-60f93405c8ba" providerId="ADAL" clId="{7A0A163C-5BAC-46C4-B51C-B27C04650638}" dt="2023-07-16T08:14:41.601" v="151"/>
        <pc:sldMkLst>
          <pc:docMk/>
          <pc:sldMk cId="1770506626" sldId="404"/>
        </pc:sldMkLst>
        <pc:spChg chg="mod">
          <ac:chgData name="Artanago, Kenwyn" userId="280bbbef-73a8-4da2-b05f-60f93405c8ba" providerId="ADAL" clId="{7A0A163C-5BAC-46C4-B51C-B27C04650638}" dt="2023-07-16T08:14:41.601" v="151"/>
          <ac:spMkLst>
            <pc:docMk/>
            <pc:sldMk cId="1770506626" sldId="404"/>
            <ac:spMk id="289" creationId="{00000000-0000-0000-0000-000000000000}"/>
          </ac:spMkLst>
        </pc:spChg>
      </pc:sldChg>
      <pc:sldChg chg="modSp add mod">
        <pc:chgData name="Artanago, Kenwyn" userId="280bbbef-73a8-4da2-b05f-60f93405c8ba" providerId="ADAL" clId="{7A0A163C-5BAC-46C4-B51C-B27C04650638}" dt="2023-07-16T08:14:28.294" v="148"/>
        <pc:sldMkLst>
          <pc:docMk/>
          <pc:sldMk cId="3660272692" sldId="405"/>
        </pc:sldMkLst>
        <pc:spChg chg="mod">
          <ac:chgData name="Artanago, Kenwyn" userId="280bbbef-73a8-4da2-b05f-60f93405c8ba" providerId="ADAL" clId="{7A0A163C-5BAC-46C4-B51C-B27C04650638}" dt="2023-07-16T08:14:28.294" v="148"/>
          <ac:spMkLst>
            <pc:docMk/>
            <pc:sldMk cId="3660272692" sldId="405"/>
            <ac:spMk id="289" creationId="{00000000-0000-0000-0000-000000000000}"/>
          </ac:spMkLst>
        </pc:spChg>
      </pc:sldChg>
      <pc:sldChg chg="addSp modSp add mod">
        <pc:chgData name="Artanago, Kenwyn" userId="280bbbef-73a8-4da2-b05f-60f93405c8ba" providerId="ADAL" clId="{7A0A163C-5BAC-46C4-B51C-B27C04650638}" dt="2023-07-16T09:25:15.690" v="453" actId="962"/>
        <pc:sldMkLst>
          <pc:docMk/>
          <pc:sldMk cId="279105068" sldId="406"/>
        </pc:sldMkLst>
        <pc:picChg chg="add mod">
          <ac:chgData name="Artanago, Kenwyn" userId="280bbbef-73a8-4da2-b05f-60f93405c8ba" providerId="ADAL" clId="{7A0A163C-5BAC-46C4-B51C-B27C04650638}" dt="2023-07-16T09:25:15.690" v="453" actId="962"/>
          <ac:picMkLst>
            <pc:docMk/>
            <pc:sldMk cId="279105068" sldId="406"/>
            <ac:picMk id="6" creationId="{AD0CF7D0-67BD-48BB-8F78-98EC0E8C16EA}"/>
          </ac:picMkLst>
        </pc:picChg>
      </pc:sldChg>
      <pc:sldMasterChg chg="modSldLayout">
        <pc:chgData name="Artanago, Kenwyn" userId="280bbbef-73a8-4da2-b05f-60f93405c8ba" providerId="ADAL" clId="{7A0A163C-5BAC-46C4-B51C-B27C04650638}" dt="2023-07-16T08:04:29.165" v="2" actId="20577"/>
        <pc:sldMasterMkLst>
          <pc:docMk/>
          <pc:sldMasterMk cId="0" sldId="2147483648"/>
        </pc:sldMasterMkLst>
        <pc:sldLayoutChg chg="modSp mod">
          <pc:chgData name="Artanago, Kenwyn" userId="280bbbef-73a8-4da2-b05f-60f93405c8ba" providerId="ADAL" clId="{7A0A163C-5BAC-46C4-B51C-B27C04650638}" dt="2023-07-16T08:04:29.165" v="2" actId="20577"/>
          <pc:sldLayoutMkLst>
            <pc:docMk/>
            <pc:sldMasterMk cId="0" sldId="2147483648"/>
            <pc:sldLayoutMk cId="0" sldId="2147483650"/>
          </pc:sldLayoutMkLst>
          <pc:spChg chg="mod">
            <ac:chgData name="Artanago, Kenwyn" userId="280bbbef-73a8-4da2-b05f-60f93405c8ba" providerId="ADAL" clId="{7A0A163C-5BAC-46C4-B51C-B27C04650638}" dt="2023-07-16T08:04:29.165" v="2" actId="20577"/>
            <ac:spMkLst>
              <pc:docMk/>
              <pc:sldMasterMk cId="0" sldId="2147483648"/>
              <pc:sldLayoutMk cId="0" sldId="2147483650"/>
              <ac:spMk id="18" creationId="{00000000-0000-0000-0000-000000000000}"/>
            </ac:spMkLst>
          </pc:spChg>
        </pc:sldLayoutChg>
      </pc:sldMasterChg>
    </pc:docChg>
  </pc:docChgLst>
  <pc:docChgLst>
    <pc:chgData name="Artanago, Kenwyn" userId="280bbbef-73a8-4da2-b05f-60f93405c8ba" providerId="ADAL" clId="{90396D97-E750-4C3D-8AE3-AA8D8721BFDF}"/>
    <pc:docChg chg="undo custSel addSld delSld modSld sldOrd modMainMaster">
      <pc:chgData name="Artanago, Kenwyn" userId="280bbbef-73a8-4da2-b05f-60f93405c8ba" providerId="ADAL" clId="{90396D97-E750-4C3D-8AE3-AA8D8721BFDF}" dt="2023-07-09T10:29:22.197" v="282" actId="729"/>
      <pc:docMkLst>
        <pc:docMk/>
      </pc:docMkLst>
      <pc:sldChg chg="addSp modSp mod">
        <pc:chgData name="Artanago, Kenwyn" userId="280bbbef-73a8-4da2-b05f-60f93405c8ba" providerId="ADAL" clId="{90396D97-E750-4C3D-8AE3-AA8D8721BFDF}" dt="2023-07-09T10:13:14.443" v="3" actId="27614"/>
        <pc:sldMkLst>
          <pc:docMk/>
          <pc:sldMk cId="0" sldId="258"/>
        </pc:sldMkLst>
        <pc:picChg chg="add mod">
          <ac:chgData name="Artanago, Kenwyn" userId="280bbbef-73a8-4da2-b05f-60f93405c8ba" providerId="ADAL" clId="{90396D97-E750-4C3D-8AE3-AA8D8721BFDF}" dt="2023-07-09T10:13:14.443" v="3" actId="27614"/>
          <ac:picMkLst>
            <pc:docMk/>
            <pc:sldMk cId="0" sldId="258"/>
            <ac:picMk id="4" creationId="{6420ADC6-94FF-4019-947D-07A4321E9B6E}"/>
          </ac:picMkLst>
        </pc:picChg>
      </pc:sldChg>
      <pc:sldChg chg="addSp modSp mod">
        <pc:chgData name="Artanago, Kenwyn" userId="280bbbef-73a8-4da2-b05f-60f93405c8ba" providerId="ADAL" clId="{90396D97-E750-4C3D-8AE3-AA8D8721BFDF}" dt="2023-07-09T10:13:16.835" v="6" actId="962"/>
        <pc:sldMkLst>
          <pc:docMk/>
          <pc:sldMk cId="0" sldId="259"/>
        </pc:sldMkLst>
        <pc:picChg chg="add mod">
          <ac:chgData name="Artanago, Kenwyn" userId="280bbbef-73a8-4da2-b05f-60f93405c8ba" providerId="ADAL" clId="{90396D97-E750-4C3D-8AE3-AA8D8721BFDF}" dt="2023-07-09T10:13:16.835" v="6" actId="962"/>
          <ac:picMkLst>
            <pc:docMk/>
            <pc:sldMk cId="0" sldId="259"/>
            <ac:picMk id="3" creationId="{97AAE4DE-6497-4230-A8B2-FED6DE5CB9AF}"/>
          </ac:picMkLst>
        </pc:picChg>
      </pc:sldChg>
      <pc:sldChg chg="addSp modSp mod">
        <pc:chgData name="Artanago, Kenwyn" userId="280bbbef-73a8-4da2-b05f-60f93405c8ba" providerId="ADAL" clId="{90396D97-E750-4C3D-8AE3-AA8D8721BFDF}" dt="2023-07-09T10:13:20.809" v="9" actId="962"/>
        <pc:sldMkLst>
          <pc:docMk/>
          <pc:sldMk cId="0" sldId="260"/>
        </pc:sldMkLst>
        <pc:picChg chg="add mod">
          <ac:chgData name="Artanago, Kenwyn" userId="280bbbef-73a8-4da2-b05f-60f93405c8ba" providerId="ADAL" clId="{90396D97-E750-4C3D-8AE3-AA8D8721BFDF}" dt="2023-07-09T10:13:20.809" v="9" actId="962"/>
          <ac:picMkLst>
            <pc:docMk/>
            <pc:sldMk cId="0" sldId="260"/>
            <ac:picMk id="4" creationId="{9725AFFB-58D6-4129-9964-EFCF562866F0}"/>
          </ac:picMkLst>
        </pc:picChg>
      </pc:sldChg>
      <pc:sldChg chg="addSp modSp mod">
        <pc:chgData name="Artanago, Kenwyn" userId="280bbbef-73a8-4da2-b05f-60f93405c8ba" providerId="ADAL" clId="{90396D97-E750-4C3D-8AE3-AA8D8721BFDF}" dt="2023-07-09T10:13:23.811" v="12" actId="962"/>
        <pc:sldMkLst>
          <pc:docMk/>
          <pc:sldMk cId="0" sldId="261"/>
        </pc:sldMkLst>
        <pc:picChg chg="add mod">
          <ac:chgData name="Artanago, Kenwyn" userId="280bbbef-73a8-4da2-b05f-60f93405c8ba" providerId="ADAL" clId="{90396D97-E750-4C3D-8AE3-AA8D8721BFDF}" dt="2023-07-09T10:13:23.811" v="12" actId="962"/>
          <ac:picMkLst>
            <pc:docMk/>
            <pc:sldMk cId="0" sldId="261"/>
            <ac:picMk id="5" creationId="{C37B4DBE-F88B-4602-9B19-36B32BFDE491}"/>
          </ac:picMkLst>
        </pc:picChg>
      </pc:sldChg>
      <pc:sldChg chg="addSp modSp mod">
        <pc:chgData name="Artanago, Kenwyn" userId="280bbbef-73a8-4da2-b05f-60f93405c8ba" providerId="ADAL" clId="{90396D97-E750-4C3D-8AE3-AA8D8721BFDF}" dt="2023-07-09T10:13:28.505" v="14" actId="27614"/>
        <pc:sldMkLst>
          <pc:docMk/>
          <pc:sldMk cId="0" sldId="262"/>
        </pc:sldMkLst>
        <pc:picChg chg="add mod">
          <ac:chgData name="Artanago, Kenwyn" userId="280bbbef-73a8-4da2-b05f-60f93405c8ba" providerId="ADAL" clId="{90396D97-E750-4C3D-8AE3-AA8D8721BFDF}" dt="2023-07-09T10:13:28.505" v="14" actId="27614"/>
          <ac:picMkLst>
            <pc:docMk/>
            <pc:sldMk cId="0" sldId="262"/>
            <ac:picMk id="5" creationId="{5BC1CCEE-4BAB-4D26-A4B3-6D3C2B1A5042}"/>
          </ac:picMkLst>
        </pc:picChg>
      </pc:sldChg>
      <pc:sldChg chg="addSp modSp mod">
        <pc:chgData name="Artanago, Kenwyn" userId="280bbbef-73a8-4da2-b05f-60f93405c8ba" providerId="ADAL" clId="{90396D97-E750-4C3D-8AE3-AA8D8721BFDF}" dt="2023-07-09T10:13:31.771" v="17" actId="962"/>
        <pc:sldMkLst>
          <pc:docMk/>
          <pc:sldMk cId="0" sldId="263"/>
        </pc:sldMkLst>
        <pc:picChg chg="add mod">
          <ac:chgData name="Artanago, Kenwyn" userId="280bbbef-73a8-4da2-b05f-60f93405c8ba" providerId="ADAL" clId="{90396D97-E750-4C3D-8AE3-AA8D8721BFDF}" dt="2023-07-09T10:13:31.771" v="17" actId="962"/>
          <ac:picMkLst>
            <pc:docMk/>
            <pc:sldMk cId="0" sldId="263"/>
            <ac:picMk id="5" creationId="{76649406-33C6-4314-BE29-4FE44E13C78B}"/>
          </ac:picMkLst>
        </pc:picChg>
      </pc:sldChg>
      <pc:sldChg chg="addSp modSp mod">
        <pc:chgData name="Artanago, Kenwyn" userId="280bbbef-73a8-4da2-b05f-60f93405c8ba" providerId="ADAL" clId="{90396D97-E750-4C3D-8AE3-AA8D8721BFDF}" dt="2023-07-09T10:13:35.693" v="20" actId="962"/>
        <pc:sldMkLst>
          <pc:docMk/>
          <pc:sldMk cId="0" sldId="264"/>
        </pc:sldMkLst>
        <pc:picChg chg="add mod">
          <ac:chgData name="Artanago, Kenwyn" userId="280bbbef-73a8-4da2-b05f-60f93405c8ba" providerId="ADAL" clId="{90396D97-E750-4C3D-8AE3-AA8D8721BFDF}" dt="2023-07-09T10:13:35.693" v="20" actId="962"/>
          <ac:picMkLst>
            <pc:docMk/>
            <pc:sldMk cId="0" sldId="264"/>
            <ac:picMk id="5" creationId="{755D0104-D1B1-4F41-AC59-BB45A6C91084}"/>
          </ac:picMkLst>
        </pc:picChg>
      </pc:sldChg>
      <pc:sldChg chg="addSp modSp mod">
        <pc:chgData name="Artanago, Kenwyn" userId="280bbbef-73a8-4da2-b05f-60f93405c8ba" providerId="ADAL" clId="{90396D97-E750-4C3D-8AE3-AA8D8721BFDF}" dt="2023-07-09T10:13:38.988" v="23" actId="962"/>
        <pc:sldMkLst>
          <pc:docMk/>
          <pc:sldMk cId="0" sldId="265"/>
        </pc:sldMkLst>
        <pc:picChg chg="add mod">
          <ac:chgData name="Artanago, Kenwyn" userId="280bbbef-73a8-4da2-b05f-60f93405c8ba" providerId="ADAL" clId="{90396D97-E750-4C3D-8AE3-AA8D8721BFDF}" dt="2023-07-09T10:13:38.988" v="23" actId="962"/>
          <ac:picMkLst>
            <pc:docMk/>
            <pc:sldMk cId="0" sldId="265"/>
            <ac:picMk id="5" creationId="{A0CD3CF6-2614-4EC7-BF8B-1110E7768DE8}"/>
          </ac:picMkLst>
        </pc:picChg>
      </pc:sldChg>
      <pc:sldChg chg="addSp modSp mod">
        <pc:chgData name="Artanago, Kenwyn" userId="280bbbef-73a8-4da2-b05f-60f93405c8ba" providerId="ADAL" clId="{90396D97-E750-4C3D-8AE3-AA8D8721BFDF}" dt="2023-07-09T10:13:44.931" v="26" actId="962"/>
        <pc:sldMkLst>
          <pc:docMk/>
          <pc:sldMk cId="0" sldId="266"/>
        </pc:sldMkLst>
        <pc:picChg chg="add mod">
          <ac:chgData name="Artanago, Kenwyn" userId="280bbbef-73a8-4da2-b05f-60f93405c8ba" providerId="ADAL" clId="{90396D97-E750-4C3D-8AE3-AA8D8721BFDF}" dt="2023-07-09T10:13:44.931" v="26" actId="962"/>
          <ac:picMkLst>
            <pc:docMk/>
            <pc:sldMk cId="0" sldId="266"/>
            <ac:picMk id="5" creationId="{B7F077E7-A411-49EE-B253-EEC4966A8595}"/>
          </ac:picMkLst>
        </pc:picChg>
      </pc:sldChg>
      <pc:sldChg chg="addSp modSp mod">
        <pc:chgData name="Artanago, Kenwyn" userId="280bbbef-73a8-4da2-b05f-60f93405c8ba" providerId="ADAL" clId="{90396D97-E750-4C3D-8AE3-AA8D8721BFDF}" dt="2023-07-09T10:14:18.315" v="29" actId="962"/>
        <pc:sldMkLst>
          <pc:docMk/>
          <pc:sldMk cId="0" sldId="267"/>
        </pc:sldMkLst>
        <pc:picChg chg="add mod">
          <ac:chgData name="Artanago, Kenwyn" userId="280bbbef-73a8-4da2-b05f-60f93405c8ba" providerId="ADAL" clId="{90396D97-E750-4C3D-8AE3-AA8D8721BFDF}" dt="2023-07-09T10:14:18.315" v="29" actId="962"/>
          <ac:picMkLst>
            <pc:docMk/>
            <pc:sldMk cId="0" sldId="267"/>
            <ac:picMk id="5" creationId="{4B338D43-8F94-46B4-A368-86D7E7128BCD}"/>
          </ac:picMkLst>
        </pc:picChg>
      </pc:sldChg>
      <pc:sldChg chg="addSp modSp mod">
        <pc:chgData name="Artanago, Kenwyn" userId="280bbbef-73a8-4da2-b05f-60f93405c8ba" providerId="ADAL" clId="{90396D97-E750-4C3D-8AE3-AA8D8721BFDF}" dt="2023-07-09T10:14:29.432" v="31" actId="27614"/>
        <pc:sldMkLst>
          <pc:docMk/>
          <pc:sldMk cId="0" sldId="268"/>
        </pc:sldMkLst>
        <pc:picChg chg="add mod">
          <ac:chgData name="Artanago, Kenwyn" userId="280bbbef-73a8-4da2-b05f-60f93405c8ba" providerId="ADAL" clId="{90396D97-E750-4C3D-8AE3-AA8D8721BFDF}" dt="2023-07-09T10:14:29.432" v="31" actId="27614"/>
          <ac:picMkLst>
            <pc:docMk/>
            <pc:sldMk cId="0" sldId="268"/>
            <ac:picMk id="5" creationId="{58D45BAF-81EE-4CC4-8FBD-A35EA67E5474}"/>
          </ac:picMkLst>
        </pc:picChg>
      </pc:sldChg>
      <pc:sldChg chg="addSp modSp mod">
        <pc:chgData name="Artanago, Kenwyn" userId="280bbbef-73a8-4da2-b05f-60f93405c8ba" providerId="ADAL" clId="{90396D97-E750-4C3D-8AE3-AA8D8721BFDF}" dt="2023-07-09T10:14:32.263" v="34" actId="962"/>
        <pc:sldMkLst>
          <pc:docMk/>
          <pc:sldMk cId="0" sldId="269"/>
        </pc:sldMkLst>
        <pc:picChg chg="add mod">
          <ac:chgData name="Artanago, Kenwyn" userId="280bbbef-73a8-4da2-b05f-60f93405c8ba" providerId="ADAL" clId="{90396D97-E750-4C3D-8AE3-AA8D8721BFDF}" dt="2023-07-09T10:14:32.263" v="34" actId="962"/>
          <ac:picMkLst>
            <pc:docMk/>
            <pc:sldMk cId="0" sldId="269"/>
            <ac:picMk id="5" creationId="{CB117C9D-89C9-4BF5-B11F-10E323858EF5}"/>
          </ac:picMkLst>
        </pc:picChg>
      </pc:sldChg>
      <pc:sldChg chg="addSp delSp modSp mod">
        <pc:chgData name="Artanago, Kenwyn" userId="280bbbef-73a8-4da2-b05f-60f93405c8ba" providerId="ADAL" clId="{90396D97-E750-4C3D-8AE3-AA8D8721BFDF}" dt="2023-07-09T10:16:40.551" v="43" actId="14100"/>
        <pc:sldMkLst>
          <pc:docMk/>
          <pc:sldMk cId="0" sldId="271"/>
        </pc:sldMkLst>
        <pc:picChg chg="add del mod">
          <ac:chgData name="Artanago, Kenwyn" userId="280bbbef-73a8-4da2-b05f-60f93405c8ba" providerId="ADAL" clId="{90396D97-E750-4C3D-8AE3-AA8D8721BFDF}" dt="2023-07-09T10:16:14.440" v="38" actId="478"/>
          <ac:picMkLst>
            <pc:docMk/>
            <pc:sldMk cId="0" sldId="271"/>
            <ac:picMk id="5" creationId="{CAF7135B-4FF7-41BE-AC3C-6AC49CFD0CBC}"/>
          </ac:picMkLst>
        </pc:picChg>
        <pc:picChg chg="add mod">
          <ac:chgData name="Artanago, Kenwyn" userId="280bbbef-73a8-4da2-b05f-60f93405c8ba" providerId="ADAL" clId="{90396D97-E750-4C3D-8AE3-AA8D8721BFDF}" dt="2023-07-09T10:16:40.551" v="43" actId="14100"/>
          <ac:picMkLst>
            <pc:docMk/>
            <pc:sldMk cId="0" sldId="271"/>
            <ac:picMk id="7" creationId="{7F178205-9F17-42E1-95F4-32372446BFEB}"/>
          </ac:picMkLst>
        </pc:picChg>
      </pc:sldChg>
      <pc:sldChg chg="addSp modSp mod">
        <pc:chgData name="Artanago, Kenwyn" userId="280bbbef-73a8-4da2-b05f-60f93405c8ba" providerId="ADAL" clId="{90396D97-E750-4C3D-8AE3-AA8D8721BFDF}" dt="2023-07-09T10:16:52.298" v="48" actId="14100"/>
        <pc:sldMkLst>
          <pc:docMk/>
          <pc:sldMk cId="0" sldId="272"/>
        </pc:sldMkLst>
        <pc:picChg chg="add mod">
          <ac:chgData name="Artanago, Kenwyn" userId="280bbbef-73a8-4da2-b05f-60f93405c8ba" providerId="ADAL" clId="{90396D97-E750-4C3D-8AE3-AA8D8721BFDF}" dt="2023-07-09T10:16:52.298" v="48" actId="14100"/>
          <ac:picMkLst>
            <pc:docMk/>
            <pc:sldMk cId="0" sldId="272"/>
            <ac:picMk id="5" creationId="{2BDAEA6B-FF91-42B9-AF28-0A14117EE627}"/>
          </ac:picMkLst>
        </pc:picChg>
      </pc:sldChg>
      <pc:sldChg chg="addSp modSp mod">
        <pc:chgData name="Artanago, Kenwyn" userId="280bbbef-73a8-4da2-b05f-60f93405c8ba" providerId="ADAL" clId="{90396D97-E750-4C3D-8AE3-AA8D8721BFDF}" dt="2023-07-09T10:17:02.553" v="53" actId="14100"/>
        <pc:sldMkLst>
          <pc:docMk/>
          <pc:sldMk cId="0" sldId="273"/>
        </pc:sldMkLst>
        <pc:picChg chg="add mod">
          <ac:chgData name="Artanago, Kenwyn" userId="280bbbef-73a8-4da2-b05f-60f93405c8ba" providerId="ADAL" clId="{90396D97-E750-4C3D-8AE3-AA8D8721BFDF}" dt="2023-07-09T10:17:02.553" v="53" actId="14100"/>
          <ac:picMkLst>
            <pc:docMk/>
            <pc:sldMk cId="0" sldId="273"/>
            <ac:picMk id="5" creationId="{9824AB3D-FC32-48E0-A0C1-FB36A70BC17D}"/>
          </ac:picMkLst>
        </pc:picChg>
      </pc:sldChg>
      <pc:sldChg chg="addSp modSp mod">
        <pc:chgData name="Artanago, Kenwyn" userId="280bbbef-73a8-4da2-b05f-60f93405c8ba" providerId="ADAL" clId="{90396D97-E750-4C3D-8AE3-AA8D8721BFDF}" dt="2023-07-09T10:17:13.613" v="58" actId="14100"/>
        <pc:sldMkLst>
          <pc:docMk/>
          <pc:sldMk cId="0" sldId="274"/>
        </pc:sldMkLst>
        <pc:picChg chg="add mod">
          <ac:chgData name="Artanago, Kenwyn" userId="280bbbef-73a8-4da2-b05f-60f93405c8ba" providerId="ADAL" clId="{90396D97-E750-4C3D-8AE3-AA8D8721BFDF}" dt="2023-07-09T10:17:13.613" v="58" actId="14100"/>
          <ac:picMkLst>
            <pc:docMk/>
            <pc:sldMk cId="0" sldId="274"/>
            <ac:picMk id="5" creationId="{8422990C-58C3-4BC6-9787-ED46D4733B2E}"/>
          </ac:picMkLst>
        </pc:picChg>
      </pc:sldChg>
      <pc:sldChg chg="addSp modSp mod">
        <pc:chgData name="Artanago, Kenwyn" userId="280bbbef-73a8-4da2-b05f-60f93405c8ba" providerId="ADAL" clId="{90396D97-E750-4C3D-8AE3-AA8D8721BFDF}" dt="2023-07-09T10:17:26.170" v="63" actId="14100"/>
        <pc:sldMkLst>
          <pc:docMk/>
          <pc:sldMk cId="0" sldId="275"/>
        </pc:sldMkLst>
        <pc:picChg chg="add mod">
          <ac:chgData name="Artanago, Kenwyn" userId="280bbbef-73a8-4da2-b05f-60f93405c8ba" providerId="ADAL" clId="{90396D97-E750-4C3D-8AE3-AA8D8721BFDF}" dt="2023-07-09T10:17:26.170" v="63" actId="14100"/>
          <ac:picMkLst>
            <pc:docMk/>
            <pc:sldMk cId="0" sldId="275"/>
            <ac:picMk id="5" creationId="{73692636-481A-4945-88DA-0633C2DF9CD1}"/>
          </ac:picMkLst>
        </pc:picChg>
      </pc:sldChg>
      <pc:sldChg chg="addSp modSp mod">
        <pc:chgData name="Artanago, Kenwyn" userId="280bbbef-73a8-4da2-b05f-60f93405c8ba" providerId="ADAL" clId="{90396D97-E750-4C3D-8AE3-AA8D8721BFDF}" dt="2023-07-09T10:17:36.420" v="68" actId="14100"/>
        <pc:sldMkLst>
          <pc:docMk/>
          <pc:sldMk cId="0" sldId="276"/>
        </pc:sldMkLst>
        <pc:picChg chg="add mod">
          <ac:chgData name="Artanago, Kenwyn" userId="280bbbef-73a8-4da2-b05f-60f93405c8ba" providerId="ADAL" clId="{90396D97-E750-4C3D-8AE3-AA8D8721BFDF}" dt="2023-07-09T10:17:36.420" v="68" actId="14100"/>
          <ac:picMkLst>
            <pc:docMk/>
            <pc:sldMk cId="0" sldId="276"/>
            <ac:picMk id="5" creationId="{ED717F3B-9AEC-4418-B9E7-2CE4D95ACA6A}"/>
          </ac:picMkLst>
        </pc:picChg>
      </pc:sldChg>
      <pc:sldChg chg="modSp mod">
        <pc:chgData name="Artanago, Kenwyn" userId="280bbbef-73a8-4da2-b05f-60f93405c8ba" providerId="ADAL" clId="{90396D97-E750-4C3D-8AE3-AA8D8721BFDF}" dt="2023-07-09T10:18:50.834" v="90" actId="20577"/>
        <pc:sldMkLst>
          <pc:docMk/>
          <pc:sldMk cId="0" sldId="283"/>
        </pc:sldMkLst>
        <pc:spChg chg="mod">
          <ac:chgData name="Artanago, Kenwyn" userId="280bbbef-73a8-4da2-b05f-60f93405c8ba" providerId="ADAL" clId="{90396D97-E750-4C3D-8AE3-AA8D8721BFDF}" dt="2023-07-09T10:18:50.834" v="90" actId="20577"/>
          <ac:spMkLst>
            <pc:docMk/>
            <pc:sldMk cId="0" sldId="283"/>
            <ac:spMk id="268" creationId="{00000000-0000-0000-0000-000000000000}"/>
          </ac:spMkLst>
        </pc:spChg>
      </pc:sldChg>
      <pc:sldChg chg="modSp mod">
        <pc:chgData name="Artanago, Kenwyn" userId="280bbbef-73a8-4da2-b05f-60f93405c8ba" providerId="ADAL" clId="{90396D97-E750-4C3D-8AE3-AA8D8721BFDF}" dt="2023-07-09T10:21:06.635" v="101"/>
        <pc:sldMkLst>
          <pc:docMk/>
          <pc:sldMk cId="0" sldId="284"/>
        </pc:sldMkLst>
        <pc:spChg chg="mod">
          <ac:chgData name="Artanago, Kenwyn" userId="280bbbef-73a8-4da2-b05f-60f93405c8ba" providerId="ADAL" clId="{90396D97-E750-4C3D-8AE3-AA8D8721BFDF}" dt="2023-07-09T10:21:06.635" v="101"/>
          <ac:spMkLst>
            <pc:docMk/>
            <pc:sldMk cId="0" sldId="284"/>
            <ac:spMk id="274" creationId="{00000000-0000-0000-0000-000000000000}"/>
          </ac:spMkLst>
        </pc:spChg>
      </pc:sldChg>
      <pc:sldChg chg="modSp mod">
        <pc:chgData name="Artanago, Kenwyn" userId="280bbbef-73a8-4da2-b05f-60f93405c8ba" providerId="ADAL" clId="{90396D97-E750-4C3D-8AE3-AA8D8721BFDF}" dt="2023-07-09T10:21:16.969" v="104"/>
        <pc:sldMkLst>
          <pc:docMk/>
          <pc:sldMk cId="0" sldId="285"/>
        </pc:sldMkLst>
        <pc:spChg chg="mod">
          <ac:chgData name="Artanago, Kenwyn" userId="280bbbef-73a8-4da2-b05f-60f93405c8ba" providerId="ADAL" clId="{90396D97-E750-4C3D-8AE3-AA8D8721BFDF}" dt="2023-07-09T10:21:16.969" v="104"/>
          <ac:spMkLst>
            <pc:docMk/>
            <pc:sldMk cId="0" sldId="285"/>
            <ac:spMk id="279" creationId="{00000000-0000-0000-0000-000000000000}"/>
          </ac:spMkLst>
        </pc:spChg>
      </pc:sldChg>
      <pc:sldChg chg="modSp mod">
        <pc:chgData name="Artanago, Kenwyn" userId="280bbbef-73a8-4da2-b05f-60f93405c8ba" providerId="ADAL" clId="{90396D97-E750-4C3D-8AE3-AA8D8721BFDF}" dt="2023-07-09T10:21:27.448" v="107"/>
        <pc:sldMkLst>
          <pc:docMk/>
          <pc:sldMk cId="0" sldId="286"/>
        </pc:sldMkLst>
        <pc:spChg chg="mod">
          <ac:chgData name="Artanago, Kenwyn" userId="280bbbef-73a8-4da2-b05f-60f93405c8ba" providerId="ADAL" clId="{90396D97-E750-4C3D-8AE3-AA8D8721BFDF}" dt="2023-07-09T10:21:27.448" v="107"/>
          <ac:spMkLst>
            <pc:docMk/>
            <pc:sldMk cId="0" sldId="286"/>
            <ac:spMk id="284" creationId="{00000000-0000-0000-0000-000000000000}"/>
          </ac:spMkLst>
        </pc:spChg>
      </pc:sldChg>
      <pc:sldChg chg="modSp mod">
        <pc:chgData name="Artanago, Kenwyn" userId="280bbbef-73a8-4da2-b05f-60f93405c8ba" providerId="ADAL" clId="{90396D97-E750-4C3D-8AE3-AA8D8721BFDF}" dt="2023-07-09T10:21:39.553" v="110"/>
        <pc:sldMkLst>
          <pc:docMk/>
          <pc:sldMk cId="0" sldId="287"/>
        </pc:sldMkLst>
        <pc:spChg chg="mod">
          <ac:chgData name="Artanago, Kenwyn" userId="280bbbef-73a8-4da2-b05f-60f93405c8ba" providerId="ADAL" clId="{90396D97-E750-4C3D-8AE3-AA8D8721BFDF}" dt="2023-07-09T10:21:39.553" v="110"/>
          <ac:spMkLst>
            <pc:docMk/>
            <pc:sldMk cId="0" sldId="287"/>
            <ac:spMk id="289" creationId="{00000000-0000-0000-0000-000000000000}"/>
          </ac:spMkLst>
        </pc:spChg>
      </pc:sldChg>
      <pc:sldChg chg="addSp modSp mod">
        <pc:chgData name="Artanago, Kenwyn" userId="280bbbef-73a8-4da2-b05f-60f93405c8ba" providerId="ADAL" clId="{90396D97-E750-4C3D-8AE3-AA8D8721BFDF}" dt="2023-07-09T10:22:31.363" v="114" actId="962"/>
        <pc:sldMkLst>
          <pc:docMk/>
          <pc:sldMk cId="0" sldId="289"/>
        </pc:sldMkLst>
        <pc:picChg chg="add mod">
          <ac:chgData name="Artanago, Kenwyn" userId="280bbbef-73a8-4da2-b05f-60f93405c8ba" providerId="ADAL" clId="{90396D97-E750-4C3D-8AE3-AA8D8721BFDF}" dt="2023-07-09T10:22:31.363" v="114" actId="962"/>
          <ac:picMkLst>
            <pc:docMk/>
            <pc:sldMk cId="0" sldId="289"/>
            <ac:picMk id="5" creationId="{D9C208C2-207D-4930-BF73-CA503EED1136}"/>
          </ac:picMkLst>
        </pc:picChg>
      </pc:sldChg>
      <pc:sldChg chg="addSp modSp mod">
        <pc:chgData name="Artanago, Kenwyn" userId="280bbbef-73a8-4da2-b05f-60f93405c8ba" providerId="ADAL" clId="{90396D97-E750-4C3D-8AE3-AA8D8721BFDF}" dt="2023-07-09T10:22:36.039" v="117" actId="962"/>
        <pc:sldMkLst>
          <pc:docMk/>
          <pc:sldMk cId="0" sldId="290"/>
        </pc:sldMkLst>
        <pc:picChg chg="add mod">
          <ac:chgData name="Artanago, Kenwyn" userId="280bbbef-73a8-4da2-b05f-60f93405c8ba" providerId="ADAL" clId="{90396D97-E750-4C3D-8AE3-AA8D8721BFDF}" dt="2023-07-09T10:22:36.039" v="117" actId="962"/>
          <ac:picMkLst>
            <pc:docMk/>
            <pc:sldMk cId="0" sldId="290"/>
            <ac:picMk id="5" creationId="{32887D63-37EE-4FA7-A654-EE41FE76E98D}"/>
          </ac:picMkLst>
        </pc:picChg>
      </pc:sldChg>
      <pc:sldChg chg="addSp modSp mod">
        <pc:chgData name="Artanago, Kenwyn" userId="280bbbef-73a8-4da2-b05f-60f93405c8ba" providerId="ADAL" clId="{90396D97-E750-4C3D-8AE3-AA8D8721BFDF}" dt="2023-07-09T10:22:40.596" v="119" actId="27614"/>
        <pc:sldMkLst>
          <pc:docMk/>
          <pc:sldMk cId="0" sldId="293"/>
        </pc:sldMkLst>
        <pc:picChg chg="add mod">
          <ac:chgData name="Artanago, Kenwyn" userId="280bbbef-73a8-4da2-b05f-60f93405c8ba" providerId="ADAL" clId="{90396D97-E750-4C3D-8AE3-AA8D8721BFDF}" dt="2023-07-09T10:22:40.596" v="119" actId="27614"/>
          <ac:picMkLst>
            <pc:docMk/>
            <pc:sldMk cId="0" sldId="293"/>
            <ac:picMk id="5" creationId="{18BAE9A6-1888-4BDA-AF54-EF093FA833CC}"/>
          </ac:picMkLst>
        </pc:picChg>
      </pc:sldChg>
      <pc:sldChg chg="addSp modSp mod">
        <pc:chgData name="Artanago, Kenwyn" userId="280bbbef-73a8-4da2-b05f-60f93405c8ba" providerId="ADAL" clId="{90396D97-E750-4C3D-8AE3-AA8D8721BFDF}" dt="2023-07-09T10:22:44.550" v="121" actId="27614"/>
        <pc:sldMkLst>
          <pc:docMk/>
          <pc:sldMk cId="0" sldId="294"/>
        </pc:sldMkLst>
        <pc:picChg chg="add mod">
          <ac:chgData name="Artanago, Kenwyn" userId="280bbbef-73a8-4da2-b05f-60f93405c8ba" providerId="ADAL" clId="{90396D97-E750-4C3D-8AE3-AA8D8721BFDF}" dt="2023-07-09T10:22:44.550" v="121" actId="27614"/>
          <ac:picMkLst>
            <pc:docMk/>
            <pc:sldMk cId="0" sldId="294"/>
            <ac:picMk id="5" creationId="{DEBD2520-2D07-4F17-A216-293AD86D5580}"/>
          </ac:picMkLst>
        </pc:picChg>
      </pc:sldChg>
      <pc:sldChg chg="addSp modSp mod">
        <pc:chgData name="Artanago, Kenwyn" userId="280bbbef-73a8-4da2-b05f-60f93405c8ba" providerId="ADAL" clId="{90396D97-E750-4C3D-8AE3-AA8D8721BFDF}" dt="2023-07-09T10:22:48.378" v="124" actId="962"/>
        <pc:sldMkLst>
          <pc:docMk/>
          <pc:sldMk cId="0" sldId="295"/>
        </pc:sldMkLst>
        <pc:picChg chg="add mod">
          <ac:chgData name="Artanago, Kenwyn" userId="280bbbef-73a8-4da2-b05f-60f93405c8ba" providerId="ADAL" clId="{90396D97-E750-4C3D-8AE3-AA8D8721BFDF}" dt="2023-07-09T10:22:48.378" v="124" actId="962"/>
          <ac:picMkLst>
            <pc:docMk/>
            <pc:sldMk cId="0" sldId="295"/>
            <ac:picMk id="5" creationId="{CEAEE308-75FC-4874-A3FA-5D9903E3CB63}"/>
          </ac:picMkLst>
        </pc:picChg>
      </pc:sldChg>
      <pc:sldChg chg="addSp modSp mod">
        <pc:chgData name="Artanago, Kenwyn" userId="280bbbef-73a8-4da2-b05f-60f93405c8ba" providerId="ADAL" clId="{90396D97-E750-4C3D-8AE3-AA8D8721BFDF}" dt="2023-07-09T10:22:56.247" v="127" actId="962"/>
        <pc:sldMkLst>
          <pc:docMk/>
          <pc:sldMk cId="0" sldId="296"/>
        </pc:sldMkLst>
        <pc:picChg chg="add mod">
          <ac:chgData name="Artanago, Kenwyn" userId="280bbbef-73a8-4da2-b05f-60f93405c8ba" providerId="ADAL" clId="{90396D97-E750-4C3D-8AE3-AA8D8721BFDF}" dt="2023-07-09T10:22:56.247" v="127" actId="962"/>
          <ac:picMkLst>
            <pc:docMk/>
            <pc:sldMk cId="0" sldId="296"/>
            <ac:picMk id="5" creationId="{82794D30-4699-4142-8A1F-073D144AD3C1}"/>
          </ac:picMkLst>
        </pc:picChg>
      </pc:sldChg>
      <pc:sldChg chg="modSp mod">
        <pc:chgData name="Artanago, Kenwyn" userId="280bbbef-73a8-4da2-b05f-60f93405c8ba" providerId="ADAL" clId="{90396D97-E750-4C3D-8AE3-AA8D8721BFDF}" dt="2023-07-09T10:24:44.468" v="216" actId="20577"/>
        <pc:sldMkLst>
          <pc:docMk/>
          <pc:sldMk cId="0" sldId="302"/>
        </pc:sldMkLst>
        <pc:spChg chg="mod">
          <ac:chgData name="Artanago, Kenwyn" userId="280bbbef-73a8-4da2-b05f-60f93405c8ba" providerId="ADAL" clId="{90396D97-E750-4C3D-8AE3-AA8D8721BFDF}" dt="2023-07-09T10:24:44.468" v="216" actId="20577"/>
          <ac:spMkLst>
            <pc:docMk/>
            <pc:sldMk cId="0" sldId="302"/>
            <ac:spMk id="362" creationId="{00000000-0000-0000-0000-000000000000}"/>
          </ac:spMkLst>
        </pc:spChg>
      </pc:sldChg>
      <pc:sldChg chg="mod modShow">
        <pc:chgData name="Artanago, Kenwyn" userId="280bbbef-73a8-4da2-b05f-60f93405c8ba" providerId="ADAL" clId="{90396D97-E750-4C3D-8AE3-AA8D8721BFDF}" dt="2023-07-09T10:24:59.802" v="218" actId="729"/>
        <pc:sldMkLst>
          <pc:docMk/>
          <pc:sldMk cId="0" sldId="311"/>
        </pc:sldMkLst>
      </pc:sldChg>
      <pc:sldChg chg="mod modShow">
        <pc:chgData name="Artanago, Kenwyn" userId="280bbbef-73a8-4da2-b05f-60f93405c8ba" providerId="ADAL" clId="{90396D97-E750-4C3D-8AE3-AA8D8721BFDF}" dt="2023-07-09T10:24:57.302" v="217" actId="729"/>
        <pc:sldMkLst>
          <pc:docMk/>
          <pc:sldMk cId="0" sldId="312"/>
        </pc:sldMkLst>
      </pc:sldChg>
      <pc:sldChg chg="addSp modSp mod">
        <pc:chgData name="Artanago, Kenwyn" userId="280bbbef-73a8-4da2-b05f-60f93405c8ba" providerId="ADAL" clId="{90396D97-E750-4C3D-8AE3-AA8D8721BFDF}" dt="2023-07-09T10:26:14.078" v="220" actId="27614"/>
        <pc:sldMkLst>
          <pc:docMk/>
          <pc:sldMk cId="0" sldId="316"/>
        </pc:sldMkLst>
        <pc:picChg chg="add mod">
          <ac:chgData name="Artanago, Kenwyn" userId="280bbbef-73a8-4da2-b05f-60f93405c8ba" providerId="ADAL" clId="{90396D97-E750-4C3D-8AE3-AA8D8721BFDF}" dt="2023-07-09T10:26:14.078" v="220" actId="27614"/>
          <ac:picMkLst>
            <pc:docMk/>
            <pc:sldMk cId="0" sldId="316"/>
            <ac:picMk id="6" creationId="{E3C36F39-9A57-4424-BFF3-3B8E361C1CC4}"/>
          </ac:picMkLst>
        </pc:picChg>
      </pc:sldChg>
      <pc:sldChg chg="addSp modSp mod">
        <pc:chgData name="Artanago, Kenwyn" userId="280bbbef-73a8-4da2-b05f-60f93405c8ba" providerId="ADAL" clId="{90396D97-E750-4C3D-8AE3-AA8D8721BFDF}" dt="2023-07-09T10:26:19.456" v="223" actId="962"/>
        <pc:sldMkLst>
          <pc:docMk/>
          <pc:sldMk cId="0" sldId="317"/>
        </pc:sldMkLst>
        <pc:picChg chg="add mod">
          <ac:chgData name="Artanago, Kenwyn" userId="280bbbef-73a8-4da2-b05f-60f93405c8ba" providerId="ADAL" clId="{90396D97-E750-4C3D-8AE3-AA8D8721BFDF}" dt="2023-07-09T10:26:19.456" v="223" actId="962"/>
          <ac:picMkLst>
            <pc:docMk/>
            <pc:sldMk cId="0" sldId="317"/>
            <ac:picMk id="5" creationId="{A0EEE2B9-7D45-485F-A6CC-C32F1CF3D4DC}"/>
          </ac:picMkLst>
        </pc:picChg>
      </pc:sldChg>
      <pc:sldChg chg="addSp modSp mod">
        <pc:chgData name="Artanago, Kenwyn" userId="280bbbef-73a8-4da2-b05f-60f93405c8ba" providerId="ADAL" clId="{90396D97-E750-4C3D-8AE3-AA8D8721BFDF}" dt="2023-07-09T10:26:23.390" v="225" actId="27614"/>
        <pc:sldMkLst>
          <pc:docMk/>
          <pc:sldMk cId="0" sldId="318"/>
        </pc:sldMkLst>
        <pc:picChg chg="add mod">
          <ac:chgData name="Artanago, Kenwyn" userId="280bbbef-73a8-4da2-b05f-60f93405c8ba" providerId="ADAL" clId="{90396D97-E750-4C3D-8AE3-AA8D8721BFDF}" dt="2023-07-09T10:26:23.390" v="225" actId="27614"/>
          <ac:picMkLst>
            <pc:docMk/>
            <pc:sldMk cId="0" sldId="318"/>
            <ac:picMk id="5" creationId="{E6E8A6E8-489C-4C48-88D8-10D1A4126C40}"/>
          </ac:picMkLst>
        </pc:picChg>
      </pc:sldChg>
      <pc:sldChg chg="addSp modSp mod">
        <pc:chgData name="Artanago, Kenwyn" userId="280bbbef-73a8-4da2-b05f-60f93405c8ba" providerId="ADAL" clId="{90396D97-E750-4C3D-8AE3-AA8D8721BFDF}" dt="2023-07-09T10:26:26.845" v="228" actId="962"/>
        <pc:sldMkLst>
          <pc:docMk/>
          <pc:sldMk cId="0" sldId="319"/>
        </pc:sldMkLst>
        <pc:picChg chg="add mod">
          <ac:chgData name="Artanago, Kenwyn" userId="280bbbef-73a8-4da2-b05f-60f93405c8ba" providerId="ADAL" clId="{90396D97-E750-4C3D-8AE3-AA8D8721BFDF}" dt="2023-07-09T10:26:26.845" v="228" actId="962"/>
          <ac:picMkLst>
            <pc:docMk/>
            <pc:sldMk cId="0" sldId="319"/>
            <ac:picMk id="5" creationId="{87E5CFC1-2171-4BEF-B6F2-709C68ACC7EC}"/>
          </ac:picMkLst>
        </pc:picChg>
      </pc:sldChg>
      <pc:sldChg chg="addSp modSp mod">
        <pc:chgData name="Artanago, Kenwyn" userId="280bbbef-73a8-4da2-b05f-60f93405c8ba" providerId="ADAL" clId="{90396D97-E750-4C3D-8AE3-AA8D8721BFDF}" dt="2023-07-09T10:26:29.995" v="231" actId="962"/>
        <pc:sldMkLst>
          <pc:docMk/>
          <pc:sldMk cId="0" sldId="320"/>
        </pc:sldMkLst>
        <pc:picChg chg="add mod">
          <ac:chgData name="Artanago, Kenwyn" userId="280bbbef-73a8-4da2-b05f-60f93405c8ba" providerId="ADAL" clId="{90396D97-E750-4C3D-8AE3-AA8D8721BFDF}" dt="2023-07-09T10:26:29.995" v="231" actId="962"/>
          <ac:picMkLst>
            <pc:docMk/>
            <pc:sldMk cId="0" sldId="320"/>
            <ac:picMk id="5" creationId="{6F12E10B-CE23-4130-AC1F-8A53E70EA249}"/>
          </ac:picMkLst>
        </pc:picChg>
      </pc:sldChg>
      <pc:sldChg chg="addSp modSp mod">
        <pc:chgData name="Artanago, Kenwyn" userId="280bbbef-73a8-4da2-b05f-60f93405c8ba" providerId="ADAL" clId="{90396D97-E750-4C3D-8AE3-AA8D8721BFDF}" dt="2023-07-09T10:26:34.382" v="233" actId="27614"/>
        <pc:sldMkLst>
          <pc:docMk/>
          <pc:sldMk cId="0" sldId="321"/>
        </pc:sldMkLst>
        <pc:picChg chg="add mod">
          <ac:chgData name="Artanago, Kenwyn" userId="280bbbef-73a8-4da2-b05f-60f93405c8ba" providerId="ADAL" clId="{90396D97-E750-4C3D-8AE3-AA8D8721BFDF}" dt="2023-07-09T10:26:34.382" v="233" actId="27614"/>
          <ac:picMkLst>
            <pc:docMk/>
            <pc:sldMk cId="0" sldId="321"/>
            <ac:picMk id="5" creationId="{BD7FC223-EDC4-4724-9682-C1744728753B}"/>
          </ac:picMkLst>
        </pc:picChg>
      </pc:sldChg>
      <pc:sldChg chg="addSp modSp mod">
        <pc:chgData name="Artanago, Kenwyn" userId="280bbbef-73a8-4da2-b05f-60f93405c8ba" providerId="ADAL" clId="{90396D97-E750-4C3D-8AE3-AA8D8721BFDF}" dt="2023-07-09T10:26:37.429" v="235" actId="27614"/>
        <pc:sldMkLst>
          <pc:docMk/>
          <pc:sldMk cId="0" sldId="322"/>
        </pc:sldMkLst>
        <pc:picChg chg="add mod">
          <ac:chgData name="Artanago, Kenwyn" userId="280bbbef-73a8-4da2-b05f-60f93405c8ba" providerId="ADAL" clId="{90396D97-E750-4C3D-8AE3-AA8D8721BFDF}" dt="2023-07-09T10:26:37.429" v="235" actId="27614"/>
          <ac:picMkLst>
            <pc:docMk/>
            <pc:sldMk cId="0" sldId="322"/>
            <ac:picMk id="5" creationId="{DD0A12AF-3A2D-4305-B956-94EA47873A85}"/>
          </ac:picMkLst>
        </pc:picChg>
      </pc:sldChg>
      <pc:sldChg chg="addSp modSp mod">
        <pc:chgData name="Artanago, Kenwyn" userId="280bbbef-73a8-4da2-b05f-60f93405c8ba" providerId="ADAL" clId="{90396D97-E750-4C3D-8AE3-AA8D8721BFDF}" dt="2023-07-09T10:26:40.530" v="237" actId="27614"/>
        <pc:sldMkLst>
          <pc:docMk/>
          <pc:sldMk cId="0" sldId="324"/>
        </pc:sldMkLst>
        <pc:picChg chg="add mod">
          <ac:chgData name="Artanago, Kenwyn" userId="280bbbef-73a8-4da2-b05f-60f93405c8ba" providerId="ADAL" clId="{90396D97-E750-4C3D-8AE3-AA8D8721BFDF}" dt="2023-07-09T10:26:40.530" v="237" actId="27614"/>
          <ac:picMkLst>
            <pc:docMk/>
            <pc:sldMk cId="0" sldId="324"/>
            <ac:picMk id="5" creationId="{B496E930-761C-4511-8051-19CE27E50C3D}"/>
          </ac:picMkLst>
        </pc:picChg>
      </pc:sldChg>
      <pc:sldChg chg="addSp modSp mod">
        <pc:chgData name="Artanago, Kenwyn" userId="280bbbef-73a8-4da2-b05f-60f93405c8ba" providerId="ADAL" clId="{90396D97-E750-4C3D-8AE3-AA8D8721BFDF}" dt="2023-07-09T10:26:43.760" v="239" actId="27614"/>
        <pc:sldMkLst>
          <pc:docMk/>
          <pc:sldMk cId="0" sldId="325"/>
        </pc:sldMkLst>
        <pc:picChg chg="add mod">
          <ac:chgData name="Artanago, Kenwyn" userId="280bbbef-73a8-4da2-b05f-60f93405c8ba" providerId="ADAL" clId="{90396D97-E750-4C3D-8AE3-AA8D8721BFDF}" dt="2023-07-09T10:26:43.760" v="239" actId="27614"/>
          <ac:picMkLst>
            <pc:docMk/>
            <pc:sldMk cId="0" sldId="325"/>
            <ac:picMk id="5" creationId="{62B322EB-7AAF-4DE0-B917-A714AC2C9EDF}"/>
          </ac:picMkLst>
        </pc:picChg>
      </pc:sldChg>
      <pc:sldChg chg="addSp modSp mod">
        <pc:chgData name="Artanago, Kenwyn" userId="280bbbef-73a8-4da2-b05f-60f93405c8ba" providerId="ADAL" clId="{90396D97-E750-4C3D-8AE3-AA8D8721BFDF}" dt="2023-07-09T10:27:49.220" v="257" actId="962"/>
        <pc:sldMkLst>
          <pc:docMk/>
          <pc:sldMk cId="0" sldId="333"/>
        </pc:sldMkLst>
        <pc:picChg chg="add mod">
          <ac:chgData name="Artanago, Kenwyn" userId="280bbbef-73a8-4da2-b05f-60f93405c8ba" providerId="ADAL" clId="{90396D97-E750-4C3D-8AE3-AA8D8721BFDF}" dt="2023-07-09T10:27:49.220" v="257" actId="962"/>
          <ac:picMkLst>
            <pc:docMk/>
            <pc:sldMk cId="0" sldId="333"/>
            <ac:picMk id="4" creationId="{EDE0BB35-2B6E-4CCE-A628-83E10D34A0A5}"/>
          </ac:picMkLst>
        </pc:picChg>
      </pc:sldChg>
      <pc:sldChg chg="mod modShow">
        <pc:chgData name="Artanago, Kenwyn" userId="280bbbef-73a8-4da2-b05f-60f93405c8ba" providerId="ADAL" clId="{90396D97-E750-4C3D-8AE3-AA8D8721BFDF}" dt="2023-07-09T10:28:42.249" v="269" actId="729"/>
        <pc:sldMkLst>
          <pc:docMk/>
          <pc:sldMk cId="0" sldId="339"/>
        </pc:sldMkLst>
      </pc:sldChg>
      <pc:sldChg chg="mod modShow">
        <pc:chgData name="Artanago, Kenwyn" userId="280bbbef-73a8-4da2-b05f-60f93405c8ba" providerId="ADAL" clId="{90396D97-E750-4C3D-8AE3-AA8D8721BFDF}" dt="2023-07-09T10:28:44.953" v="270" actId="729"/>
        <pc:sldMkLst>
          <pc:docMk/>
          <pc:sldMk cId="0" sldId="340"/>
        </pc:sldMkLst>
      </pc:sldChg>
      <pc:sldChg chg="mod ord modShow">
        <pc:chgData name="Artanago, Kenwyn" userId="280bbbef-73a8-4da2-b05f-60f93405c8ba" providerId="ADAL" clId="{90396D97-E750-4C3D-8AE3-AA8D8721BFDF}" dt="2023-07-09T10:29:17.081" v="281"/>
        <pc:sldMkLst>
          <pc:docMk/>
          <pc:sldMk cId="0" sldId="342"/>
        </pc:sldMkLst>
      </pc:sldChg>
      <pc:sldChg chg="modSp mod">
        <pc:chgData name="Artanago, Kenwyn" userId="280bbbef-73a8-4da2-b05f-60f93405c8ba" providerId="ADAL" clId="{90396D97-E750-4C3D-8AE3-AA8D8721BFDF}" dt="2023-07-09T10:29:03.676" v="274" actId="20577"/>
        <pc:sldMkLst>
          <pc:docMk/>
          <pc:sldMk cId="0" sldId="343"/>
        </pc:sldMkLst>
        <pc:spChg chg="mod">
          <ac:chgData name="Artanago, Kenwyn" userId="280bbbef-73a8-4da2-b05f-60f93405c8ba" providerId="ADAL" clId="{90396D97-E750-4C3D-8AE3-AA8D8721BFDF}" dt="2023-07-09T10:29:00.874" v="272" actId="20577"/>
          <ac:spMkLst>
            <pc:docMk/>
            <pc:sldMk cId="0" sldId="343"/>
            <ac:spMk id="578" creationId="{00000000-0000-0000-0000-000000000000}"/>
          </ac:spMkLst>
        </pc:spChg>
        <pc:spChg chg="mod">
          <ac:chgData name="Artanago, Kenwyn" userId="280bbbef-73a8-4da2-b05f-60f93405c8ba" providerId="ADAL" clId="{90396D97-E750-4C3D-8AE3-AA8D8721BFDF}" dt="2023-07-09T10:29:03.676" v="274" actId="20577"/>
          <ac:spMkLst>
            <pc:docMk/>
            <pc:sldMk cId="0" sldId="343"/>
            <ac:spMk id="579" creationId="{00000000-0000-0000-0000-000000000000}"/>
          </ac:spMkLst>
        </pc:spChg>
      </pc:sldChg>
      <pc:sldChg chg="modSp mod">
        <pc:chgData name="Artanago, Kenwyn" userId="280bbbef-73a8-4da2-b05f-60f93405c8ba" providerId="ADAL" clId="{90396D97-E750-4C3D-8AE3-AA8D8721BFDF}" dt="2023-07-09T10:29:10.312" v="278" actId="20577"/>
        <pc:sldMkLst>
          <pc:docMk/>
          <pc:sldMk cId="0" sldId="344"/>
        </pc:sldMkLst>
        <pc:spChg chg="mod">
          <ac:chgData name="Artanago, Kenwyn" userId="280bbbef-73a8-4da2-b05f-60f93405c8ba" providerId="ADAL" clId="{90396D97-E750-4C3D-8AE3-AA8D8721BFDF}" dt="2023-07-09T10:29:08.345" v="276" actId="20577"/>
          <ac:spMkLst>
            <pc:docMk/>
            <pc:sldMk cId="0" sldId="344"/>
            <ac:spMk id="585" creationId="{00000000-0000-0000-0000-000000000000}"/>
          </ac:spMkLst>
        </pc:spChg>
        <pc:spChg chg="mod">
          <ac:chgData name="Artanago, Kenwyn" userId="280bbbef-73a8-4da2-b05f-60f93405c8ba" providerId="ADAL" clId="{90396D97-E750-4C3D-8AE3-AA8D8721BFDF}" dt="2023-07-09T10:29:10.312" v="278" actId="20577"/>
          <ac:spMkLst>
            <pc:docMk/>
            <pc:sldMk cId="0" sldId="344"/>
            <ac:spMk id="586" creationId="{00000000-0000-0000-0000-000000000000}"/>
          </ac:spMkLst>
        </pc:spChg>
      </pc:sldChg>
      <pc:sldChg chg="mod modShow">
        <pc:chgData name="Artanago, Kenwyn" userId="280bbbef-73a8-4da2-b05f-60f93405c8ba" providerId="ADAL" clId="{90396D97-E750-4C3D-8AE3-AA8D8721BFDF}" dt="2023-07-09T10:29:22.197" v="282" actId="729"/>
        <pc:sldMkLst>
          <pc:docMk/>
          <pc:sldMk cId="0" sldId="345"/>
        </pc:sldMkLst>
      </pc:sldChg>
      <pc:sldChg chg="del">
        <pc:chgData name="Artanago, Kenwyn" userId="280bbbef-73a8-4da2-b05f-60f93405c8ba" providerId="ADAL" clId="{90396D97-E750-4C3D-8AE3-AA8D8721BFDF}" dt="2023-07-09T10:21:45.720" v="111" actId="2696"/>
        <pc:sldMkLst>
          <pc:docMk/>
          <pc:sldMk cId="2863320528" sldId="350"/>
        </pc:sldMkLst>
      </pc:sldChg>
      <pc:sldChg chg="del">
        <pc:chgData name="Artanago, Kenwyn" userId="280bbbef-73a8-4da2-b05f-60f93405c8ba" providerId="ADAL" clId="{90396D97-E750-4C3D-8AE3-AA8D8721BFDF}" dt="2023-07-09T10:21:45.720" v="111" actId="2696"/>
        <pc:sldMkLst>
          <pc:docMk/>
          <pc:sldMk cId="1280947483" sldId="351"/>
        </pc:sldMkLst>
      </pc:sldChg>
      <pc:sldChg chg="del">
        <pc:chgData name="Artanago, Kenwyn" userId="280bbbef-73a8-4da2-b05f-60f93405c8ba" providerId="ADAL" clId="{90396D97-E750-4C3D-8AE3-AA8D8721BFDF}" dt="2023-07-09T10:21:45.720" v="111" actId="2696"/>
        <pc:sldMkLst>
          <pc:docMk/>
          <pc:sldMk cId="1034347261" sldId="353"/>
        </pc:sldMkLst>
      </pc:sldChg>
      <pc:sldChg chg="addSp modSp mod">
        <pc:chgData name="Artanago, Kenwyn" userId="280bbbef-73a8-4da2-b05f-60f93405c8ba" providerId="ADAL" clId="{90396D97-E750-4C3D-8AE3-AA8D8721BFDF}" dt="2023-07-09T10:17:46.343" v="73" actId="14100"/>
        <pc:sldMkLst>
          <pc:docMk/>
          <pc:sldMk cId="2138632321" sldId="384"/>
        </pc:sldMkLst>
        <pc:picChg chg="add mod">
          <ac:chgData name="Artanago, Kenwyn" userId="280bbbef-73a8-4da2-b05f-60f93405c8ba" providerId="ADAL" clId="{90396D97-E750-4C3D-8AE3-AA8D8721BFDF}" dt="2023-07-09T10:17:46.343" v="73" actId="14100"/>
          <ac:picMkLst>
            <pc:docMk/>
            <pc:sldMk cId="2138632321" sldId="384"/>
            <ac:picMk id="5" creationId="{E342967C-A7F8-4CEB-9116-157DBC016855}"/>
          </ac:picMkLst>
        </pc:picChg>
      </pc:sldChg>
      <pc:sldChg chg="addSp modSp mod">
        <pc:chgData name="Artanago, Kenwyn" userId="280bbbef-73a8-4da2-b05f-60f93405c8ba" providerId="ADAL" clId="{90396D97-E750-4C3D-8AE3-AA8D8721BFDF}" dt="2023-07-09T10:17:57.398" v="78" actId="14100"/>
        <pc:sldMkLst>
          <pc:docMk/>
          <pc:sldMk cId="2287554166" sldId="385"/>
        </pc:sldMkLst>
        <pc:picChg chg="add mod">
          <ac:chgData name="Artanago, Kenwyn" userId="280bbbef-73a8-4da2-b05f-60f93405c8ba" providerId="ADAL" clId="{90396D97-E750-4C3D-8AE3-AA8D8721BFDF}" dt="2023-07-09T10:17:57.398" v="78" actId="14100"/>
          <ac:picMkLst>
            <pc:docMk/>
            <pc:sldMk cId="2287554166" sldId="385"/>
            <ac:picMk id="5" creationId="{D81E5494-0BBF-4333-BDDC-F91C3E3C905C}"/>
          </ac:picMkLst>
        </pc:picChg>
      </pc:sldChg>
      <pc:sldChg chg="addSp modSp mod">
        <pc:chgData name="Artanago, Kenwyn" userId="280bbbef-73a8-4da2-b05f-60f93405c8ba" providerId="ADAL" clId="{90396D97-E750-4C3D-8AE3-AA8D8721BFDF}" dt="2023-07-09T10:26:47.255" v="241" actId="27614"/>
        <pc:sldMkLst>
          <pc:docMk/>
          <pc:sldMk cId="2915271513" sldId="386"/>
        </pc:sldMkLst>
        <pc:picChg chg="add mod">
          <ac:chgData name="Artanago, Kenwyn" userId="280bbbef-73a8-4da2-b05f-60f93405c8ba" providerId="ADAL" clId="{90396D97-E750-4C3D-8AE3-AA8D8721BFDF}" dt="2023-07-09T10:26:47.255" v="241" actId="27614"/>
          <ac:picMkLst>
            <pc:docMk/>
            <pc:sldMk cId="2915271513" sldId="386"/>
            <ac:picMk id="6" creationId="{51823EF4-ED7A-48A9-B487-D7F34B072127}"/>
          </ac:picMkLst>
        </pc:picChg>
      </pc:sldChg>
      <pc:sldChg chg="addSp modSp mod">
        <pc:chgData name="Artanago, Kenwyn" userId="280bbbef-73a8-4da2-b05f-60f93405c8ba" providerId="ADAL" clId="{90396D97-E750-4C3D-8AE3-AA8D8721BFDF}" dt="2023-07-09T10:26:50.564" v="243" actId="27614"/>
        <pc:sldMkLst>
          <pc:docMk/>
          <pc:sldMk cId="3747739469" sldId="387"/>
        </pc:sldMkLst>
        <pc:picChg chg="add mod">
          <ac:chgData name="Artanago, Kenwyn" userId="280bbbef-73a8-4da2-b05f-60f93405c8ba" providerId="ADAL" clId="{90396D97-E750-4C3D-8AE3-AA8D8721BFDF}" dt="2023-07-09T10:26:50.564" v="243" actId="27614"/>
          <ac:picMkLst>
            <pc:docMk/>
            <pc:sldMk cId="3747739469" sldId="387"/>
            <ac:picMk id="6" creationId="{C9815606-D020-4E56-9888-20FD575C65C5}"/>
          </ac:picMkLst>
        </pc:picChg>
      </pc:sldChg>
      <pc:sldChg chg="addSp modSp mod">
        <pc:chgData name="Artanago, Kenwyn" userId="280bbbef-73a8-4da2-b05f-60f93405c8ba" providerId="ADAL" clId="{90396D97-E750-4C3D-8AE3-AA8D8721BFDF}" dt="2023-07-09T10:26:54.072" v="245" actId="27614"/>
        <pc:sldMkLst>
          <pc:docMk/>
          <pc:sldMk cId="2268274077" sldId="388"/>
        </pc:sldMkLst>
        <pc:picChg chg="add mod">
          <ac:chgData name="Artanago, Kenwyn" userId="280bbbef-73a8-4da2-b05f-60f93405c8ba" providerId="ADAL" clId="{90396D97-E750-4C3D-8AE3-AA8D8721BFDF}" dt="2023-07-09T10:26:54.072" v="245" actId="27614"/>
          <ac:picMkLst>
            <pc:docMk/>
            <pc:sldMk cId="2268274077" sldId="388"/>
            <ac:picMk id="6" creationId="{C2A8DFBA-64A9-4480-90E0-368093D1629A}"/>
          </ac:picMkLst>
        </pc:picChg>
      </pc:sldChg>
      <pc:sldChg chg="addSp modSp mod">
        <pc:chgData name="Artanago, Kenwyn" userId="280bbbef-73a8-4da2-b05f-60f93405c8ba" providerId="ADAL" clId="{90396D97-E750-4C3D-8AE3-AA8D8721BFDF}" dt="2023-07-09T10:26:57.700" v="247" actId="27614"/>
        <pc:sldMkLst>
          <pc:docMk/>
          <pc:sldMk cId="4123100765" sldId="389"/>
        </pc:sldMkLst>
        <pc:picChg chg="add mod">
          <ac:chgData name="Artanago, Kenwyn" userId="280bbbef-73a8-4da2-b05f-60f93405c8ba" providerId="ADAL" clId="{90396D97-E750-4C3D-8AE3-AA8D8721BFDF}" dt="2023-07-09T10:26:57.700" v="247" actId="27614"/>
          <ac:picMkLst>
            <pc:docMk/>
            <pc:sldMk cId="4123100765" sldId="389"/>
            <ac:picMk id="6" creationId="{891FA4DA-17C2-4254-929B-76E4B70A0BE3}"/>
          </ac:picMkLst>
        </pc:picChg>
      </pc:sldChg>
      <pc:sldChg chg="addSp modSp mod">
        <pc:chgData name="Artanago, Kenwyn" userId="280bbbef-73a8-4da2-b05f-60f93405c8ba" providerId="ADAL" clId="{90396D97-E750-4C3D-8AE3-AA8D8721BFDF}" dt="2023-07-09T10:27:01.784" v="249" actId="27614"/>
        <pc:sldMkLst>
          <pc:docMk/>
          <pc:sldMk cId="1167368597" sldId="390"/>
        </pc:sldMkLst>
        <pc:picChg chg="add mod">
          <ac:chgData name="Artanago, Kenwyn" userId="280bbbef-73a8-4da2-b05f-60f93405c8ba" providerId="ADAL" clId="{90396D97-E750-4C3D-8AE3-AA8D8721BFDF}" dt="2023-07-09T10:27:01.784" v="249" actId="27614"/>
          <ac:picMkLst>
            <pc:docMk/>
            <pc:sldMk cId="1167368597" sldId="390"/>
            <ac:picMk id="6" creationId="{05B86B4C-32A2-4CC0-8325-0FEDA120D531}"/>
          </ac:picMkLst>
        </pc:picChg>
      </pc:sldChg>
      <pc:sldChg chg="addSp modSp mod">
        <pc:chgData name="Artanago, Kenwyn" userId="280bbbef-73a8-4da2-b05f-60f93405c8ba" providerId="ADAL" clId="{90396D97-E750-4C3D-8AE3-AA8D8721BFDF}" dt="2023-07-09T10:27:05.183" v="251" actId="27614"/>
        <pc:sldMkLst>
          <pc:docMk/>
          <pc:sldMk cId="2202194069" sldId="391"/>
        </pc:sldMkLst>
        <pc:picChg chg="add mod">
          <ac:chgData name="Artanago, Kenwyn" userId="280bbbef-73a8-4da2-b05f-60f93405c8ba" providerId="ADAL" clId="{90396D97-E750-4C3D-8AE3-AA8D8721BFDF}" dt="2023-07-09T10:27:05.183" v="251" actId="27614"/>
          <ac:picMkLst>
            <pc:docMk/>
            <pc:sldMk cId="2202194069" sldId="391"/>
            <ac:picMk id="7" creationId="{4EFB2615-E76D-451E-B4F6-44738F99D829}"/>
          </ac:picMkLst>
        </pc:picChg>
      </pc:sldChg>
      <pc:sldChg chg="addSp modSp mod">
        <pc:chgData name="Artanago, Kenwyn" userId="280bbbef-73a8-4da2-b05f-60f93405c8ba" providerId="ADAL" clId="{90396D97-E750-4C3D-8AE3-AA8D8721BFDF}" dt="2023-07-09T10:27:08.915" v="254" actId="962"/>
        <pc:sldMkLst>
          <pc:docMk/>
          <pc:sldMk cId="2588376745" sldId="392"/>
        </pc:sldMkLst>
        <pc:picChg chg="add mod">
          <ac:chgData name="Artanago, Kenwyn" userId="280bbbef-73a8-4da2-b05f-60f93405c8ba" providerId="ADAL" clId="{90396D97-E750-4C3D-8AE3-AA8D8721BFDF}" dt="2023-07-09T10:27:08.915" v="254" actId="962"/>
          <ac:picMkLst>
            <pc:docMk/>
            <pc:sldMk cId="2588376745" sldId="392"/>
            <ac:picMk id="7" creationId="{CF199D84-0D92-4DEF-B1A6-BB26FBE94331}"/>
          </ac:picMkLst>
        </pc:picChg>
      </pc:sldChg>
      <pc:sldChg chg="addSp modSp mod">
        <pc:chgData name="Artanago, Kenwyn" userId="280bbbef-73a8-4da2-b05f-60f93405c8ba" providerId="ADAL" clId="{90396D97-E750-4C3D-8AE3-AA8D8721BFDF}" dt="2023-07-09T10:28:36.171" v="268" actId="962"/>
        <pc:sldMkLst>
          <pc:docMk/>
          <pc:sldMk cId="1201868625" sldId="393"/>
        </pc:sldMkLst>
        <pc:picChg chg="add mod">
          <ac:chgData name="Artanago, Kenwyn" userId="280bbbef-73a8-4da2-b05f-60f93405c8ba" providerId="ADAL" clId="{90396D97-E750-4C3D-8AE3-AA8D8721BFDF}" dt="2023-07-09T10:28:36.171" v="268" actId="962"/>
          <ac:picMkLst>
            <pc:docMk/>
            <pc:sldMk cId="1201868625" sldId="393"/>
            <ac:picMk id="4" creationId="{E85B54D5-2645-443E-A3D8-35064FDAA880}"/>
          </ac:picMkLst>
        </pc:picChg>
      </pc:sldChg>
      <pc:sldChg chg="addSp modSp add mod">
        <pc:chgData name="Artanago, Kenwyn" userId="280bbbef-73a8-4da2-b05f-60f93405c8ba" providerId="ADAL" clId="{90396D97-E750-4C3D-8AE3-AA8D8721BFDF}" dt="2023-07-09T10:18:10.705" v="84" actId="14100"/>
        <pc:sldMkLst>
          <pc:docMk/>
          <pc:sldMk cId="3947617216" sldId="394"/>
        </pc:sldMkLst>
        <pc:picChg chg="add mod">
          <ac:chgData name="Artanago, Kenwyn" userId="280bbbef-73a8-4da2-b05f-60f93405c8ba" providerId="ADAL" clId="{90396D97-E750-4C3D-8AE3-AA8D8721BFDF}" dt="2023-07-09T10:18:10.705" v="84" actId="14100"/>
          <ac:picMkLst>
            <pc:docMk/>
            <pc:sldMk cId="3947617216" sldId="394"/>
            <ac:picMk id="6" creationId="{C7B27025-0F21-4748-BB29-461CE6F29393}"/>
          </ac:picMkLst>
        </pc:picChg>
      </pc:sldChg>
      <pc:sldChg chg="addSp modSp add mod">
        <pc:chgData name="Artanago, Kenwyn" userId="280bbbef-73a8-4da2-b05f-60f93405c8ba" providerId="ADAL" clId="{90396D97-E750-4C3D-8AE3-AA8D8721BFDF}" dt="2023-07-09T10:23:35.676" v="131" actId="27614"/>
        <pc:sldMkLst>
          <pc:docMk/>
          <pc:sldMk cId="1042451822" sldId="395"/>
        </pc:sldMkLst>
        <pc:picChg chg="add mod">
          <ac:chgData name="Artanago, Kenwyn" userId="280bbbef-73a8-4da2-b05f-60f93405c8ba" providerId="ADAL" clId="{90396D97-E750-4C3D-8AE3-AA8D8721BFDF}" dt="2023-07-09T10:23:35.676" v="131" actId="27614"/>
          <ac:picMkLst>
            <pc:docMk/>
            <pc:sldMk cId="1042451822" sldId="395"/>
            <ac:picMk id="6" creationId="{D384400C-9F0A-4B55-83B0-62BC973F0AA0}"/>
          </ac:picMkLst>
        </pc:picChg>
      </pc:sldChg>
      <pc:sldChg chg="addSp modSp add mod replId">
        <pc:chgData name="Artanago, Kenwyn" userId="280bbbef-73a8-4da2-b05f-60f93405c8ba" providerId="ADAL" clId="{90396D97-E750-4C3D-8AE3-AA8D8721BFDF}" dt="2023-07-09T10:23:39.831" v="134" actId="962"/>
        <pc:sldMkLst>
          <pc:docMk/>
          <pc:sldMk cId="3510275573" sldId="396"/>
        </pc:sldMkLst>
        <pc:picChg chg="add mod">
          <ac:chgData name="Artanago, Kenwyn" userId="280bbbef-73a8-4da2-b05f-60f93405c8ba" providerId="ADAL" clId="{90396D97-E750-4C3D-8AE3-AA8D8721BFDF}" dt="2023-07-09T10:23:39.831" v="134" actId="962"/>
          <ac:picMkLst>
            <pc:docMk/>
            <pc:sldMk cId="3510275573" sldId="396"/>
            <ac:picMk id="6" creationId="{D32D0371-829D-4547-BFD2-230440DD2B07}"/>
          </ac:picMkLst>
        </pc:picChg>
      </pc:sldChg>
      <pc:sldChg chg="addSp modSp add mod replId">
        <pc:chgData name="Artanago, Kenwyn" userId="280bbbef-73a8-4da2-b05f-60f93405c8ba" providerId="ADAL" clId="{90396D97-E750-4C3D-8AE3-AA8D8721BFDF}" dt="2023-07-09T10:23:43.887" v="136" actId="27614"/>
        <pc:sldMkLst>
          <pc:docMk/>
          <pc:sldMk cId="2070663167" sldId="397"/>
        </pc:sldMkLst>
        <pc:picChg chg="add mod">
          <ac:chgData name="Artanago, Kenwyn" userId="280bbbef-73a8-4da2-b05f-60f93405c8ba" providerId="ADAL" clId="{90396D97-E750-4C3D-8AE3-AA8D8721BFDF}" dt="2023-07-09T10:23:43.887" v="136" actId="27614"/>
          <ac:picMkLst>
            <pc:docMk/>
            <pc:sldMk cId="2070663167" sldId="397"/>
            <ac:picMk id="6" creationId="{92321FA1-AA09-43A0-8A59-30BEEBF6C32B}"/>
          </ac:picMkLst>
        </pc:picChg>
      </pc:sldChg>
      <pc:sldChg chg="addSp modSp add mod">
        <pc:chgData name="Artanago, Kenwyn" userId="280bbbef-73a8-4da2-b05f-60f93405c8ba" providerId="ADAL" clId="{90396D97-E750-4C3D-8AE3-AA8D8721BFDF}" dt="2023-07-09T10:23:47.999" v="139" actId="962"/>
        <pc:sldMkLst>
          <pc:docMk/>
          <pc:sldMk cId="3313265396" sldId="398"/>
        </pc:sldMkLst>
        <pc:picChg chg="add mod">
          <ac:chgData name="Artanago, Kenwyn" userId="280bbbef-73a8-4da2-b05f-60f93405c8ba" providerId="ADAL" clId="{90396D97-E750-4C3D-8AE3-AA8D8721BFDF}" dt="2023-07-09T10:23:47.999" v="139" actId="962"/>
          <ac:picMkLst>
            <pc:docMk/>
            <pc:sldMk cId="3313265396" sldId="398"/>
            <ac:picMk id="6" creationId="{EBB0130C-4872-47D5-96D3-3A1E05D9EC31}"/>
          </ac:picMkLst>
        </pc:picChg>
      </pc:sldChg>
      <pc:sldChg chg="addSp modSp add mod replId">
        <pc:chgData name="Artanago, Kenwyn" userId="280bbbef-73a8-4da2-b05f-60f93405c8ba" providerId="ADAL" clId="{90396D97-E750-4C3D-8AE3-AA8D8721BFDF}" dt="2023-07-09T10:23:52.146" v="141" actId="27614"/>
        <pc:sldMkLst>
          <pc:docMk/>
          <pc:sldMk cId="959628280" sldId="399"/>
        </pc:sldMkLst>
        <pc:picChg chg="add mod">
          <ac:chgData name="Artanago, Kenwyn" userId="280bbbef-73a8-4da2-b05f-60f93405c8ba" providerId="ADAL" clId="{90396D97-E750-4C3D-8AE3-AA8D8721BFDF}" dt="2023-07-09T10:23:52.146" v="141" actId="27614"/>
          <ac:picMkLst>
            <pc:docMk/>
            <pc:sldMk cId="959628280" sldId="399"/>
            <ac:picMk id="6" creationId="{DC879329-B4B3-4BBE-9B63-C29A77D5B806}"/>
          </ac:picMkLst>
        </pc:picChg>
      </pc:sldChg>
      <pc:sldChg chg="addSp modSp add mod replId">
        <pc:chgData name="Artanago, Kenwyn" userId="280bbbef-73a8-4da2-b05f-60f93405c8ba" providerId="ADAL" clId="{90396D97-E750-4C3D-8AE3-AA8D8721BFDF}" dt="2023-07-09T10:23:56.920" v="144" actId="962"/>
        <pc:sldMkLst>
          <pc:docMk/>
          <pc:sldMk cId="3606197727" sldId="400"/>
        </pc:sldMkLst>
        <pc:picChg chg="add mod">
          <ac:chgData name="Artanago, Kenwyn" userId="280bbbef-73a8-4da2-b05f-60f93405c8ba" providerId="ADAL" clId="{90396D97-E750-4C3D-8AE3-AA8D8721BFDF}" dt="2023-07-09T10:23:56.920" v="144" actId="962"/>
          <ac:picMkLst>
            <pc:docMk/>
            <pc:sldMk cId="3606197727" sldId="400"/>
            <ac:picMk id="6" creationId="{EA1C0A22-B939-434C-AA72-6B07C333FEFD}"/>
          </ac:picMkLst>
        </pc:picChg>
      </pc:sldChg>
      <pc:sldChg chg="addSp modSp add mod">
        <pc:chgData name="Artanago, Kenwyn" userId="280bbbef-73a8-4da2-b05f-60f93405c8ba" providerId="ADAL" clId="{90396D97-E750-4C3D-8AE3-AA8D8721BFDF}" dt="2023-07-09T10:28:00.245" v="262" actId="962"/>
        <pc:sldMkLst>
          <pc:docMk/>
          <pc:sldMk cId="1163777359" sldId="401"/>
        </pc:sldMkLst>
        <pc:picChg chg="add mod">
          <ac:chgData name="Artanago, Kenwyn" userId="280bbbef-73a8-4da2-b05f-60f93405c8ba" providerId="ADAL" clId="{90396D97-E750-4C3D-8AE3-AA8D8721BFDF}" dt="2023-07-09T10:28:00.245" v="262" actId="962"/>
          <ac:picMkLst>
            <pc:docMk/>
            <pc:sldMk cId="1163777359" sldId="401"/>
            <ac:picMk id="5" creationId="{04DD9E67-12ED-4E7C-A7A5-D4BB9E830CAA}"/>
          </ac:picMkLst>
        </pc:picChg>
      </pc:sldChg>
      <pc:sldChg chg="addSp modSp add mod">
        <pc:chgData name="Artanago, Kenwyn" userId="280bbbef-73a8-4da2-b05f-60f93405c8ba" providerId="ADAL" clId="{90396D97-E750-4C3D-8AE3-AA8D8721BFDF}" dt="2023-07-09T10:28:04.223" v="265" actId="962"/>
        <pc:sldMkLst>
          <pc:docMk/>
          <pc:sldMk cId="837145516" sldId="402"/>
        </pc:sldMkLst>
        <pc:picChg chg="add mod">
          <ac:chgData name="Artanago, Kenwyn" userId="280bbbef-73a8-4da2-b05f-60f93405c8ba" providerId="ADAL" clId="{90396D97-E750-4C3D-8AE3-AA8D8721BFDF}" dt="2023-07-09T10:28:04.223" v="265" actId="962"/>
          <ac:picMkLst>
            <pc:docMk/>
            <pc:sldMk cId="837145516" sldId="402"/>
            <ac:picMk id="5" creationId="{FC878435-FD64-4EC3-904E-B8758D2CB918}"/>
          </ac:picMkLst>
        </pc:picChg>
      </pc:sldChg>
      <pc:sldMasterChg chg="modSldLayout">
        <pc:chgData name="Artanago, Kenwyn" userId="280bbbef-73a8-4da2-b05f-60f93405c8ba" providerId="ADAL" clId="{90396D97-E750-4C3D-8AE3-AA8D8721BFDF}" dt="2023-07-09T09:40:13.315" v="1" actId="20577"/>
        <pc:sldMasterMkLst>
          <pc:docMk/>
          <pc:sldMasterMk cId="0" sldId="2147483648"/>
        </pc:sldMasterMkLst>
        <pc:sldLayoutChg chg="modSp mod">
          <pc:chgData name="Artanago, Kenwyn" userId="280bbbef-73a8-4da2-b05f-60f93405c8ba" providerId="ADAL" clId="{90396D97-E750-4C3D-8AE3-AA8D8721BFDF}" dt="2023-07-09T09:40:13.315" v="1" actId="20577"/>
          <pc:sldLayoutMkLst>
            <pc:docMk/>
            <pc:sldMasterMk cId="0" sldId="2147483648"/>
            <pc:sldLayoutMk cId="0" sldId="2147483650"/>
          </pc:sldLayoutMkLst>
          <pc:spChg chg="mod">
            <ac:chgData name="Artanago, Kenwyn" userId="280bbbef-73a8-4da2-b05f-60f93405c8ba" providerId="ADAL" clId="{90396D97-E750-4C3D-8AE3-AA8D8721BFDF}" dt="2023-07-09T09:40:13.315" v="1" actId="20577"/>
            <ac:spMkLst>
              <pc:docMk/>
              <pc:sldMasterMk cId="0" sldId="2147483648"/>
              <pc:sldLayoutMk cId="0" sldId="2147483650"/>
              <ac:spMk id="1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800"/>
              <a:buFont typeface="Calibri"/>
              <a:buNone/>
            </a:pPr>
            <a:r>
              <a:rPr lang="en-US" sz="1800"/>
              <a:t>Happy Sunday, Good morning brothers and sisters</a:t>
            </a:r>
            <a:endParaRPr sz="1800"/>
          </a:p>
          <a:p>
            <a:pPr marL="0" lvl="0" indent="0" algn="l" rtl="0">
              <a:lnSpc>
                <a:spcPct val="100000"/>
              </a:lnSpc>
              <a:spcBef>
                <a:spcPts val="0"/>
              </a:spcBef>
              <a:spcAft>
                <a:spcPts val="0"/>
              </a:spcAft>
              <a:buClr>
                <a:schemeClr val="dk1"/>
              </a:buClr>
              <a:buSzPts val="1800"/>
              <a:buFont typeface="Calibri"/>
              <a:buNone/>
            </a:pPr>
            <a:r>
              <a:rPr lang="en-US" sz="1800"/>
              <a:t>Welcome back to our church. Some of us have also come back from the Retreat. We hope our fellowship here will always keep growing and our relationship with God will keep getting stronger day by day. Grateful to God almighty that we may attend our today’s session and be gathered with fellow believers. Before we commence our service, let us practice the second hymn “Let The Beauty of Jesus Be Seen In Me“ (1 verse). ….</a:t>
            </a:r>
            <a:endParaRPr sz="1800"/>
          </a:p>
          <a:p>
            <a:pPr marL="0" lvl="0" indent="0" algn="l" rtl="0">
              <a:lnSpc>
                <a:spcPct val="100000"/>
              </a:lnSpc>
              <a:spcBef>
                <a:spcPts val="0"/>
              </a:spcBef>
              <a:spcAft>
                <a:spcPts val="0"/>
              </a:spcAft>
              <a:buClr>
                <a:schemeClr val="dk1"/>
              </a:buClr>
              <a:buSzPts val="1800"/>
              <a:buFont typeface="Calibri"/>
              <a:buNone/>
            </a:pPr>
            <a:endParaRPr sz="1800"/>
          </a:p>
          <a:p>
            <a:pPr marL="0" lvl="0" indent="0" algn="l" rtl="0">
              <a:lnSpc>
                <a:spcPct val="100000"/>
              </a:lnSpc>
              <a:spcBef>
                <a:spcPts val="0"/>
              </a:spcBef>
              <a:spcAft>
                <a:spcPts val="0"/>
              </a:spcAft>
              <a:buClr>
                <a:schemeClr val="dk1"/>
              </a:buClr>
              <a:buSzPts val="1800"/>
              <a:buFont typeface="Calibri"/>
              <a:buNone/>
            </a:pPr>
            <a:r>
              <a:rPr lang="en-US" sz="1800"/>
              <a:t>then: to remind silent phone &amp; no eating</a:t>
            </a:r>
            <a:endParaRPr sz="1800"/>
          </a:p>
          <a:p>
            <a:pPr marL="0" lvl="0" indent="0" algn="l" rtl="0">
              <a:lnSpc>
                <a:spcPct val="100000"/>
              </a:lnSpc>
              <a:spcBef>
                <a:spcPts val="0"/>
              </a:spcBef>
              <a:spcAft>
                <a:spcPts val="0"/>
              </a:spcAft>
              <a:buClr>
                <a:schemeClr val="dk1"/>
              </a:buClr>
              <a:buSzPts val="1800"/>
              <a:buFont typeface="Calibri"/>
              <a:buNone/>
            </a:pPr>
            <a:endParaRPr sz="18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We’re about to start our Sunday Service. The congregation is invited to stand as we enter our quiet time. (After a moment to pray…..then…..):</a:t>
            </a:r>
            <a:endParaRPr sz="1800"/>
          </a:p>
          <a:p>
            <a:pPr marL="0" lvl="0" indent="0" algn="l" rtl="0">
              <a:lnSpc>
                <a:spcPct val="100000"/>
              </a:lnSpc>
              <a:spcBef>
                <a:spcPts val="0"/>
              </a:spcBef>
              <a:spcAft>
                <a:spcPts val="0"/>
              </a:spcAft>
              <a:buClr>
                <a:schemeClr val="dk1"/>
              </a:buClr>
              <a:buSzPts val="1100"/>
              <a:buFont typeface="Arial"/>
              <a:buNone/>
            </a:pPr>
            <a:r>
              <a:rPr lang="en-US" sz="1800"/>
              <a:t>“Blessed be the God and Father of our Lord Jesus Christ! According to his great mercy, he has caused us to be born again to a living hope through the resurrection of Jesus Christ from the dead”</a:t>
            </a:r>
            <a:endParaRPr sz="1800"/>
          </a:p>
          <a:p>
            <a:pPr marL="0" lvl="0" indent="0" algn="l" rtl="0">
              <a:lnSpc>
                <a:spcPct val="100000"/>
              </a:lnSpc>
              <a:spcBef>
                <a:spcPts val="0"/>
              </a:spcBef>
              <a:spcAft>
                <a:spcPts val="0"/>
              </a:spcAft>
              <a:buClr>
                <a:schemeClr val="dk1"/>
              </a:buClr>
              <a:buSzPts val="1100"/>
              <a:buFont typeface="Arial"/>
              <a:buNone/>
            </a:pPr>
            <a:r>
              <a:rPr lang="en-US" sz="1800"/>
              <a:t>We commence our service this morning in the name of the Triune God, God the Father, God the Son whom we know in the name of Jesus Christ, and God the Holy Spirit. Amen.</a:t>
            </a:r>
            <a:endParaRPr sz="1800"/>
          </a:p>
          <a:p>
            <a:pPr marL="0" lvl="0" indent="0" algn="l" rtl="0">
              <a:lnSpc>
                <a:spcPct val="100000"/>
              </a:lnSpc>
              <a:spcBef>
                <a:spcPts val="0"/>
              </a:spcBef>
              <a:spcAft>
                <a:spcPts val="0"/>
              </a:spcAft>
              <a:buClr>
                <a:schemeClr val="dk1"/>
              </a:buClr>
              <a:buSzPts val="1100"/>
              <a:buFont typeface="Arial"/>
              <a:buNone/>
            </a:pPr>
            <a:r>
              <a:rPr lang="en-US" sz="1800"/>
              <a:t>Let us sing our hymn of praise with our first song “The God Abraham Praise“,  (3 verses).</a:t>
            </a:r>
            <a:endParaRPr sz="18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2d98c10b2d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22d98c10b2d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We continue with the Bible reading.</a:t>
            </a:r>
            <a:endParaRPr sz="1800"/>
          </a:p>
          <a:p>
            <a:pPr marL="0" lvl="0" indent="0" algn="l" rtl="0">
              <a:lnSpc>
                <a:spcPct val="100000"/>
              </a:lnSpc>
              <a:spcBef>
                <a:spcPts val="0"/>
              </a:spcBef>
              <a:spcAft>
                <a:spcPts val="0"/>
              </a:spcAft>
              <a:buClr>
                <a:schemeClr val="dk1"/>
              </a:buClr>
              <a:buSzPts val="1100"/>
              <a:buFont typeface="Arial"/>
              <a:buNone/>
            </a:pPr>
            <a:r>
              <a:rPr lang="en-US" sz="1800"/>
              <a:t>I invite congregation to stand.</a:t>
            </a:r>
            <a:endParaRPr sz="1800"/>
          </a:p>
          <a:p>
            <a:pPr marL="0" lvl="0" indent="0" algn="l" rtl="0">
              <a:lnSpc>
                <a:spcPct val="100000"/>
              </a:lnSpc>
              <a:spcBef>
                <a:spcPts val="0"/>
              </a:spcBef>
              <a:spcAft>
                <a:spcPts val="0"/>
              </a:spcAft>
              <a:buClr>
                <a:schemeClr val="dk1"/>
              </a:buClr>
              <a:buSzPts val="1100"/>
              <a:buFont typeface="Arial"/>
              <a:buNone/>
            </a:pPr>
            <a:r>
              <a:rPr lang="en-US" sz="1800"/>
              <a:t>Today’s passage is taken from Isaiah 42 verse 1 to 9.</a:t>
            </a:r>
            <a:endParaRPr sz="1800"/>
          </a:p>
          <a:p>
            <a:pPr marL="0" lvl="0" indent="0" algn="l" rtl="0">
              <a:lnSpc>
                <a:spcPct val="100000"/>
              </a:lnSpc>
              <a:spcBef>
                <a:spcPts val="0"/>
              </a:spcBef>
              <a:spcAft>
                <a:spcPts val="0"/>
              </a:spcAft>
              <a:buClr>
                <a:schemeClr val="dk1"/>
              </a:buClr>
              <a:buSzPts val="1100"/>
              <a:buFont typeface="Arial"/>
              <a:buNone/>
            </a:pPr>
            <a:r>
              <a:rPr lang="en-US" sz="1800"/>
              <a:t>We will read all the verses together.</a:t>
            </a:r>
            <a:endParaRPr sz="1800"/>
          </a:p>
          <a:p>
            <a:pPr marL="0" lvl="0" indent="0" algn="l" rtl="0">
              <a:lnSpc>
                <a:spcPct val="100000"/>
              </a:lnSpc>
              <a:spcBef>
                <a:spcPts val="0"/>
              </a:spcBef>
              <a:spcAft>
                <a:spcPts val="0"/>
              </a:spcAft>
              <a:buClr>
                <a:schemeClr val="dk1"/>
              </a:buClr>
              <a:buSzPts val="1100"/>
              <a:buFont typeface="Arial"/>
              <a:buNone/>
            </a:pPr>
            <a:r>
              <a:rPr lang="en-US" sz="1800"/>
              <a:t>Isaiah 42 verse 1 to 9.</a:t>
            </a:r>
            <a:endParaRPr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2d98c10b2d_0_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g22d98c10b2d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Lord’s Prayer (Doa Bapa Kami)</a:t>
            </a:r>
            <a:endParaRPr sz="18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Lord’s Prayer (Doa Bapa Kami)</a:t>
            </a:r>
            <a:endParaRPr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Lord’s Prayer (Doa Bapa Kami)</a:t>
            </a:r>
            <a:endParaRPr sz="1800">
              <a:solidFill>
                <a:schemeClr val="dk1"/>
              </a:solidFill>
            </a:endParaRPr>
          </a:p>
          <a:p>
            <a:pPr marL="0" lvl="0" indent="0" algn="l" rtl="0">
              <a:lnSpc>
                <a:spcPct val="100000"/>
              </a:lnSpc>
              <a:spcBef>
                <a:spcPts val="0"/>
              </a:spcBef>
              <a:spcAft>
                <a:spcPts val="0"/>
              </a:spcAft>
              <a:buClr>
                <a:schemeClr val="dk1"/>
              </a:buClr>
              <a:buSzPts val="1100"/>
              <a:buFont typeface="Calibri"/>
              <a:buNone/>
            </a:pPr>
            <a:endParaRPr sz="18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800" b="1"/>
              <a:t>Dengan tetap bangkit berdiri, kita kembalikan puji dan hormat kepada Allah Tritunggal, kita naikan “Doxology”.</a:t>
            </a:r>
            <a:endParaRPr sz="1800" b="1"/>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r>
              <a:rPr lang="en-US" sz="1800"/>
              <a:t>Congregation to remain standing, we will return all the glory to Triune God, we will sing “Doxology”.</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Calibri"/>
              <a:buNone/>
            </a:pPr>
            <a:endParaRPr sz="18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8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t>Apostles’ Creed</a:t>
            </a:r>
            <a:endParaRPr sz="1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Apostles’ Creed</a:t>
            </a:r>
            <a:endParaRPr sz="1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Apostles’ Creed</a:t>
            </a:r>
            <a:endParaRPr sz="1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Apostles’ Creed</a:t>
            </a:r>
            <a:endParaRPr sz="1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Apostles’ Creed</a:t>
            </a:r>
            <a:endParaRPr sz="1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solidFill>
                  <a:schemeClr val="dk1"/>
                </a:solidFill>
              </a:rPr>
              <a:t>Apostles’ Creed</a:t>
            </a:r>
            <a:endParaRPr sz="1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You may be seated.</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Calibri"/>
              <a:buNone/>
            </a:pPr>
            <a:endParaRPr sz="1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You may be seated.</a:t>
            </a:r>
            <a:endParaRPr sz="1800"/>
          </a:p>
          <a:p>
            <a:pPr marL="0" lvl="0" indent="0" algn="l" rtl="0">
              <a:lnSpc>
                <a:spcPct val="100000"/>
              </a:lnSpc>
              <a:spcBef>
                <a:spcPts val="0"/>
              </a:spcBef>
              <a:spcAft>
                <a:spcPts val="0"/>
              </a:spcAft>
              <a:buClr>
                <a:schemeClr val="dk1"/>
              </a:buClr>
              <a:buSzPts val="1100"/>
              <a:buFont typeface="Arial"/>
              <a:buNone/>
            </a:pPr>
            <a:r>
              <a:rPr lang="en-US" sz="1800"/>
              <a:t>We are given the opportunity to give our offerings. </a:t>
            </a:r>
            <a:endParaRPr sz="1800" b="1"/>
          </a:p>
          <a:p>
            <a:pPr marL="0" lvl="0" indent="0" algn="l" rtl="0">
              <a:lnSpc>
                <a:spcPct val="100000"/>
              </a:lnSpc>
              <a:spcBef>
                <a:spcPts val="0"/>
              </a:spcBef>
              <a:spcAft>
                <a:spcPts val="0"/>
              </a:spcAft>
              <a:buClr>
                <a:schemeClr val="dk1"/>
              </a:buClr>
              <a:buSzPts val="1100"/>
              <a:buFont typeface="Arial"/>
              <a:buNone/>
            </a:pPr>
            <a:r>
              <a:rPr lang="en-US" sz="1800"/>
              <a:t>The offertory bag will be passed around.</a:t>
            </a:r>
            <a:endParaRPr sz="1800"/>
          </a:p>
          <a:p>
            <a:pPr marL="0" lvl="0" indent="0" algn="l" rtl="0">
              <a:lnSpc>
                <a:spcPct val="100000"/>
              </a:lnSpc>
              <a:spcBef>
                <a:spcPts val="0"/>
              </a:spcBef>
              <a:spcAft>
                <a:spcPts val="0"/>
              </a:spcAft>
              <a:buClr>
                <a:schemeClr val="dk1"/>
              </a:buClr>
              <a:buSzPts val="1100"/>
              <a:buFont typeface="Arial"/>
              <a:buNone/>
            </a:pPr>
            <a:r>
              <a:rPr lang="en-US" sz="1800"/>
              <a:t>And if you are giving the offertory via Swish, the number is displayed on the screen.</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r>
              <a:rPr lang="en-US" sz="1800"/>
              <a:t>While giving the offertory, we sing “We Give You But Your Own”, 3 verses.</a:t>
            </a:r>
            <a:endParaRPr sz="1800"/>
          </a:p>
          <a:p>
            <a:pPr marL="0" lvl="0" indent="0" algn="l" rtl="0">
              <a:lnSpc>
                <a:spcPct val="100000"/>
              </a:lnSpc>
              <a:spcBef>
                <a:spcPts val="0"/>
              </a:spcBef>
              <a:spcAft>
                <a:spcPts val="0"/>
              </a:spcAft>
              <a:buClr>
                <a:schemeClr val="dk1"/>
              </a:buClr>
              <a:buSzPts val="1100"/>
              <a:buFont typeface="Arial"/>
              <a:buNone/>
            </a:pPr>
            <a:endParaRPr sz="1800" b="1"/>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endParaRPr sz="1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You may be seated.</a:t>
            </a:r>
            <a:endParaRPr sz="1800"/>
          </a:p>
          <a:p>
            <a:pPr marL="0" lvl="0" indent="0" algn="l" rtl="0">
              <a:lnSpc>
                <a:spcPct val="100000"/>
              </a:lnSpc>
              <a:spcBef>
                <a:spcPts val="0"/>
              </a:spcBef>
              <a:spcAft>
                <a:spcPts val="0"/>
              </a:spcAft>
              <a:buClr>
                <a:schemeClr val="dk1"/>
              </a:buClr>
              <a:buSzPts val="1100"/>
              <a:buFont typeface="Arial"/>
              <a:buNone/>
            </a:pPr>
            <a:r>
              <a:rPr lang="en-US" sz="1800"/>
              <a:t>We are given the opportunity to give our offerings. </a:t>
            </a:r>
            <a:endParaRPr sz="1800" b="1"/>
          </a:p>
          <a:p>
            <a:pPr marL="0" lvl="0" indent="0" algn="l" rtl="0">
              <a:lnSpc>
                <a:spcPct val="100000"/>
              </a:lnSpc>
              <a:spcBef>
                <a:spcPts val="0"/>
              </a:spcBef>
              <a:spcAft>
                <a:spcPts val="0"/>
              </a:spcAft>
              <a:buClr>
                <a:schemeClr val="dk1"/>
              </a:buClr>
              <a:buSzPts val="1100"/>
              <a:buFont typeface="Arial"/>
              <a:buNone/>
            </a:pPr>
            <a:r>
              <a:rPr lang="en-US" sz="1800"/>
              <a:t>The offertory bag will be passed around.</a:t>
            </a:r>
            <a:endParaRPr sz="1800"/>
          </a:p>
          <a:p>
            <a:pPr marL="0" lvl="0" indent="0" algn="l" rtl="0">
              <a:lnSpc>
                <a:spcPct val="100000"/>
              </a:lnSpc>
              <a:spcBef>
                <a:spcPts val="0"/>
              </a:spcBef>
              <a:spcAft>
                <a:spcPts val="0"/>
              </a:spcAft>
              <a:buClr>
                <a:schemeClr val="dk1"/>
              </a:buClr>
              <a:buSzPts val="1100"/>
              <a:buFont typeface="Arial"/>
              <a:buNone/>
            </a:pPr>
            <a:r>
              <a:rPr lang="en-US" sz="1800"/>
              <a:t>And if you are giving the offertory via Swish, the number is displayed on the screen.</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r>
              <a:rPr lang="en-US" sz="1800"/>
              <a:t>While giving the offertory, we sing “We Give You But Your Own”, 3 verses.</a:t>
            </a:r>
            <a:endParaRPr sz="1800"/>
          </a:p>
          <a:p>
            <a:pPr marL="0" lvl="0" indent="0" algn="l" rtl="0">
              <a:lnSpc>
                <a:spcPct val="100000"/>
              </a:lnSpc>
              <a:spcBef>
                <a:spcPts val="0"/>
              </a:spcBef>
              <a:spcAft>
                <a:spcPts val="0"/>
              </a:spcAft>
              <a:buClr>
                <a:schemeClr val="dk1"/>
              </a:buClr>
              <a:buSzPts val="1100"/>
              <a:buFont typeface="Arial"/>
              <a:buNone/>
            </a:pPr>
            <a:endParaRPr sz="1800" b="1"/>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endParaRPr sz="1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You may be seated.</a:t>
            </a:r>
            <a:endParaRPr sz="1800"/>
          </a:p>
          <a:p>
            <a:pPr marL="0" lvl="0" indent="0" algn="l" rtl="0">
              <a:lnSpc>
                <a:spcPct val="100000"/>
              </a:lnSpc>
              <a:spcBef>
                <a:spcPts val="0"/>
              </a:spcBef>
              <a:spcAft>
                <a:spcPts val="0"/>
              </a:spcAft>
              <a:buClr>
                <a:schemeClr val="dk1"/>
              </a:buClr>
              <a:buSzPts val="1100"/>
              <a:buFont typeface="Arial"/>
              <a:buNone/>
            </a:pPr>
            <a:r>
              <a:rPr lang="en-US" sz="1800"/>
              <a:t>We are given the opportunity to give our offerings. </a:t>
            </a:r>
            <a:endParaRPr sz="1800" b="1"/>
          </a:p>
          <a:p>
            <a:pPr marL="0" lvl="0" indent="0" algn="l" rtl="0">
              <a:lnSpc>
                <a:spcPct val="100000"/>
              </a:lnSpc>
              <a:spcBef>
                <a:spcPts val="0"/>
              </a:spcBef>
              <a:spcAft>
                <a:spcPts val="0"/>
              </a:spcAft>
              <a:buClr>
                <a:schemeClr val="dk1"/>
              </a:buClr>
              <a:buSzPts val="1100"/>
              <a:buFont typeface="Arial"/>
              <a:buNone/>
            </a:pPr>
            <a:r>
              <a:rPr lang="en-US" sz="1800"/>
              <a:t>The offertory bag will be passed around.</a:t>
            </a:r>
            <a:endParaRPr sz="1800"/>
          </a:p>
          <a:p>
            <a:pPr marL="0" lvl="0" indent="0" algn="l" rtl="0">
              <a:lnSpc>
                <a:spcPct val="100000"/>
              </a:lnSpc>
              <a:spcBef>
                <a:spcPts val="0"/>
              </a:spcBef>
              <a:spcAft>
                <a:spcPts val="0"/>
              </a:spcAft>
              <a:buClr>
                <a:schemeClr val="dk1"/>
              </a:buClr>
              <a:buSzPts val="1100"/>
              <a:buFont typeface="Arial"/>
              <a:buNone/>
            </a:pPr>
            <a:r>
              <a:rPr lang="en-US" sz="1800"/>
              <a:t>And if you are giving the offertory via Swish, the number is displayed on the screen.</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r>
              <a:rPr lang="en-US" sz="1800"/>
              <a:t>While giving the offertory, we sing “We Give You But Your Own”, 3 verses.</a:t>
            </a:r>
            <a:endParaRPr sz="1800"/>
          </a:p>
          <a:p>
            <a:pPr marL="0" lvl="0" indent="0" algn="l" rtl="0">
              <a:lnSpc>
                <a:spcPct val="100000"/>
              </a:lnSpc>
              <a:spcBef>
                <a:spcPts val="0"/>
              </a:spcBef>
              <a:spcAft>
                <a:spcPts val="0"/>
              </a:spcAft>
              <a:buClr>
                <a:schemeClr val="dk1"/>
              </a:buClr>
              <a:buSzPts val="1100"/>
              <a:buFont typeface="Arial"/>
              <a:buNone/>
            </a:pPr>
            <a:endParaRPr sz="1800" b="1"/>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endParaRPr sz="1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5" name="Google Shape;425;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You may be seated.</a:t>
            </a:r>
            <a:endParaRPr sz="1800"/>
          </a:p>
          <a:p>
            <a:pPr marL="0" lvl="0" indent="0" algn="l" rtl="0">
              <a:lnSpc>
                <a:spcPct val="100000"/>
              </a:lnSpc>
              <a:spcBef>
                <a:spcPts val="0"/>
              </a:spcBef>
              <a:spcAft>
                <a:spcPts val="0"/>
              </a:spcAft>
              <a:buClr>
                <a:schemeClr val="dk1"/>
              </a:buClr>
              <a:buSzPts val="1100"/>
              <a:buFont typeface="Arial"/>
              <a:buNone/>
            </a:pPr>
            <a:r>
              <a:rPr lang="en-US" sz="1800"/>
              <a:t>We are given the opportunity to give our offerings. </a:t>
            </a:r>
            <a:endParaRPr sz="1800" b="1"/>
          </a:p>
          <a:p>
            <a:pPr marL="0" lvl="0" indent="0" algn="l" rtl="0">
              <a:lnSpc>
                <a:spcPct val="100000"/>
              </a:lnSpc>
              <a:spcBef>
                <a:spcPts val="0"/>
              </a:spcBef>
              <a:spcAft>
                <a:spcPts val="0"/>
              </a:spcAft>
              <a:buClr>
                <a:schemeClr val="dk1"/>
              </a:buClr>
              <a:buSzPts val="1100"/>
              <a:buFont typeface="Arial"/>
              <a:buNone/>
            </a:pPr>
            <a:r>
              <a:rPr lang="en-US" sz="1800"/>
              <a:t>The offertory bag will be passed around.</a:t>
            </a:r>
            <a:endParaRPr sz="1800"/>
          </a:p>
          <a:p>
            <a:pPr marL="0" lvl="0" indent="0" algn="l" rtl="0">
              <a:lnSpc>
                <a:spcPct val="100000"/>
              </a:lnSpc>
              <a:spcBef>
                <a:spcPts val="0"/>
              </a:spcBef>
              <a:spcAft>
                <a:spcPts val="0"/>
              </a:spcAft>
              <a:buClr>
                <a:schemeClr val="dk1"/>
              </a:buClr>
              <a:buSzPts val="1100"/>
              <a:buFont typeface="Arial"/>
              <a:buNone/>
            </a:pPr>
            <a:r>
              <a:rPr lang="en-US" sz="1800"/>
              <a:t>And if you are giving the offertory via Swish, the number is displayed on the screen.</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r>
              <a:rPr lang="en-US" sz="1800"/>
              <a:t>While giving the offertory, we sing “We Give You But Your Own”, 3 verses.</a:t>
            </a:r>
            <a:endParaRPr sz="1800"/>
          </a:p>
          <a:p>
            <a:pPr marL="0" lvl="0" indent="0" algn="l" rtl="0">
              <a:lnSpc>
                <a:spcPct val="100000"/>
              </a:lnSpc>
              <a:spcBef>
                <a:spcPts val="0"/>
              </a:spcBef>
              <a:spcAft>
                <a:spcPts val="0"/>
              </a:spcAft>
              <a:buClr>
                <a:schemeClr val="dk1"/>
              </a:buClr>
              <a:buSzPts val="1100"/>
              <a:buFont typeface="Arial"/>
              <a:buNone/>
            </a:pPr>
            <a:endParaRPr sz="1800" b="1"/>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endParaRPr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800"/>
              <a:t>You may be seated.</a:t>
            </a:r>
            <a:endParaRPr sz="1800"/>
          </a:p>
          <a:p>
            <a:pPr marL="0" lvl="0" indent="0" algn="l" rtl="0">
              <a:lnSpc>
                <a:spcPct val="100000"/>
              </a:lnSpc>
              <a:spcBef>
                <a:spcPts val="0"/>
              </a:spcBef>
              <a:spcAft>
                <a:spcPts val="0"/>
              </a:spcAft>
              <a:buClr>
                <a:schemeClr val="dk1"/>
              </a:buClr>
              <a:buSzPts val="1100"/>
              <a:buFont typeface="Arial"/>
              <a:buNone/>
            </a:pPr>
            <a:r>
              <a:rPr lang="en-US" sz="1800"/>
              <a:t>We are given the opportunity to give our offerings. </a:t>
            </a:r>
            <a:endParaRPr sz="1800" b="1"/>
          </a:p>
          <a:p>
            <a:pPr marL="0" lvl="0" indent="0" algn="l" rtl="0">
              <a:lnSpc>
                <a:spcPct val="100000"/>
              </a:lnSpc>
              <a:spcBef>
                <a:spcPts val="0"/>
              </a:spcBef>
              <a:spcAft>
                <a:spcPts val="0"/>
              </a:spcAft>
              <a:buClr>
                <a:schemeClr val="dk1"/>
              </a:buClr>
              <a:buSzPts val="1100"/>
              <a:buFont typeface="Arial"/>
              <a:buNone/>
            </a:pPr>
            <a:r>
              <a:rPr lang="en-US" sz="1800"/>
              <a:t>The offertory bag will be passed around.</a:t>
            </a:r>
            <a:endParaRPr sz="1800"/>
          </a:p>
          <a:p>
            <a:pPr marL="0" lvl="0" indent="0" algn="l" rtl="0">
              <a:lnSpc>
                <a:spcPct val="100000"/>
              </a:lnSpc>
              <a:spcBef>
                <a:spcPts val="0"/>
              </a:spcBef>
              <a:spcAft>
                <a:spcPts val="0"/>
              </a:spcAft>
              <a:buClr>
                <a:schemeClr val="dk1"/>
              </a:buClr>
              <a:buSzPts val="1100"/>
              <a:buFont typeface="Arial"/>
              <a:buNone/>
            </a:pPr>
            <a:r>
              <a:rPr lang="en-US" sz="1800"/>
              <a:t>And if you are giving the offertory via Swish, the number is displayed on the screen.</a:t>
            </a:r>
            <a:endParaRPr sz="1800"/>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r>
              <a:rPr lang="en-US" sz="1800"/>
              <a:t>While giving the offertory, we sing “We Give You But Your Own”, 3 verses.</a:t>
            </a:r>
            <a:endParaRPr sz="1800"/>
          </a:p>
          <a:p>
            <a:pPr marL="0" lvl="0" indent="0" algn="l" rtl="0">
              <a:lnSpc>
                <a:spcPct val="100000"/>
              </a:lnSpc>
              <a:spcBef>
                <a:spcPts val="0"/>
              </a:spcBef>
              <a:spcAft>
                <a:spcPts val="0"/>
              </a:spcAft>
              <a:buClr>
                <a:schemeClr val="dk1"/>
              </a:buClr>
              <a:buSzPts val="1100"/>
              <a:buFont typeface="Arial"/>
              <a:buNone/>
            </a:pPr>
            <a:endParaRPr sz="1800" b="1"/>
          </a:p>
          <a:p>
            <a:pPr marL="0" lvl="0" indent="0" algn="l" rtl="0">
              <a:lnSpc>
                <a:spcPct val="100000"/>
              </a:lnSpc>
              <a:spcBef>
                <a:spcPts val="0"/>
              </a:spcBef>
              <a:spcAft>
                <a:spcPts val="0"/>
              </a:spcAft>
              <a:buClr>
                <a:schemeClr val="dk1"/>
              </a:buClr>
              <a:buSzPts val="1100"/>
              <a:buFont typeface="Arial"/>
              <a:buNone/>
            </a:pPr>
            <a:endParaRPr sz="1800"/>
          </a:p>
          <a:p>
            <a:pPr marL="0" lvl="0" indent="0" algn="l" rtl="0">
              <a:lnSpc>
                <a:spcPct val="100000"/>
              </a:lnSpc>
              <a:spcBef>
                <a:spcPts val="0"/>
              </a:spcBef>
              <a:spcAft>
                <a:spcPts val="0"/>
              </a:spcAft>
              <a:buClr>
                <a:schemeClr val="dk1"/>
              </a:buClr>
              <a:buSzPts val="1100"/>
              <a:buFont typeface="Arial"/>
              <a:buNone/>
            </a:pPr>
            <a:endParaRPr sz="1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7224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953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3" name="Google Shape;533;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t>Closing prayer: Dear Lord, Thank You for guiding us through the sermon from the beginning until end. Help us implement what we have learned today in our daily life. Let the truth of your words be with us, so that we may grow in peace, love, and wisdom. In the name of Jesus Christ our saviour we have prayed, Amen. </a:t>
            </a:r>
            <a:endParaRPr sz="1800"/>
          </a:p>
          <a:p>
            <a:pPr marL="0" lvl="0" indent="0" algn="l" rtl="0">
              <a:lnSpc>
                <a:spcPct val="100000"/>
              </a:lnSpc>
              <a:spcBef>
                <a:spcPts val="0"/>
              </a:spcBef>
              <a:spcAft>
                <a:spcPts val="0"/>
              </a:spcAft>
              <a:buClr>
                <a:schemeClr val="dk1"/>
              </a:buClr>
              <a:buSzPts val="1100"/>
              <a:buFont typeface="Calibri"/>
              <a:buNone/>
            </a:pPr>
            <a:endParaRPr sz="1800"/>
          </a:p>
          <a:p>
            <a:pPr marL="0" lvl="0" indent="0" algn="l" rtl="0">
              <a:lnSpc>
                <a:spcPct val="100000"/>
              </a:lnSpc>
              <a:spcBef>
                <a:spcPts val="0"/>
              </a:spcBef>
              <a:spcAft>
                <a:spcPts val="0"/>
              </a:spcAft>
              <a:buClr>
                <a:schemeClr val="dk1"/>
              </a:buClr>
              <a:buSzPts val="1100"/>
              <a:buFont typeface="Calibri"/>
              <a:buNone/>
            </a:pPr>
            <a:endParaRPr sz="18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7" name="Google Shape;537;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2" name="Google Shape;542;p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1100" u="sng">
                <a:latin typeface="Arial"/>
                <a:ea typeface="Arial"/>
                <a:cs typeface="Arial"/>
                <a:sym typeface="Arial"/>
              </a:rPr>
              <a:t>The sermon is finished. You may be seated</a:t>
            </a:r>
            <a:r>
              <a:rPr lang="en-US" sz="1100">
                <a:latin typeface="Arial"/>
                <a:ea typeface="Arial"/>
                <a:cs typeface="Arial"/>
                <a:sym typeface="Arial"/>
              </a:rPr>
              <a:t> and take a silent moment. Happy Sunday and God Bless all of us.</a:t>
            </a:r>
            <a:endParaRPr sz="18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800"/>
          </a:p>
          <a:p>
            <a:pPr marL="0" lvl="0" indent="0" algn="l" rtl="0">
              <a:lnSpc>
                <a:spcPct val="100000"/>
              </a:lnSpc>
              <a:spcBef>
                <a:spcPts val="0"/>
              </a:spcBef>
              <a:spcAft>
                <a:spcPts val="0"/>
              </a:spcAft>
              <a:buClr>
                <a:schemeClr val="dk1"/>
              </a:buClr>
              <a:buSzPts val="1100"/>
              <a:buFont typeface="Calibri"/>
              <a:buNone/>
            </a:pPr>
            <a:endParaRPr sz="1800"/>
          </a:p>
          <a:p>
            <a:pPr marL="0" lvl="0" indent="0" algn="l" rtl="0">
              <a:lnSpc>
                <a:spcPct val="100000"/>
              </a:lnSpc>
              <a:spcBef>
                <a:spcPts val="0"/>
              </a:spcBef>
              <a:spcAft>
                <a:spcPts val="0"/>
              </a:spcAft>
              <a:buClr>
                <a:schemeClr val="dk1"/>
              </a:buClr>
              <a:buSzPts val="1100"/>
              <a:buFont typeface="Calibri"/>
              <a:buNone/>
            </a:pPr>
            <a:endParaRPr sz="18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800"/>
          </a:p>
          <a:p>
            <a:pPr marL="0" lvl="0" indent="0" algn="l" rtl="0">
              <a:lnSpc>
                <a:spcPct val="100000"/>
              </a:lnSpc>
              <a:spcBef>
                <a:spcPts val="0"/>
              </a:spcBef>
              <a:spcAft>
                <a:spcPts val="0"/>
              </a:spcAft>
              <a:buClr>
                <a:schemeClr val="dk1"/>
              </a:buClr>
              <a:buSzPts val="1100"/>
              <a:buFont typeface="Calibri"/>
              <a:buNone/>
            </a:pPr>
            <a:endParaRPr sz="1800"/>
          </a:p>
          <a:p>
            <a:pPr marL="0" lvl="0" indent="0" algn="l" rtl="0">
              <a:lnSpc>
                <a:spcPct val="100000"/>
              </a:lnSpc>
              <a:spcBef>
                <a:spcPts val="0"/>
              </a:spcBef>
              <a:spcAft>
                <a:spcPts val="0"/>
              </a:spcAft>
              <a:buClr>
                <a:schemeClr val="dk1"/>
              </a:buClr>
              <a:buSzPts val="1100"/>
              <a:buFont typeface="Calibri"/>
              <a:buNone/>
            </a:pPr>
            <a:endParaRPr sz="1800"/>
          </a:p>
        </p:txBody>
      </p:sp>
    </p:spTree>
    <p:extLst>
      <p:ext uri="{BB962C8B-B14F-4D97-AF65-F5344CB8AC3E}">
        <p14:creationId xmlns:p14="http://schemas.microsoft.com/office/powerpoint/2010/main" val="12942976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247ebc81067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g247ebc81067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247ebc81067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g247ebc81067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2821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238c28804b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5" name="Google Shape;575;g238c28804b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47ebc8106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2" name="Google Shape;582;g247ebc8106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9" name="Google Shape;589;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r>
              <a:rPr lang="en-US" sz="1800"/>
              <a:t>Before I’m reading out the announcements for this week, I invite all to stand and greet each other.</a:t>
            </a:r>
            <a:endParaRPr sz="1800"/>
          </a:p>
          <a:p>
            <a:pPr marL="0" lvl="0" indent="0" algn="l" rtl="0">
              <a:lnSpc>
                <a:spcPct val="100000"/>
              </a:lnSpc>
              <a:spcBef>
                <a:spcPts val="0"/>
              </a:spcBef>
              <a:spcAft>
                <a:spcPts val="0"/>
              </a:spcAft>
              <a:buClr>
                <a:schemeClr val="dk1"/>
              </a:buClr>
              <a:buSzPts val="1100"/>
              <a:buFont typeface="Calibri"/>
              <a:buNone/>
            </a:pPr>
            <a:r>
              <a:rPr lang="en-US" sz="1800"/>
              <a:t>You may return to your seats.</a:t>
            </a:r>
            <a:endParaRPr sz="1800"/>
          </a:p>
          <a:p>
            <a:pPr marL="0" lvl="0" indent="0" algn="l" rtl="0">
              <a:lnSpc>
                <a:spcPct val="100000"/>
              </a:lnSpc>
              <a:spcBef>
                <a:spcPts val="0"/>
              </a:spcBef>
              <a:spcAft>
                <a:spcPts val="0"/>
              </a:spcAft>
              <a:buClr>
                <a:schemeClr val="dk1"/>
              </a:buClr>
              <a:buSzPts val="1100"/>
              <a:buFont typeface="Calibri"/>
              <a:buNone/>
            </a:pPr>
            <a:endParaRPr sz="18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3" name="Google Shape;603;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3c4c92a5cf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8" name="Google Shape;608;g23c4c92a5c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9" name="Google Shape;619;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8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 slide 1">
    <p:bg>
      <p:bgPr>
        <a:solidFill>
          <a:srgbClr val="360606"/>
        </a:solidFill>
        <a:effectLst/>
      </p:bgPr>
    </p:bg>
    <p:spTree>
      <p:nvGrpSpPr>
        <p:cNvPr id="1" name="Shape 15"/>
        <p:cNvGrpSpPr/>
        <p:nvPr/>
      </p:nvGrpSpPr>
      <p:grpSpPr>
        <a:xfrm>
          <a:off x="0" y="0"/>
          <a:ext cx="0" cy="0"/>
          <a:chOff x="0" y="0"/>
          <a:chExt cx="0" cy="0"/>
        </a:xfrm>
      </p:grpSpPr>
      <p:sp>
        <p:nvSpPr>
          <p:cNvPr id="16" name="Google Shape;16;p87"/>
          <p:cNvSpPr txBox="1"/>
          <p:nvPr/>
        </p:nvSpPr>
        <p:spPr>
          <a:xfrm>
            <a:off x="415600" y="3870118"/>
            <a:ext cx="11360800" cy="11948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FFFFFF"/>
              </a:buClr>
              <a:buSzPts val="5200"/>
              <a:buFont typeface="Arial"/>
              <a:buNone/>
            </a:pPr>
            <a:r>
              <a:rPr lang="en-US" sz="3200" b="1" i="0" u="none" strike="noStrike" cap="none">
                <a:solidFill>
                  <a:srgbClr val="FFFFFF"/>
                </a:solidFill>
                <a:latin typeface="Roboto Condensed"/>
                <a:ea typeface="Roboto Condensed"/>
                <a:cs typeface="Roboto Condensed"/>
                <a:sym typeface="Roboto Condensed"/>
              </a:rPr>
              <a:t>International Reformed Evangelical Church Hamburg</a:t>
            </a:r>
            <a:endParaRPr sz="3200" b="1" i="0" u="none" strike="noStrike" cap="none">
              <a:solidFill>
                <a:srgbClr val="FFFFFF"/>
              </a:solidFill>
              <a:latin typeface="Roboto Condensed"/>
              <a:ea typeface="Roboto Condensed"/>
              <a:cs typeface="Roboto Condensed"/>
              <a:sym typeface="Roboto Condensed"/>
            </a:endParaRPr>
          </a:p>
        </p:txBody>
      </p:sp>
      <p:pic>
        <p:nvPicPr>
          <p:cNvPr id="17" name="Google Shape;17;p87"/>
          <p:cNvPicPr preferRelativeResize="0"/>
          <p:nvPr/>
        </p:nvPicPr>
        <p:blipFill rotWithShape="1">
          <a:blip r:embed="rId2">
            <a:alphaModFix/>
          </a:blip>
          <a:srcRect/>
          <a:stretch/>
        </p:blipFill>
        <p:spPr>
          <a:xfrm>
            <a:off x="4114034" y="658862"/>
            <a:ext cx="3963932" cy="3963932"/>
          </a:xfrm>
          <a:prstGeom prst="rect">
            <a:avLst/>
          </a:prstGeom>
          <a:noFill/>
          <a:ln>
            <a:noFill/>
          </a:ln>
        </p:spPr>
      </p:pic>
      <p:sp>
        <p:nvSpPr>
          <p:cNvPr id="18" name="Google Shape;18;p87"/>
          <p:cNvSpPr txBox="1"/>
          <p:nvPr/>
        </p:nvSpPr>
        <p:spPr>
          <a:xfrm>
            <a:off x="415600" y="4754118"/>
            <a:ext cx="11360800" cy="621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D9D9D9"/>
              </a:buClr>
              <a:buSzPts val="2800"/>
              <a:buFont typeface="Arial"/>
              <a:buNone/>
            </a:pPr>
            <a:r>
              <a:rPr lang="en-US" sz="2400" b="0" i="0" u="none" strike="noStrike" cap="none" dirty="0">
                <a:solidFill>
                  <a:schemeClr val="dk1"/>
                </a:solidFill>
                <a:latin typeface="Roboto Condensed"/>
                <a:ea typeface="Roboto Condensed"/>
                <a:cs typeface="Roboto Condensed"/>
                <a:sym typeface="Roboto Condensed"/>
              </a:rPr>
              <a:t>16. July 2023</a:t>
            </a:r>
            <a:endParaRPr sz="1867" b="0" i="0" u="none" strike="noStrike" cap="none" dirty="0">
              <a:solidFill>
                <a:schemeClr val="dk1"/>
              </a:solidFill>
              <a:latin typeface="Roboto Condensed"/>
              <a:ea typeface="Roboto Condensed"/>
              <a:cs typeface="Roboto Condensed"/>
              <a:sym typeface="Roboto Condense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9"/>
        <p:cNvGrpSpPr/>
        <p:nvPr/>
      </p:nvGrpSpPr>
      <p:grpSpPr>
        <a:xfrm>
          <a:off x="0" y="0"/>
          <a:ext cx="0" cy="0"/>
          <a:chOff x="0" y="0"/>
          <a:chExt cx="0" cy="0"/>
        </a:xfrm>
      </p:grpSpPr>
      <p:sp>
        <p:nvSpPr>
          <p:cNvPr id="20" name="Google Shape;20;p96"/>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3800">
                <a:latin typeface="Roboto Condensed"/>
                <a:ea typeface="Roboto Condensed"/>
                <a:cs typeface="Roboto Condensed"/>
                <a:sym typeface="Roboto Condensed"/>
              </a:defRPr>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21" name="Google Shape;21;p9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22"/>
        <p:cNvGrpSpPr/>
        <p:nvPr/>
      </p:nvGrpSpPr>
      <p:grpSpPr>
        <a:xfrm>
          <a:off x="0" y="0"/>
          <a:ext cx="0" cy="0"/>
          <a:chOff x="0" y="0"/>
          <a:chExt cx="0" cy="0"/>
        </a:xfrm>
      </p:grpSpPr>
      <p:sp>
        <p:nvSpPr>
          <p:cNvPr id="23" name="Google Shape;23;p7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7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 name="Google Shape;26;p7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 name="Google Shape;27;p7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28"/>
        <p:cNvGrpSpPr/>
        <p:nvPr/>
      </p:nvGrpSpPr>
      <p:grpSpPr>
        <a:xfrm>
          <a:off x="0" y="0"/>
          <a:ext cx="0" cy="0"/>
          <a:chOff x="0" y="0"/>
          <a:chExt cx="0" cy="0"/>
        </a:xfrm>
      </p:grpSpPr>
      <p:sp>
        <p:nvSpPr>
          <p:cNvPr id="29" name="Google Shape;29;p97"/>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a:endParaRPr/>
          </a:p>
        </p:txBody>
      </p:sp>
      <p:sp>
        <p:nvSpPr>
          <p:cNvPr id="30" name="Google Shape;30;p97"/>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31" name="Google Shape;31;p9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32"/>
        <p:cNvGrpSpPr/>
        <p:nvPr/>
      </p:nvGrpSpPr>
      <p:grpSpPr>
        <a:xfrm>
          <a:off x="0" y="0"/>
          <a:ext cx="0" cy="0"/>
          <a:chOff x="0" y="0"/>
          <a:chExt cx="0" cy="0"/>
        </a:xfrm>
      </p:grpSpPr>
      <p:sp>
        <p:nvSpPr>
          <p:cNvPr id="33" name="Google Shape;33;p98"/>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 name="Google Shape;34;p98"/>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35" name="Google Shape;35;p98"/>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36" name="Google Shape;36;p9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7"/>
        <p:cNvGrpSpPr/>
        <p:nvPr/>
      </p:nvGrpSpPr>
      <p:grpSpPr>
        <a:xfrm>
          <a:off x="0" y="0"/>
          <a:ext cx="0" cy="0"/>
          <a:chOff x="0" y="0"/>
          <a:chExt cx="0" cy="0"/>
        </a:xfrm>
      </p:grpSpPr>
      <p:sp>
        <p:nvSpPr>
          <p:cNvPr id="38" name="Google Shape;38;p9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9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100"/>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42" name="Google Shape;42;p100"/>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600"/>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43" name="Google Shape;43;p10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101"/>
          <p:cNvSpPr/>
          <p:nvPr/>
        </p:nvSpPr>
        <p:spPr>
          <a:xfrm>
            <a:off x="6096000" y="33"/>
            <a:ext cx="6096000" cy="6858000"/>
          </a:xfrm>
          <a:prstGeom prst="rect">
            <a:avLst/>
          </a:prstGeom>
          <a:solidFill>
            <a:schemeClr val="dk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46" name="Google Shape;46;p101"/>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7" name="Google Shape;47;p101"/>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8" name="Google Shape;48;p101"/>
          <p:cNvSpPr txBox="1">
            <a:spLocks noGrp="1"/>
          </p:cNvSpPr>
          <p:nvPr>
            <p:ph type="body" idx="2"/>
          </p:nvPr>
        </p:nvSpPr>
        <p:spPr>
          <a:xfrm>
            <a:off x="6586000" y="965600"/>
            <a:ext cx="5116000" cy="49268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dk1"/>
              </a:buClr>
              <a:buSzPts val="1800"/>
              <a:buChar char="●"/>
              <a:defRPr>
                <a:solidFill>
                  <a:schemeClr val="dk1"/>
                </a:solidFill>
              </a:defRPr>
            </a:lvl1pPr>
            <a:lvl2pPr marL="914400" lvl="1" indent="-317500" algn="l">
              <a:lnSpc>
                <a:spcPct val="115000"/>
              </a:lnSpc>
              <a:spcBef>
                <a:spcPts val="2133"/>
              </a:spcBef>
              <a:spcAft>
                <a:spcPts val="0"/>
              </a:spcAft>
              <a:buClr>
                <a:schemeClr val="dk1"/>
              </a:buClr>
              <a:buSzPts val="1400"/>
              <a:buChar char="○"/>
              <a:defRPr>
                <a:solidFill>
                  <a:schemeClr val="dk1"/>
                </a:solidFill>
              </a:defRPr>
            </a:lvl2pPr>
            <a:lvl3pPr marL="1371600" lvl="2" indent="-317500" algn="l">
              <a:lnSpc>
                <a:spcPct val="115000"/>
              </a:lnSpc>
              <a:spcBef>
                <a:spcPts val="2133"/>
              </a:spcBef>
              <a:spcAft>
                <a:spcPts val="0"/>
              </a:spcAft>
              <a:buClr>
                <a:schemeClr val="dk1"/>
              </a:buClr>
              <a:buSzPts val="1400"/>
              <a:buChar char="■"/>
              <a:defRPr>
                <a:solidFill>
                  <a:schemeClr val="dk1"/>
                </a:solidFill>
              </a:defRPr>
            </a:lvl3pPr>
            <a:lvl4pPr marL="1828800" lvl="3" indent="-317500" algn="l">
              <a:lnSpc>
                <a:spcPct val="115000"/>
              </a:lnSpc>
              <a:spcBef>
                <a:spcPts val="2133"/>
              </a:spcBef>
              <a:spcAft>
                <a:spcPts val="0"/>
              </a:spcAft>
              <a:buClr>
                <a:schemeClr val="dk1"/>
              </a:buClr>
              <a:buSzPts val="1400"/>
              <a:buChar char="●"/>
              <a:defRPr>
                <a:solidFill>
                  <a:schemeClr val="dk1"/>
                </a:solidFill>
              </a:defRPr>
            </a:lvl4pPr>
            <a:lvl5pPr marL="2286000" lvl="4" indent="-317500" algn="l">
              <a:lnSpc>
                <a:spcPct val="115000"/>
              </a:lnSpc>
              <a:spcBef>
                <a:spcPts val="2133"/>
              </a:spcBef>
              <a:spcAft>
                <a:spcPts val="0"/>
              </a:spcAft>
              <a:buClr>
                <a:schemeClr val="dk1"/>
              </a:buClr>
              <a:buSzPts val="1400"/>
              <a:buChar char="○"/>
              <a:defRPr>
                <a:solidFill>
                  <a:schemeClr val="dk1"/>
                </a:solidFill>
              </a:defRPr>
            </a:lvl5pPr>
            <a:lvl6pPr marL="2743200" lvl="5" indent="-317500" algn="l">
              <a:lnSpc>
                <a:spcPct val="115000"/>
              </a:lnSpc>
              <a:spcBef>
                <a:spcPts val="2133"/>
              </a:spcBef>
              <a:spcAft>
                <a:spcPts val="0"/>
              </a:spcAft>
              <a:buClr>
                <a:schemeClr val="dk1"/>
              </a:buClr>
              <a:buSzPts val="1400"/>
              <a:buChar char="■"/>
              <a:defRPr>
                <a:solidFill>
                  <a:schemeClr val="dk1"/>
                </a:solidFill>
              </a:defRPr>
            </a:lvl6pPr>
            <a:lvl7pPr marL="3200400" lvl="6" indent="-317500" algn="l">
              <a:lnSpc>
                <a:spcPct val="115000"/>
              </a:lnSpc>
              <a:spcBef>
                <a:spcPts val="2133"/>
              </a:spcBef>
              <a:spcAft>
                <a:spcPts val="0"/>
              </a:spcAft>
              <a:buClr>
                <a:schemeClr val="dk1"/>
              </a:buClr>
              <a:buSzPts val="1400"/>
              <a:buChar char="●"/>
              <a:defRPr>
                <a:solidFill>
                  <a:schemeClr val="dk1"/>
                </a:solidFill>
              </a:defRPr>
            </a:lvl7pPr>
            <a:lvl8pPr marL="3657600" lvl="7" indent="-317500" algn="l">
              <a:lnSpc>
                <a:spcPct val="115000"/>
              </a:lnSpc>
              <a:spcBef>
                <a:spcPts val="2133"/>
              </a:spcBef>
              <a:spcAft>
                <a:spcPts val="0"/>
              </a:spcAft>
              <a:buClr>
                <a:schemeClr val="dk1"/>
              </a:buClr>
              <a:buSzPts val="1400"/>
              <a:buChar char="○"/>
              <a:defRPr>
                <a:solidFill>
                  <a:schemeClr val="dk1"/>
                </a:solidFill>
              </a:defRPr>
            </a:lvl8pPr>
            <a:lvl9pPr marL="4114800" lvl="8" indent="-317500" algn="l">
              <a:lnSpc>
                <a:spcPct val="115000"/>
              </a:lnSpc>
              <a:spcBef>
                <a:spcPts val="2133"/>
              </a:spcBef>
              <a:spcAft>
                <a:spcPts val="2133"/>
              </a:spcAft>
              <a:buClr>
                <a:schemeClr val="dk1"/>
              </a:buClr>
              <a:buSzPts val="1400"/>
              <a:buChar char="■"/>
              <a:defRPr>
                <a:solidFill>
                  <a:schemeClr val="dk1"/>
                </a:solidFill>
              </a:defRPr>
            </a:lvl9pPr>
          </a:lstStyle>
          <a:p>
            <a:endParaRPr/>
          </a:p>
        </p:txBody>
      </p:sp>
      <p:sp>
        <p:nvSpPr>
          <p:cNvPr id="49" name="Google Shape;49;p10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
        <p:cNvGrpSpPr/>
        <p:nvPr/>
      </p:nvGrpSpPr>
      <p:grpSpPr>
        <a:xfrm>
          <a:off x="0" y="0"/>
          <a:ext cx="0" cy="0"/>
          <a:chOff x="0" y="0"/>
          <a:chExt cx="0" cy="0"/>
        </a:xfrm>
      </p:grpSpPr>
      <p:sp>
        <p:nvSpPr>
          <p:cNvPr id="51" name="Google Shape;51;p102"/>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52" name="Google Shape;52;p10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3"/>
        <p:cNvGrpSpPr/>
        <p:nvPr/>
      </p:nvGrpSpPr>
      <p:grpSpPr>
        <a:xfrm>
          <a:off x="0" y="0"/>
          <a:ext cx="0" cy="0"/>
          <a:chOff x="0" y="0"/>
          <a:chExt cx="0" cy="0"/>
        </a:xfrm>
      </p:grpSpPr>
      <p:sp>
        <p:nvSpPr>
          <p:cNvPr id="54" name="Google Shape;54;p103"/>
          <p:cNvSpPr txBox="1">
            <a:spLocks noGrp="1"/>
          </p:cNvSpPr>
          <p:nvPr>
            <p:ph type="title"/>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endParaRPr/>
          </a:p>
        </p:txBody>
      </p:sp>
      <p:sp>
        <p:nvSpPr>
          <p:cNvPr id="55" name="Google Shape;55;p103"/>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2133"/>
              </a:spcBef>
              <a:spcAft>
                <a:spcPts val="0"/>
              </a:spcAft>
              <a:buSzPts val="1400"/>
              <a:buChar char="○"/>
              <a:defRPr/>
            </a:lvl2pPr>
            <a:lvl3pPr marL="1371600" lvl="2" indent="-317500" algn="ctr">
              <a:lnSpc>
                <a:spcPct val="115000"/>
              </a:lnSpc>
              <a:spcBef>
                <a:spcPts val="2133"/>
              </a:spcBef>
              <a:spcAft>
                <a:spcPts val="0"/>
              </a:spcAft>
              <a:buSzPts val="1400"/>
              <a:buChar char="■"/>
              <a:defRPr/>
            </a:lvl3pPr>
            <a:lvl4pPr marL="1828800" lvl="3" indent="-317500" algn="ctr">
              <a:lnSpc>
                <a:spcPct val="115000"/>
              </a:lnSpc>
              <a:spcBef>
                <a:spcPts val="2133"/>
              </a:spcBef>
              <a:spcAft>
                <a:spcPts val="0"/>
              </a:spcAft>
              <a:buSzPts val="1400"/>
              <a:buChar char="●"/>
              <a:defRPr/>
            </a:lvl4pPr>
            <a:lvl5pPr marL="2286000" lvl="4" indent="-317500" algn="ctr">
              <a:lnSpc>
                <a:spcPct val="115000"/>
              </a:lnSpc>
              <a:spcBef>
                <a:spcPts val="2133"/>
              </a:spcBef>
              <a:spcAft>
                <a:spcPts val="0"/>
              </a:spcAft>
              <a:buSzPts val="1400"/>
              <a:buChar char="○"/>
              <a:defRPr/>
            </a:lvl5pPr>
            <a:lvl6pPr marL="2743200" lvl="5" indent="-317500" algn="ctr">
              <a:lnSpc>
                <a:spcPct val="115000"/>
              </a:lnSpc>
              <a:spcBef>
                <a:spcPts val="2133"/>
              </a:spcBef>
              <a:spcAft>
                <a:spcPts val="0"/>
              </a:spcAft>
              <a:buSzPts val="1400"/>
              <a:buChar char="■"/>
              <a:defRPr/>
            </a:lvl6pPr>
            <a:lvl7pPr marL="3200400" lvl="6" indent="-317500" algn="ctr">
              <a:lnSpc>
                <a:spcPct val="115000"/>
              </a:lnSpc>
              <a:spcBef>
                <a:spcPts val="2133"/>
              </a:spcBef>
              <a:spcAft>
                <a:spcPts val="0"/>
              </a:spcAft>
              <a:buSzPts val="1400"/>
              <a:buChar char="●"/>
              <a:defRPr/>
            </a:lvl7pPr>
            <a:lvl8pPr marL="3657600" lvl="7" indent="-317500" algn="ctr">
              <a:lnSpc>
                <a:spcPct val="115000"/>
              </a:lnSpc>
              <a:spcBef>
                <a:spcPts val="2133"/>
              </a:spcBef>
              <a:spcAft>
                <a:spcPts val="0"/>
              </a:spcAft>
              <a:buSzPts val="1400"/>
              <a:buChar char="○"/>
              <a:defRPr/>
            </a:lvl8pPr>
            <a:lvl9pPr marL="4114800" lvl="8" indent="-317500" algn="ctr">
              <a:lnSpc>
                <a:spcPct val="115000"/>
              </a:lnSpc>
              <a:spcBef>
                <a:spcPts val="2133"/>
              </a:spcBef>
              <a:spcAft>
                <a:spcPts val="2133"/>
              </a:spcAft>
              <a:buSzPts val="1400"/>
              <a:buChar char="■"/>
              <a:defRPr/>
            </a:lvl9pPr>
          </a:lstStyle>
          <a:p>
            <a:endParaRPr/>
          </a:p>
        </p:txBody>
      </p:sp>
      <p:sp>
        <p:nvSpPr>
          <p:cNvPr id="56" name="Google Shape;56;p10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64"/>
        <p:cNvGrpSpPr/>
        <p:nvPr/>
      </p:nvGrpSpPr>
      <p:grpSpPr>
        <a:xfrm>
          <a:off x="0" y="0"/>
          <a:ext cx="0" cy="0"/>
          <a:chOff x="0" y="0"/>
          <a:chExt cx="0" cy="0"/>
        </a:xfrm>
      </p:grpSpPr>
      <p:sp>
        <p:nvSpPr>
          <p:cNvPr id="65" name="Google Shape;65;p9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9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9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70"/>
        <p:cNvGrpSpPr/>
        <p:nvPr/>
      </p:nvGrpSpPr>
      <p:grpSpPr>
        <a:xfrm>
          <a:off x="0" y="0"/>
          <a:ext cx="0" cy="0"/>
          <a:chOff x="0" y="0"/>
          <a:chExt cx="0" cy="0"/>
        </a:xfrm>
      </p:grpSpPr>
      <p:sp>
        <p:nvSpPr>
          <p:cNvPr id="71" name="Google Shape;71;p1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75"/>
        <p:cNvGrpSpPr/>
        <p:nvPr/>
      </p:nvGrpSpPr>
      <p:grpSpPr>
        <a:xfrm>
          <a:off x="0" y="0"/>
          <a:ext cx="0" cy="0"/>
          <a:chOff x="0" y="0"/>
          <a:chExt cx="0" cy="0"/>
        </a:xfrm>
      </p:grpSpPr>
      <p:sp>
        <p:nvSpPr>
          <p:cNvPr id="76" name="Google Shape;76;p12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8" name="Google Shape;78;p1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81"/>
        <p:cNvGrpSpPr/>
        <p:nvPr/>
      </p:nvGrpSpPr>
      <p:grpSpPr>
        <a:xfrm>
          <a:off x="0" y="0"/>
          <a:ext cx="0" cy="0"/>
          <a:chOff x="0" y="0"/>
          <a:chExt cx="0" cy="0"/>
        </a:xfrm>
      </p:grpSpPr>
      <p:sp>
        <p:nvSpPr>
          <p:cNvPr id="82" name="Google Shape;82;p12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4" name="Google Shape;84;p1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87"/>
        <p:cNvGrpSpPr/>
        <p:nvPr/>
      </p:nvGrpSpPr>
      <p:grpSpPr>
        <a:xfrm>
          <a:off x="0" y="0"/>
          <a:ext cx="0" cy="0"/>
          <a:chOff x="0" y="0"/>
          <a:chExt cx="0" cy="0"/>
        </a:xfrm>
      </p:grpSpPr>
      <p:sp>
        <p:nvSpPr>
          <p:cNvPr id="88" name="Google Shape;88;p12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24"/>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24"/>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94"/>
        <p:cNvGrpSpPr/>
        <p:nvPr/>
      </p:nvGrpSpPr>
      <p:grpSpPr>
        <a:xfrm>
          <a:off x="0" y="0"/>
          <a:ext cx="0" cy="0"/>
          <a:chOff x="0" y="0"/>
          <a:chExt cx="0" cy="0"/>
        </a:xfrm>
      </p:grpSpPr>
      <p:sp>
        <p:nvSpPr>
          <p:cNvPr id="95" name="Google Shape;95;p125"/>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25"/>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7" name="Google Shape;97;p125"/>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12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12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103"/>
        <p:cNvGrpSpPr/>
        <p:nvPr/>
      </p:nvGrpSpPr>
      <p:grpSpPr>
        <a:xfrm>
          <a:off x="0" y="0"/>
          <a:ext cx="0" cy="0"/>
          <a:chOff x="0" y="0"/>
          <a:chExt cx="0" cy="0"/>
        </a:xfrm>
      </p:grpSpPr>
      <p:sp>
        <p:nvSpPr>
          <p:cNvPr id="104" name="Google Shape;104;p126"/>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126"/>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6" name="Google Shape;106;p126"/>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7" name="Google Shape;107;p12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110"/>
        <p:cNvGrpSpPr/>
        <p:nvPr/>
      </p:nvGrpSpPr>
      <p:grpSpPr>
        <a:xfrm>
          <a:off x="0" y="0"/>
          <a:ext cx="0" cy="0"/>
          <a:chOff x="0" y="0"/>
          <a:chExt cx="0" cy="0"/>
        </a:xfrm>
      </p:grpSpPr>
      <p:sp>
        <p:nvSpPr>
          <p:cNvPr id="111" name="Google Shape;111;p127"/>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127"/>
          <p:cNvSpPr>
            <a:spLocks noGrp="1"/>
          </p:cNvSpPr>
          <p:nvPr>
            <p:ph type="pic" idx="2"/>
          </p:nvPr>
        </p:nvSpPr>
        <p:spPr>
          <a:xfrm>
            <a:off x="5183188" y="987425"/>
            <a:ext cx="6172200" cy="4873500"/>
          </a:xfrm>
          <a:prstGeom prst="rect">
            <a:avLst/>
          </a:prstGeom>
          <a:noFill/>
          <a:ln>
            <a:noFill/>
          </a:ln>
        </p:spPr>
      </p:sp>
      <p:sp>
        <p:nvSpPr>
          <p:cNvPr id="113" name="Google Shape;113;p127"/>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4" name="Google Shape;114;p1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1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1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117"/>
        <p:cNvGrpSpPr/>
        <p:nvPr/>
      </p:nvGrpSpPr>
      <p:grpSpPr>
        <a:xfrm>
          <a:off x="0" y="0"/>
          <a:ext cx="0" cy="0"/>
          <a:chOff x="0" y="0"/>
          <a:chExt cx="0" cy="0"/>
        </a:xfrm>
      </p:grpSpPr>
      <p:sp>
        <p:nvSpPr>
          <p:cNvPr id="118" name="Google Shape;118;p1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12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12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1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123"/>
        <p:cNvGrpSpPr/>
        <p:nvPr/>
      </p:nvGrpSpPr>
      <p:grpSpPr>
        <a:xfrm>
          <a:off x="0" y="0"/>
          <a:ext cx="0" cy="0"/>
          <a:chOff x="0" y="0"/>
          <a:chExt cx="0" cy="0"/>
        </a:xfrm>
      </p:grpSpPr>
      <p:sp>
        <p:nvSpPr>
          <p:cNvPr id="124" name="Google Shape;124;p129"/>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129"/>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12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2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12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85"/>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2pPr>
            <a:lvl3pPr marL="1371600" marR="0" lvl="2"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3pPr>
            <a:lvl4pPr marL="1828800" marR="0" lvl="3"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4pPr>
            <a:lvl5pPr marL="2286000" marR="0" lvl="4"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5pPr>
            <a:lvl6pPr marL="2743200" marR="0" lvl="5"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6pPr>
            <a:lvl7pPr marL="3200400" marR="0" lvl="6"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7pPr>
            <a:lvl8pPr marL="3657600" marR="0" lvl="7" indent="-317500" algn="l" rtl="0">
              <a:lnSpc>
                <a:spcPct val="115000"/>
              </a:lnSpc>
              <a:spcBef>
                <a:spcPts val="1600"/>
              </a:spcBef>
              <a:spcAft>
                <a:spcPts val="0"/>
              </a:spcAft>
              <a:buClr>
                <a:schemeClr val="lt2"/>
              </a:buClr>
              <a:buSzPts val="1400"/>
              <a:buFont typeface="Arial"/>
              <a:buChar char="○"/>
              <a:defRPr sz="1867" b="0" i="0" u="none" strike="noStrike" cap="none">
                <a:solidFill>
                  <a:schemeClr val="lt2"/>
                </a:solidFill>
                <a:latin typeface="Arial"/>
                <a:ea typeface="Arial"/>
                <a:cs typeface="Arial"/>
                <a:sym typeface="Arial"/>
              </a:defRPr>
            </a:lvl8pPr>
            <a:lvl9pPr marL="4114800" marR="0" lvl="8" indent="-317500" algn="l" rtl="0">
              <a:lnSpc>
                <a:spcPct val="115000"/>
              </a:lnSpc>
              <a:spcBef>
                <a:spcPts val="1600"/>
              </a:spcBef>
              <a:spcAft>
                <a:spcPts val="1600"/>
              </a:spcAft>
              <a:buClr>
                <a:schemeClr val="lt2"/>
              </a:buClr>
              <a:buSzPts val="1400"/>
              <a:buFont typeface="Arial"/>
              <a:buChar char="■"/>
              <a:defRPr sz="1867" b="0" i="0" u="none" strike="noStrike" cap="none">
                <a:solidFill>
                  <a:schemeClr val="lt2"/>
                </a:solidFill>
                <a:latin typeface="Arial"/>
                <a:ea typeface="Arial"/>
                <a:cs typeface="Arial"/>
                <a:sym typeface="Arial"/>
              </a:defRPr>
            </a:lvl9pPr>
          </a:lstStyle>
          <a:p>
            <a:endParaRPr/>
          </a:p>
        </p:txBody>
      </p:sp>
      <p:sp>
        <p:nvSpPr>
          <p:cNvPr id="12" name="Google Shape;12;p8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1pPr>
            <a:lvl2pPr marL="0" marR="0" lvl="1"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2pPr>
            <a:lvl3pPr marL="0" marR="0" lvl="2"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3pPr>
            <a:lvl4pPr marL="0" marR="0" lvl="3"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4pPr>
            <a:lvl5pPr marL="0" marR="0" lvl="4"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5pPr>
            <a:lvl6pPr marL="0" marR="0" lvl="5"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6pPr>
            <a:lvl7pPr marL="0" marR="0" lvl="6"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7pPr>
            <a:lvl8pPr marL="0" marR="0" lvl="7"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8pPr>
            <a:lvl9pPr marL="0" marR="0" lvl="8" indent="0" algn="r" rtl="0">
              <a:lnSpc>
                <a:spcPct val="100000"/>
              </a:lnSpc>
              <a:spcBef>
                <a:spcPts val="0"/>
              </a:spcBef>
              <a:spcAft>
                <a:spcPts val="0"/>
              </a:spcAft>
              <a:buClr>
                <a:schemeClr val="lt2"/>
              </a:buClr>
              <a:buSzPts val="1333"/>
              <a:buFont typeface="Arial"/>
              <a:buNone/>
              <a:defRPr sz="1333"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60606"/>
        </a:solidFill>
        <a:effectLst/>
      </p:bgPr>
    </p:bg>
    <p:spTree>
      <p:nvGrpSpPr>
        <p:cNvPr id="1" name="Shape 57"/>
        <p:cNvGrpSpPr/>
        <p:nvPr/>
      </p:nvGrpSpPr>
      <p:grpSpPr>
        <a:xfrm>
          <a:off x="0" y="0"/>
          <a:ext cx="0" cy="0"/>
          <a:chOff x="0" y="0"/>
          <a:chExt cx="0" cy="0"/>
        </a:xfrm>
      </p:grpSpPr>
      <p:sp>
        <p:nvSpPr>
          <p:cNvPr id="58" name="Google Shape;58;p8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8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0" name="Google Shape;60;p8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8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8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3" name="Google Shape;63;p88" descr="Logo&#10;&#10;Description automatically generated"/>
          <p:cNvPicPr preferRelativeResize="0"/>
          <p:nvPr/>
        </p:nvPicPr>
        <p:blipFill rotWithShape="1">
          <a:blip r:embed="rId12">
            <a:alphaModFix/>
          </a:blip>
          <a:srcRect/>
          <a:stretch/>
        </p:blipFill>
        <p:spPr>
          <a:xfrm>
            <a:off x="77474" y="5383635"/>
            <a:ext cx="868823" cy="147436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5.JPG"/><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Shape 132"/>
        <p:cNvGrpSpPr/>
        <p:nvPr/>
      </p:nvGrpSpPr>
      <p:grpSpPr>
        <a:xfrm>
          <a:off x="0" y="0"/>
          <a:ext cx="0" cy="0"/>
          <a:chOff x="0" y="0"/>
          <a:chExt cx="0" cy="0"/>
        </a:xfrm>
      </p:grpSpPr>
      <p:sp>
        <p:nvSpPr>
          <p:cNvPr id="133" name="Google Shape;133;p1"/>
          <p:cNvSpPr txBox="1"/>
          <p:nvPr/>
        </p:nvSpPr>
        <p:spPr>
          <a:xfrm>
            <a:off x="635267" y="548633"/>
            <a:ext cx="10915200" cy="57172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rgbClr val="F3F3F3"/>
                </a:solidFill>
                <a:latin typeface="Roboto Condensed"/>
                <a:ea typeface="Roboto Condensed"/>
                <a:cs typeface="Roboto Condensed"/>
                <a:sym typeface="Roboto Condensed"/>
              </a:rPr>
              <a:t>Unser Gottesdienst beginnt in Kürze</a:t>
            </a:r>
            <a:br>
              <a:rPr lang="en-US" sz="3200" b="0" i="0" u="none" strike="noStrike" cap="none">
                <a:solidFill>
                  <a:srgbClr val="F3F3F3"/>
                </a:solidFill>
                <a:latin typeface="Roboto Condensed"/>
                <a:ea typeface="Roboto Condensed"/>
                <a:cs typeface="Roboto Condensed"/>
                <a:sym typeface="Roboto Condensed"/>
              </a:rPr>
            </a:br>
            <a:endParaRPr sz="3200" b="0" i="0" u="none" strike="noStrike" cap="none">
              <a:solidFill>
                <a:srgbClr val="F3F3F3"/>
              </a:solidFill>
              <a:latin typeface="Roboto Condensed"/>
              <a:ea typeface="Roboto Condensed"/>
              <a:cs typeface="Roboto Condensed"/>
              <a:sym typeface="Roboto Condensed"/>
            </a:endParaRPr>
          </a:p>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F3F3F3"/>
                </a:solidFill>
                <a:latin typeface="Roboto Condensed"/>
                <a:ea typeface="Roboto Condensed"/>
                <a:cs typeface="Roboto Condensed"/>
                <a:sym typeface="Roboto Condensed"/>
              </a:rPr>
              <a:t>Wir möchten alle daran erinnern,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F3F3F3"/>
                </a:solidFill>
                <a:latin typeface="Roboto Condensed"/>
                <a:ea typeface="Roboto Condensed"/>
                <a:cs typeface="Roboto Condensed"/>
                <a:sym typeface="Roboto Condensed"/>
              </a:rPr>
              <a:t>ihre Telefone auf lautlos zu stellen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F3F3F3"/>
                </a:solidFill>
                <a:latin typeface="Roboto Condensed"/>
                <a:ea typeface="Roboto Condensed"/>
                <a:cs typeface="Roboto Condensed"/>
                <a:sym typeface="Roboto Condensed"/>
              </a:rPr>
              <a:t>und während des Gottesdienstes nicht zu essen.</a:t>
            </a:r>
            <a:endParaRPr sz="3200" b="0" i="0" u="none" strike="noStrike" cap="none">
              <a:solidFill>
                <a:srgbClr val="F3F3F3"/>
              </a:solidFill>
              <a:latin typeface="Roboto Condensed"/>
              <a:ea typeface="Roboto Condensed"/>
              <a:cs typeface="Roboto Condensed"/>
              <a:sym typeface="Roboto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22d98c10b2d_0_4"/>
          <p:cNvSpPr txBox="1"/>
          <p:nvPr/>
        </p:nvSpPr>
        <p:spPr>
          <a:xfrm>
            <a:off x="415600" y="2981567"/>
            <a:ext cx="11360700" cy="1194900"/>
          </a:xfrm>
          <a:prstGeom prst="rect">
            <a:avLst/>
          </a:prstGeom>
          <a:noFill/>
          <a:ln>
            <a:noFill/>
          </a:ln>
        </p:spPr>
        <p:txBody>
          <a:bodyPr spcFirstLastPara="1" wrap="square" lIns="121900" tIns="121900" rIns="121900" bIns="121900" anchor="t" anchorCtr="0">
            <a:noAutofit/>
          </a:bodyPr>
          <a:lstStyle/>
          <a:p>
            <a:pPr marL="0" marR="0" lvl="0" indent="0" algn="ctr" rtl="0">
              <a:lnSpc>
                <a:spcPct val="150000"/>
              </a:lnSpc>
              <a:spcBef>
                <a:spcPts val="0"/>
              </a:spcBef>
              <a:spcAft>
                <a:spcPts val="0"/>
              </a:spcAft>
              <a:buClr>
                <a:srgbClr val="FFFFFF"/>
              </a:buClr>
              <a:buSzPts val="5200"/>
              <a:buFont typeface="Arial"/>
              <a:buNone/>
            </a:pPr>
            <a:r>
              <a:rPr lang="en-US" sz="4800" b="1" i="0" u="sng" strike="noStrike" cap="none" dirty="0" err="1">
                <a:solidFill>
                  <a:srgbClr val="FFFFFF"/>
                </a:solidFill>
                <a:latin typeface="Roboto Condensed"/>
                <a:ea typeface="Roboto Condensed"/>
                <a:cs typeface="Roboto Condensed"/>
                <a:sym typeface="Roboto Condensed"/>
              </a:rPr>
              <a:t>Jesaja</a:t>
            </a:r>
            <a:r>
              <a:rPr lang="en-US" sz="4800" b="1" i="0" u="sng" strike="noStrike" cap="none" dirty="0">
                <a:solidFill>
                  <a:srgbClr val="FFFFFF"/>
                </a:solidFill>
                <a:latin typeface="Roboto Condensed"/>
                <a:ea typeface="Roboto Condensed"/>
                <a:cs typeface="Roboto Condensed"/>
                <a:sym typeface="Roboto Condensed"/>
              </a:rPr>
              <a:t> 43,1-7</a:t>
            </a:r>
            <a:endParaRPr sz="4800" b="0" i="0" u="sng" strike="noStrike" cap="none" dirty="0">
              <a:solidFill>
                <a:srgbClr val="FFFFFF"/>
              </a:solidFill>
              <a:latin typeface="Roboto Condensed"/>
              <a:ea typeface="Roboto Condensed"/>
              <a:cs typeface="Roboto Condensed"/>
              <a:sym typeface="Roboto Condensed"/>
            </a:endParaRPr>
          </a:p>
        </p:txBody>
      </p:sp>
      <p:sp>
        <p:nvSpPr>
          <p:cNvPr id="269" name="Google Shape;269;g22d98c10b2d_0_4"/>
          <p:cNvSpPr txBox="1"/>
          <p:nvPr/>
        </p:nvSpPr>
        <p:spPr>
          <a:xfrm>
            <a:off x="415600" y="2450033"/>
            <a:ext cx="11360700" cy="621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50000"/>
              </a:lnSpc>
              <a:spcBef>
                <a:spcPts val="0"/>
              </a:spcBef>
              <a:spcAft>
                <a:spcPts val="0"/>
              </a:spcAft>
              <a:buClr>
                <a:srgbClr val="FFFFFF"/>
              </a:buClr>
              <a:buSzPts val="5200"/>
              <a:buFont typeface="Arial"/>
              <a:buNone/>
            </a:pPr>
            <a:r>
              <a:rPr lang="en-US" sz="2667" b="0" i="1" u="none" strike="noStrike" cap="none">
                <a:solidFill>
                  <a:srgbClr val="FFFFFF"/>
                </a:solidFill>
                <a:latin typeface="Roboto Condensed"/>
                <a:ea typeface="Roboto Condensed"/>
                <a:cs typeface="Roboto Condensed"/>
                <a:sym typeface="Roboto Condensed"/>
              </a:rPr>
              <a:t>Bibellesung</a:t>
            </a:r>
            <a:endParaRPr sz="2400" b="0" i="1" u="none" strike="noStrike" cap="none">
              <a:solidFill>
                <a:srgbClr val="ADADAD"/>
              </a:solidFill>
              <a:latin typeface="Roboto Condensed"/>
              <a:ea typeface="Roboto Condensed"/>
              <a:cs typeface="Roboto Condensed"/>
              <a:sym typeface="Roboto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22d98c10b2d_0_8"/>
          <p:cNvSpPr txBox="1">
            <a:spLocks noGrp="1"/>
          </p:cNvSpPr>
          <p:nvPr>
            <p:ph type="title"/>
          </p:nvPr>
        </p:nvSpPr>
        <p:spPr>
          <a:xfrm>
            <a:off x="679249" y="701800"/>
            <a:ext cx="9057300" cy="5454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de-DE" sz="3000" b="1" dirty="0">
                <a:latin typeface="Roboto Condensed"/>
                <a:ea typeface="Roboto Condensed"/>
                <a:cs typeface="Roboto Condensed"/>
                <a:sym typeface="Roboto Condensed"/>
              </a:rPr>
              <a:t>1 Und nun spricht der Herr, der dich geschaffen hat, Jakob, und dich gemacht hat, Israel: Fürchte dich nicht, denn ich habe dich erlöst; ich habe dich bei deinem Namen gerufen; du bist mein!</a:t>
            </a:r>
            <a:br>
              <a:rPr lang="de-DE" sz="3000" b="1" dirty="0">
                <a:latin typeface="Roboto Condensed"/>
                <a:ea typeface="Roboto Condensed"/>
                <a:cs typeface="Roboto Condensed"/>
                <a:sym typeface="Roboto Condensed"/>
              </a:rPr>
            </a:br>
            <a:br>
              <a:rPr lang="en-US" sz="3000" b="1" dirty="0">
                <a:solidFill>
                  <a:schemeClr val="dk1"/>
                </a:solidFill>
                <a:latin typeface="Roboto"/>
                <a:ea typeface="Roboto"/>
                <a:cs typeface="Roboto"/>
                <a:sym typeface="Roboto"/>
              </a:rPr>
            </a:b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Tetapi</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sekarang</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beginilah</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firman</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TUHAN yang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menciptakan</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engkau</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hai</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Yakub, yang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membentuk</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engkau</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hai</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Israel: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Janganlah</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takut</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sebab</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Aku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telah</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menebus</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engkau</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Aku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telah</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memanggil</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engkau</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dengan</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namamu</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engkau</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ini</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 </a:t>
            </a:r>
            <a:r>
              <a:rPr lang="en-US" sz="3000" b="0" i="1" u="none" strike="noStrike" dirty="0" err="1">
                <a:solidFill>
                  <a:schemeClr val="tx1"/>
                </a:solidFill>
                <a:effectLst/>
                <a:latin typeface="Roboto" panose="02000000000000000000" pitchFamily="2" charset="0"/>
                <a:ea typeface="Roboto" panose="02000000000000000000" pitchFamily="2" charset="0"/>
                <a:cs typeface="Roboto" panose="02000000000000000000" pitchFamily="2" charset="0"/>
              </a:rPr>
              <a:t>kepunyaan</a:t>
            </a:r>
            <a:r>
              <a:rPr lang="en-US" sz="3000" b="0" i="1"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-Ku.</a:t>
            </a:r>
            <a:endParaRPr lang="en-US" sz="3000" i="1"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4"/>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b="1"/>
              <a:t>Vater unser im Himmel, geheiligt werde dein Name.</a:t>
            </a:r>
            <a:br>
              <a:rPr lang="en-US" b="1"/>
            </a:br>
            <a:r>
              <a:rPr lang="en-US" b="1"/>
              <a:t>Dein Reich komme.Dein Wille geschehe,</a:t>
            </a:r>
            <a:br>
              <a:rPr lang="en-US" b="1"/>
            </a:br>
            <a:r>
              <a:rPr lang="en-US" b="1"/>
              <a:t>wie im Himmel, so auf Erden. </a:t>
            </a:r>
            <a:br>
              <a:rPr lang="en-US"/>
            </a:br>
            <a:br>
              <a:rPr lang="en-US"/>
            </a:br>
            <a:r>
              <a:rPr lang="en-US" sz="3600" i="1"/>
              <a:t>Bapa kami yang di sorga, dikuduskanlah nama-Mu,</a:t>
            </a:r>
            <a:br>
              <a:rPr lang="en-US" sz="3600" i="1"/>
            </a:br>
            <a:r>
              <a:rPr lang="en-US" sz="3600" i="1"/>
              <a:t>datanglah Kerajaan-Mu, jadilah kehendak-Mu</a:t>
            </a:r>
            <a:br>
              <a:rPr lang="en-US" sz="3600" i="1"/>
            </a:br>
            <a:r>
              <a:rPr lang="en-US" sz="3600" i="1"/>
              <a:t>di bumi seperti di sorga.</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5"/>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b="1"/>
              <a:t>Unser tägliches Brot gib uns heute,</a:t>
            </a:r>
            <a:br>
              <a:rPr lang="en-US" b="1"/>
            </a:br>
            <a:r>
              <a:rPr lang="en-US" b="1"/>
              <a:t>und vergib uns unsre Schuld,</a:t>
            </a:r>
            <a:br>
              <a:rPr lang="en-US" b="1"/>
            </a:br>
            <a:r>
              <a:rPr lang="en-US" b="1"/>
              <a:t>wie auch wir vergeben unseren Schuldigern.</a:t>
            </a:r>
            <a:br>
              <a:rPr lang="en-US"/>
            </a:br>
            <a:br>
              <a:rPr lang="en-US"/>
            </a:br>
            <a:r>
              <a:rPr lang="en-US" i="1"/>
              <a:t>Berikanlah kami pada hari ini</a:t>
            </a:r>
            <a:br>
              <a:rPr lang="en-US" i="1"/>
            </a:br>
            <a:r>
              <a:rPr lang="en-US" i="1"/>
              <a:t>makanan kami yang secukupnya</a:t>
            </a:r>
            <a:br>
              <a:rPr lang="en-US" i="1"/>
            </a:br>
            <a:r>
              <a:rPr lang="en-US" i="1"/>
              <a:t>dan ampunilah kami akan kesalahan kami,</a:t>
            </a:r>
            <a:br>
              <a:rPr lang="en-US" i="1"/>
            </a:br>
            <a:r>
              <a:rPr lang="en-US" i="1"/>
              <a:t>seperti kami juga mengampuni</a:t>
            </a:r>
            <a:br>
              <a:rPr lang="en-US" i="1"/>
            </a:br>
            <a:r>
              <a:rPr lang="en-US" i="1"/>
              <a:t>orang yang bersalah kepada kami;</a:t>
            </a:r>
            <a:endParaRPr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6"/>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b="1"/>
              <a:t>Und führe uns nicht in Versuchung,</a:t>
            </a:r>
            <a:br>
              <a:rPr lang="en-US" b="1"/>
            </a:br>
            <a:r>
              <a:rPr lang="en-US" b="1"/>
              <a:t>sondern erlöse uns von dem Bösen.</a:t>
            </a:r>
            <a:br>
              <a:rPr lang="en-US" b="1"/>
            </a:br>
            <a:r>
              <a:rPr lang="en-US" b="1"/>
              <a:t>Denn dein ist das Reich</a:t>
            </a:r>
            <a:br>
              <a:rPr lang="en-US" b="1"/>
            </a:br>
            <a:r>
              <a:rPr lang="en-US" b="1"/>
              <a:t>und die Kraft und die Herrlichkeit in Ewigkeit.</a:t>
            </a:r>
            <a:br>
              <a:rPr lang="en-US" b="1"/>
            </a:br>
            <a:r>
              <a:rPr lang="en-US" b="1"/>
              <a:t>Amen.</a:t>
            </a:r>
            <a:br>
              <a:rPr lang="en-US" b="1"/>
            </a:br>
            <a:br>
              <a:rPr lang="en-US"/>
            </a:br>
            <a:r>
              <a:rPr lang="en-US" sz="3400" i="1"/>
              <a:t>dan janganlah membawa kami ke dalam pencobaan,</a:t>
            </a:r>
            <a:br>
              <a:rPr lang="en-US" sz="3400" i="1"/>
            </a:br>
            <a:r>
              <a:rPr lang="en-US" sz="3400" i="1"/>
              <a:t>tetapi lepaskanlah kami daripada yang jahat.</a:t>
            </a:r>
            <a:br>
              <a:rPr lang="en-US" sz="3400" i="1"/>
            </a:br>
            <a:r>
              <a:rPr lang="en-US" sz="3400" i="1"/>
              <a:t>Karena Engkaulah yang empunya Kerajaan dan kuasa</a:t>
            </a:r>
            <a:br>
              <a:rPr lang="en-US" sz="3400" i="1"/>
            </a:br>
            <a:r>
              <a:rPr lang="en-US" sz="3400" i="1"/>
              <a:t>dan kemuliaan sampai selama-lamanya. Amin.</a:t>
            </a:r>
            <a:endParaRPr i="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174"/>
          <p:cNvSpPr txBox="1">
            <a:spLocks noGrp="1"/>
          </p:cNvSpPr>
          <p:nvPr>
            <p:ph type="ctrTitle" idx="4294967295"/>
          </p:nvPr>
        </p:nvSpPr>
        <p:spPr>
          <a:xfrm>
            <a:off x="415600" y="2804211"/>
            <a:ext cx="11360700" cy="1194900"/>
          </a:xfrm>
          <a:prstGeom prst="rect">
            <a:avLst/>
          </a:prstGeom>
          <a:noFill/>
          <a:ln>
            <a:noFill/>
          </a:ln>
        </p:spPr>
        <p:txBody>
          <a:bodyPr spcFirstLastPara="1" wrap="square" lIns="121900" tIns="121900" rIns="121900" bIns="121900" anchor="t" anchorCtr="0">
            <a:noAutofit/>
          </a:bodyPr>
          <a:lstStyle/>
          <a:p>
            <a:pPr marL="0" marR="0" lvl="0" indent="0" algn="ctr" rtl="0">
              <a:lnSpc>
                <a:spcPct val="150000"/>
              </a:lnSpc>
              <a:spcBef>
                <a:spcPts val="0"/>
              </a:spcBef>
              <a:spcAft>
                <a:spcPts val="0"/>
              </a:spcAft>
              <a:buClr>
                <a:schemeClr val="dk1"/>
              </a:buClr>
              <a:buSzPts val="5200"/>
              <a:buFont typeface="Arial"/>
              <a:buNone/>
            </a:pPr>
            <a:r>
              <a:rPr lang="en-US" sz="5400" b="1" i="0" u="sng" strike="noStrike" cap="none" dirty="0" err="1">
                <a:solidFill>
                  <a:schemeClr val="dk1"/>
                </a:solidFill>
                <a:latin typeface="Roboto Condensed"/>
                <a:ea typeface="Roboto Condensed"/>
                <a:cs typeface="Roboto Condensed"/>
                <a:sym typeface="Roboto Condensed"/>
              </a:rPr>
              <a:t>Pfr</a:t>
            </a:r>
            <a:r>
              <a:rPr lang="en-US" sz="5400" b="1" i="0" u="sng" strike="noStrike" cap="none" dirty="0">
                <a:solidFill>
                  <a:schemeClr val="dk1"/>
                </a:solidFill>
                <a:latin typeface="Roboto Condensed"/>
                <a:ea typeface="Roboto Condensed"/>
                <a:cs typeface="Roboto Condensed"/>
                <a:sym typeface="Roboto Condensed"/>
              </a:rPr>
              <a:t>. Billy </a:t>
            </a:r>
            <a:r>
              <a:rPr lang="en-US" sz="5400" b="1" i="0" u="sng" strike="noStrike" cap="none" dirty="0" err="1">
                <a:solidFill>
                  <a:schemeClr val="dk1"/>
                </a:solidFill>
                <a:latin typeface="Roboto Condensed"/>
                <a:ea typeface="Roboto Condensed"/>
                <a:cs typeface="Roboto Condensed"/>
                <a:sym typeface="Roboto Condensed"/>
              </a:rPr>
              <a:t>Kristanto</a:t>
            </a:r>
            <a:br>
              <a:rPr lang="en-US" sz="5400" b="1" i="0" u="sng" strike="noStrike" cap="none" dirty="0">
                <a:solidFill>
                  <a:schemeClr val="dk1"/>
                </a:solidFill>
                <a:latin typeface="Roboto Condensed"/>
                <a:ea typeface="Roboto Condensed"/>
                <a:cs typeface="Roboto Condensed"/>
                <a:sym typeface="Roboto Condensed"/>
              </a:rPr>
            </a:br>
            <a:r>
              <a:rPr lang="en-US" i="1" dirty="0" err="1">
                <a:latin typeface="Roboto Condensed"/>
                <a:ea typeface="Roboto Condensed"/>
                <a:cs typeface="Roboto Condensed"/>
                <a:sym typeface="Roboto Condensed"/>
              </a:rPr>
              <a:t>Pfr</a:t>
            </a:r>
            <a:r>
              <a:rPr lang="en-US" i="1" dirty="0">
                <a:latin typeface="Roboto Condensed"/>
                <a:ea typeface="Roboto Condensed"/>
                <a:cs typeface="Roboto Condensed"/>
                <a:sym typeface="Roboto Condensed"/>
              </a:rPr>
              <a:t>. Billy </a:t>
            </a:r>
            <a:r>
              <a:rPr lang="en-US" i="1" dirty="0" err="1">
                <a:latin typeface="Roboto Condensed"/>
                <a:ea typeface="Roboto Condensed"/>
                <a:cs typeface="Roboto Condensed"/>
                <a:sym typeface="Roboto Condensed"/>
              </a:rPr>
              <a:t>Kristanto</a:t>
            </a:r>
            <a:endParaRPr sz="2800" b="0" i="1" u="none" strike="noStrike" cap="none" dirty="0">
              <a:solidFill>
                <a:schemeClr val="dk1"/>
              </a:solidFill>
              <a:latin typeface="Roboto Condensed"/>
              <a:ea typeface="Roboto Condensed"/>
              <a:cs typeface="Roboto Condensed"/>
              <a:sym typeface="Roboto Condensed"/>
            </a:endParaRPr>
          </a:p>
        </p:txBody>
      </p:sp>
      <p:sp>
        <p:nvSpPr>
          <p:cNvPr id="363" name="Google Shape;363;p174"/>
          <p:cNvSpPr txBox="1">
            <a:spLocks noGrp="1"/>
          </p:cNvSpPr>
          <p:nvPr>
            <p:ph type="subTitle" idx="4294967295"/>
          </p:nvPr>
        </p:nvSpPr>
        <p:spPr>
          <a:xfrm>
            <a:off x="415600" y="2163711"/>
            <a:ext cx="11360700" cy="621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lt2"/>
              </a:buClr>
              <a:buSzPts val="2800"/>
              <a:buFont typeface="Arial"/>
              <a:buNone/>
            </a:pPr>
            <a:r>
              <a:rPr lang="en-US" sz="2400" b="0" i="1" u="none" strike="noStrike" cap="none">
                <a:solidFill>
                  <a:schemeClr val="lt2"/>
                </a:solidFill>
                <a:latin typeface="Roboto Condensed"/>
                <a:ea typeface="Roboto Condensed"/>
                <a:cs typeface="Roboto Condensed"/>
                <a:sym typeface="Roboto Condensed"/>
              </a:rPr>
              <a:t>Predigt</a:t>
            </a:r>
            <a:endParaRPr sz="2400" b="0" i="1" u="none" strike="noStrike" cap="none">
              <a:solidFill>
                <a:schemeClr val="lt2"/>
              </a:solidFill>
              <a:latin typeface="Roboto Condensed"/>
              <a:ea typeface="Roboto Condensed"/>
              <a:cs typeface="Roboto Condensed"/>
              <a:sym typeface="Roboto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61"/>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1333"/>
              </a:spcBef>
              <a:spcAft>
                <a:spcPts val="0"/>
              </a:spcAft>
              <a:buSzPts val="4800"/>
              <a:buNone/>
            </a:pPr>
            <a:r>
              <a:rPr lang="en-US" b="1">
                <a:solidFill>
                  <a:schemeClr val="dk1"/>
                </a:solidFill>
              </a:rPr>
              <a:t>Ich glaube an Gott, den Vater, den Allmächtigen,</a:t>
            </a:r>
            <a:br>
              <a:rPr lang="en-US" b="1">
                <a:solidFill>
                  <a:schemeClr val="dk1"/>
                </a:solidFill>
              </a:rPr>
            </a:br>
            <a:r>
              <a:rPr lang="en-US" b="1">
                <a:solidFill>
                  <a:schemeClr val="dk1"/>
                </a:solidFill>
              </a:rPr>
              <a:t>den Schöpfer des Himmels und der Erde.</a:t>
            </a:r>
            <a:br>
              <a:rPr lang="en-US" b="1">
                <a:solidFill>
                  <a:schemeClr val="dk1"/>
                </a:solidFill>
              </a:rPr>
            </a:br>
            <a:r>
              <a:rPr lang="en-US" b="1">
                <a:solidFill>
                  <a:schemeClr val="dk1"/>
                </a:solidFill>
              </a:rPr>
              <a:t>Und an Jesus Christus,</a:t>
            </a:r>
            <a:br>
              <a:rPr lang="en-US" b="1">
                <a:solidFill>
                  <a:schemeClr val="dk1"/>
                </a:solidFill>
              </a:rPr>
            </a:br>
            <a:r>
              <a:rPr lang="en-US" b="1">
                <a:solidFill>
                  <a:schemeClr val="dk1"/>
                </a:solidFill>
              </a:rPr>
              <a:t>seinen eingeborenen Sohn, unsern Herrn,</a:t>
            </a:r>
            <a:br>
              <a:rPr lang="en-US">
                <a:solidFill>
                  <a:schemeClr val="dk1"/>
                </a:solidFill>
              </a:rPr>
            </a:br>
            <a:br>
              <a:rPr lang="en-US">
                <a:solidFill>
                  <a:schemeClr val="dk1"/>
                </a:solidFill>
              </a:rPr>
            </a:br>
            <a:r>
              <a:rPr lang="en-US" sz="3600" i="1">
                <a:solidFill>
                  <a:schemeClr val="dk1"/>
                </a:solidFill>
              </a:rPr>
              <a:t>Aku percaya kepada Allah, Bapa yang Maha Kuasa,</a:t>
            </a:r>
            <a:br>
              <a:rPr lang="en-US" sz="3600" i="1">
                <a:solidFill>
                  <a:schemeClr val="dk1"/>
                </a:solidFill>
              </a:rPr>
            </a:br>
            <a:r>
              <a:rPr lang="en-US" sz="3600" i="1">
                <a:solidFill>
                  <a:schemeClr val="dk1"/>
                </a:solidFill>
              </a:rPr>
              <a:t>khalik langit dan bumi.</a:t>
            </a:r>
            <a:br>
              <a:rPr lang="en-US" sz="3600" i="1">
                <a:solidFill>
                  <a:schemeClr val="dk1"/>
                </a:solidFill>
              </a:rPr>
            </a:br>
            <a:r>
              <a:rPr lang="en-US" sz="3600" i="1">
                <a:solidFill>
                  <a:schemeClr val="dk1"/>
                </a:solidFill>
              </a:rPr>
              <a:t>Dan kepada Yesus Kristus, Anak-Nya yang tunggal,</a:t>
            </a:r>
            <a:br>
              <a:rPr lang="en-US" sz="3600" i="1">
                <a:solidFill>
                  <a:schemeClr val="dk1"/>
                </a:solidFill>
              </a:rPr>
            </a:br>
            <a:r>
              <a:rPr lang="en-US" sz="3600" i="1">
                <a:solidFill>
                  <a:schemeClr val="dk1"/>
                </a:solidFill>
              </a:rPr>
              <a:t>Tuhan kita,</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2"/>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1333"/>
              </a:spcBef>
              <a:spcAft>
                <a:spcPts val="0"/>
              </a:spcAft>
              <a:buSzPts val="4800"/>
              <a:buNone/>
            </a:pPr>
            <a:r>
              <a:rPr lang="en-US" b="1">
                <a:solidFill>
                  <a:schemeClr val="dk1"/>
                </a:solidFill>
              </a:rPr>
              <a:t>empfangen durch den Heiligen Geist,</a:t>
            </a:r>
            <a:br>
              <a:rPr lang="en-US" b="1">
                <a:solidFill>
                  <a:schemeClr val="dk1"/>
                </a:solidFill>
              </a:rPr>
            </a:br>
            <a:r>
              <a:rPr lang="en-US" b="1">
                <a:solidFill>
                  <a:schemeClr val="dk1"/>
                </a:solidFill>
              </a:rPr>
              <a:t>geboren von der Jungfrau Maria,</a:t>
            </a:r>
            <a:br>
              <a:rPr lang="en-US" b="1">
                <a:solidFill>
                  <a:schemeClr val="dk1"/>
                </a:solidFill>
              </a:rPr>
            </a:br>
            <a:r>
              <a:rPr lang="en-US" b="1">
                <a:solidFill>
                  <a:schemeClr val="dk1"/>
                </a:solidFill>
              </a:rPr>
              <a:t>gelitten unter Pontius Pilatus,</a:t>
            </a:r>
            <a:br>
              <a:rPr lang="en-US" b="1">
                <a:solidFill>
                  <a:schemeClr val="dk1"/>
                </a:solidFill>
              </a:rPr>
            </a:br>
            <a:br>
              <a:rPr lang="en-US" b="1">
                <a:solidFill>
                  <a:schemeClr val="dk1"/>
                </a:solidFill>
              </a:rPr>
            </a:br>
            <a:r>
              <a:rPr lang="en-US" i="1">
                <a:solidFill>
                  <a:schemeClr val="dk1"/>
                </a:solidFill>
              </a:rPr>
              <a:t>yang dikandung dari Roh Kudus,</a:t>
            </a:r>
            <a:br>
              <a:rPr lang="en-US" i="1">
                <a:solidFill>
                  <a:schemeClr val="dk1"/>
                </a:solidFill>
              </a:rPr>
            </a:br>
            <a:r>
              <a:rPr lang="en-US" i="1">
                <a:solidFill>
                  <a:schemeClr val="dk1"/>
                </a:solidFill>
              </a:rPr>
              <a:t>lahir dari anak dara Maria.</a:t>
            </a:r>
            <a:br>
              <a:rPr lang="en-US" i="1">
                <a:solidFill>
                  <a:schemeClr val="dk1"/>
                </a:solidFill>
              </a:rPr>
            </a:br>
            <a:r>
              <a:rPr lang="en-US" i="1">
                <a:solidFill>
                  <a:schemeClr val="dk1"/>
                </a:solidFill>
              </a:rPr>
              <a:t>Yang menderita sengsara di bawah</a:t>
            </a:r>
            <a:br>
              <a:rPr lang="en-US" i="1">
                <a:solidFill>
                  <a:schemeClr val="dk1"/>
                </a:solidFill>
              </a:rPr>
            </a:br>
            <a:r>
              <a:rPr lang="en-US" i="1">
                <a:solidFill>
                  <a:schemeClr val="dk1"/>
                </a:solidFill>
              </a:rPr>
              <a:t>pemerintahan Pontius Pilatus,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63"/>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800"/>
              <a:buNone/>
            </a:pPr>
            <a:r>
              <a:rPr lang="en-US" b="1"/>
              <a:t>gekreuzigt, gestorben und begraben,</a:t>
            </a:r>
            <a:br>
              <a:rPr lang="en-US" b="1"/>
            </a:br>
            <a:r>
              <a:rPr lang="en-US" b="1"/>
              <a:t>hinabgestiegen in das Reich des Todes,</a:t>
            </a:r>
            <a:br>
              <a:rPr lang="en-US" b="1"/>
            </a:br>
            <a:r>
              <a:rPr lang="en-US" b="1"/>
              <a:t>am dritten Tage auferstanden von den Toten,</a:t>
            </a:r>
            <a:br>
              <a:rPr lang="en-US" b="1"/>
            </a:br>
            <a:br>
              <a:rPr lang="en-US"/>
            </a:br>
            <a:r>
              <a:rPr lang="en-US" i="1"/>
              <a:t>disalibkan, mati, dan dikuburkan;</a:t>
            </a:r>
            <a:br>
              <a:rPr lang="en-US" i="1"/>
            </a:br>
            <a:r>
              <a:rPr lang="en-US" i="1"/>
              <a:t>turun ke dalam kerajaan maut.</a:t>
            </a:r>
            <a:br>
              <a:rPr lang="en-US" i="1"/>
            </a:br>
            <a:r>
              <a:rPr lang="en-US" i="1"/>
              <a:t>Pada hari yang ketiga,</a:t>
            </a:r>
            <a:br>
              <a:rPr lang="en-US" i="1"/>
            </a:br>
            <a:r>
              <a:rPr lang="en-US" i="1"/>
              <a:t>bangkit pula dari antara orang mati.</a:t>
            </a:r>
            <a:endParaRPr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4"/>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b="1"/>
              <a:t>aufgefahren in den Himmel;</a:t>
            </a:r>
            <a:br>
              <a:rPr lang="en-US" b="1"/>
            </a:br>
            <a:r>
              <a:rPr lang="en-US" b="1"/>
              <a:t>er sitzt zur Rechten Gottes,</a:t>
            </a:r>
            <a:br>
              <a:rPr lang="en-US" b="1"/>
            </a:br>
            <a:r>
              <a:rPr lang="en-US" b="1"/>
              <a:t>des allmächtigen Vaters;</a:t>
            </a:r>
            <a:br>
              <a:rPr lang="en-US" b="1"/>
            </a:br>
            <a:r>
              <a:rPr lang="en-US" b="1"/>
              <a:t>von dort wird er kommen,</a:t>
            </a:r>
            <a:br>
              <a:rPr lang="en-US" b="1"/>
            </a:br>
            <a:r>
              <a:rPr lang="en-US" b="1"/>
              <a:t>zu richten die Lebenden und die Toten.</a:t>
            </a:r>
            <a:br>
              <a:rPr lang="en-US" b="1"/>
            </a:br>
            <a:br>
              <a:rPr lang="en-US"/>
            </a:br>
            <a:r>
              <a:rPr lang="en-US" i="1"/>
              <a:t>Naik ke surga, duduk di sebelah kanan</a:t>
            </a:r>
            <a:br>
              <a:rPr lang="en-US" i="1"/>
            </a:br>
            <a:r>
              <a:rPr lang="en-US" i="1"/>
              <a:t>Allah Bapa yang Maha Kuasa.</a:t>
            </a:r>
            <a:br>
              <a:rPr lang="en-US" i="1"/>
            </a:br>
            <a:r>
              <a:rPr lang="en-US" i="1"/>
              <a:t>Dan dari sana Ia akan datang untuk menghakimi</a:t>
            </a:r>
            <a:br>
              <a:rPr lang="en-US" i="1"/>
            </a:br>
            <a:r>
              <a:rPr lang="en-US" i="1"/>
              <a:t>orang yang hidup dan yang mati.</a:t>
            </a:r>
            <a:endParaRPr i="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5"/>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b="1"/>
              <a:t>Ich glaube an den Heiligen Geist,</a:t>
            </a:r>
            <a:br>
              <a:rPr lang="en-US" b="1"/>
            </a:br>
            <a:r>
              <a:rPr lang="en-US" b="1"/>
              <a:t>die heilige christliche Kirche,</a:t>
            </a:r>
            <a:br>
              <a:rPr lang="en-US" b="1"/>
            </a:br>
            <a:r>
              <a:rPr lang="en-US" b="1"/>
              <a:t>Gemeinschaft der Heiligen,</a:t>
            </a:r>
            <a:br>
              <a:rPr lang="en-US" b="1"/>
            </a:br>
            <a:br>
              <a:rPr lang="en-US"/>
            </a:br>
            <a:r>
              <a:rPr lang="en-US" i="1"/>
              <a:t>Aku percaya kepada Roh Kudus,</a:t>
            </a:r>
            <a:br>
              <a:rPr lang="en-US" i="1"/>
            </a:br>
            <a:r>
              <a:rPr lang="en-US" i="1"/>
              <a:t>Gereja yang kudus dan am,</a:t>
            </a:r>
            <a:br>
              <a:rPr lang="en-US" i="1"/>
            </a:br>
            <a:r>
              <a:rPr lang="en-US" i="1"/>
              <a:t>persekutuan orang kudus,</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6"/>
          <p:cNvSpPr txBox="1">
            <a:spLocks noGrp="1"/>
          </p:cNvSpPr>
          <p:nvPr>
            <p:ph type="title"/>
          </p:nvPr>
        </p:nvSpPr>
        <p:spPr>
          <a:xfrm>
            <a:off x="679258" y="701800"/>
            <a:ext cx="10833483" cy="545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b="1"/>
              <a:t>Vergebung der Sünden,</a:t>
            </a:r>
            <a:br>
              <a:rPr lang="en-US" b="1"/>
            </a:br>
            <a:r>
              <a:rPr lang="en-US" b="1"/>
              <a:t>Auferstehung der Toten </a:t>
            </a:r>
            <a:br>
              <a:rPr lang="en-US" b="1"/>
            </a:br>
            <a:r>
              <a:rPr lang="en-US" b="1"/>
              <a:t>und das ewige Leben. Amen.</a:t>
            </a:r>
            <a:br>
              <a:rPr lang="en-US"/>
            </a:br>
            <a:br>
              <a:rPr lang="en-US"/>
            </a:br>
            <a:r>
              <a:rPr lang="en-US" i="1"/>
              <a:t>pengampunan dosa,</a:t>
            </a:r>
            <a:br>
              <a:rPr lang="en-US" i="1"/>
            </a:br>
            <a:r>
              <a:rPr lang="en-US" i="1"/>
              <a:t>kebangkitan tubuh,</a:t>
            </a:r>
            <a:br>
              <a:rPr lang="en-US" i="1"/>
            </a:br>
            <a:r>
              <a:rPr lang="en-US" i="1"/>
              <a:t>dan hidup yang kekal. Amin.</a:t>
            </a:r>
            <a:endParaRPr i="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405"/>
        <p:cNvGrpSpPr/>
        <p:nvPr/>
      </p:nvGrpSpPr>
      <p:grpSpPr>
        <a:xfrm>
          <a:off x="0" y="0"/>
          <a:ext cx="0" cy="0"/>
          <a:chOff x="0" y="0"/>
          <a:chExt cx="0" cy="0"/>
        </a:xfrm>
      </p:grpSpPr>
      <p:sp>
        <p:nvSpPr>
          <p:cNvPr id="406" name="Google Shape;406;p40"/>
          <p:cNvSpPr txBox="1">
            <a:spLocks noGrp="1"/>
          </p:cNvSpPr>
          <p:nvPr>
            <p:ph type="ctrTitle" idx="4294967295"/>
          </p:nvPr>
        </p:nvSpPr>
        <p:spPr>
          <a:xfrm>
            <a:off x="0" y="2789238"/>
            <a:ext cx="11360150" cy="1195387"/>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dk1"/>
              </a:buClr>
              <a:buSzPts val="5200"/>
              <a:buFont typeface="Arial"/>
              <a:buNone/>
            </a:pPr>
            <a:r>
              <a:rPr lang="en-US" sz="4000" b="1" i="0" u="sng" strike="noStrike" cap="none">
                <a:solidFill>
                  <a:schemeClr val="dk1"/>
                </a:solidFill>
                <a:latin typeface="Roboto Condensed"/>
                <a:ea typeface="Roboto Condensed"/>
                <a:cs typeface="Roboto Condensed"/>
                <a:sym typeface="Roboto Condensed"/>
              </a:rPr>
              <a:t>MRII Hamburg (rot) &amp; Evangelisation (blau)</a:t>
            </a:r>
            <a:endParaRPr sz="4800" b="1" i="0" u="sng" strike="noStrike" cap="none">
              <a:solidFill>
                <a:schemeClr val="dk1"/>
              </a:solidFill>
              <a:latin typeface="Roboto Condensed"/>
              <a:ea typeface="Roboto Condensed"/>
              <a:cs typeface="Roboto Condensed"/>
              <a:sym typeface="Roboto Condensed"/>
            </a:endParaRPr>
          </a:p>
        </p:txBody>
      </p:sp>
      <p:sp>
        <p:nvSpPr>
          <p:cNvPr id="407" name="Google Shape;407;p40"/>
          <p:cNvSpPr txBox="1">
            <a:spLocks noGrp="1"/>
          </p:cNvSpPr>
          <p:nvPr>
            <p:ph type="subTitle" idx="4294967295"/>
          </p:nvPr>
        </p:nvSpPr>
        <p:spPr>
          <a:xfrm>
            <a:off x="0" y="2259013"/>
            <a:ext cx="11360150" cy="620712"/>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lt2"/>
              </a:buClr>
              <a:buSzPts val="2800"/>
              <a:buFont typeface="Arial"/>
              <a:buNone/>
            </a:pPr>
            <a:r>
              <a:rPr lang="en-US" sz="1867" b="0" i="1" u="none" strike="noStrike" cap="none">
                <a:solidFill>
                  <a:schemeClr val="lt2"/>
                </a:solidFill>
                <a:latin typeface="Roboto Condensed"/>
                <a:ea typeface="Roboto Condensed"/>
                <a:cs typeface="Roboto Condensed"/>
                <a:sym typeface="Roboto Condensed"/>
              </a:rPr>
              <a:t>Kollekte</a:t>
            </a:r>
            <a:endParaRPr sz="1800" b="0" i="0" u="none" strike="noStrike" cap="none">
              <a:solidFill>
                <a:schemeClr val="lt2"/>
              </a:solidFill>
              <a:latin typeface="Arial"/>
              <a:ea typeface="Arial"/>
              <a:cs typeface="Arial"/>
              <a:sym typeface="Arial"/>
            </a:endParaRPr>
          </a:p>
        </p:txBody>
      </p:sp>
      <p:sp>
        <p:nvSpPr>
          <p:cNvPr id="408" name="Google Shape;408;p40"/>
          <p:cNvSpPr txBox="1"/>
          <p:nvPr/>
        </p:nvSpPr>
        <p:spPr>
          <a:xfrm>
            <a:off x="424833"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Penginjilan (biru)</a:t>
            </a:r>
            <a:endParaRPr sz="2667" b="0" i="0" u="none" strike="noStrike" cap="none">
              <a:solidFill>
                <a:srgbClr val="FFFFFF"/>
              </a:solidFill>
              <a:latin typeface="Roboto Condensed"/>
              <a:ea typeface="Roboto Condensed"/>
              <a:cs typeface="Roboto Condensed"/>
              <a:sym typeface="Roboto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412"/>
        <p:cNvGrpSpPr/>
        <p:nvPr/>
      </p:nvGrpSpPr>
      <p:grpSpPr>
        <a:xfrm>
          <a:off x="0" y="0"/>
          <a:ext cx="0" cy="0"/>
          <a:chOff x="0" y="0"/>
          <a:chExt cx="0" cy="0"/>
        </a:xfrm>
      </p:grpSpPr>
      <p:sp>
        <p:nvSpPr>
          <p:cNvPr id="413" name="Google Shape;413;p42"/>
          <p:cNvSpPr txBox="1">
            <a:spLocks noGrp="1"/>
          </p:cNvSpPr>
          <p:nvPr>
            <p:ph type="ctrTitle" idx="4294967295"/>
          </p:nvPr>
        </p:nvSpPr>
        <p:spPr>
          <a:xfrm>
            <a:off x="0" y="2789238"/>
            <a:ext cx="11360150" cy="1195387"/>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dk1"/>
              </a:buClr>
              <a:buSzPts val="5200"/>
              <a:buFont typeface="Arial"/>
              <a:buNone/>
            </a:pPr>
            <a:r>
              <a:rPr lang="en-US" sz="4000" b="1" i="0" u="sng" strike="noStrike" cap="none">
                <a:solidFill>
                  <a:schemeClr val="dk1"/>
                </a:solidFill>
                <a:latin typeface="Roboto Condensed"/>
                <a:ea typeface="Roboto Condensed"/>
                <a:cs typeface="Roboto Condensed"/>
                <a:sym typeface="Roboto Condensed"/>
              </a:rPr>
              <a:t>MRII Hamburg (rot) &amp; Theologische Schule (blau)</a:t>
            </a:r>
            <a:endParaRPr sz="4800" b="1" i="0" u="sng" strike="noStrike" cap="none">
              <a:solidFill>
                <a:schemeClr val="dk1"/>
              </a:solidFill>
              <a:latin typeface="Roboto Condensed"/>
              <a:ea typeface="Roboto Condensed"/>
              <a:cs typeface="Roboto Condensed"/>
              <a:sym typeface="Roboto Condensed"/>
            </a:endParaRPr>
          </a:p>
        </p:txBody>
      </p:sp>
      <p:sp>
        <p:nvSpPr>
          <p:cNvPr id="414" name="Google Shape;414;p42"/>
          <p:cNvSpPr txBox="1">
            <a:spLocks noGrp="1"/>
          </p:cNvSpPr>
          <p:nvPr>
            <p:ph type="subTitle" idx="4294967295"/>
          </p:nvPr>
        </p:nvSpPr>
        <p:spPr>
          <a:xfrm>
            <a:off x="0" y="2259013"/>
            <a:ext cx="11360150" cy="620712"/>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lt2"/>
              </a:buClr>
              <a:buSzPts val="2800"/>
              <a:buFont typeface="Arial"/>
              <a:buNone/>
            </a:pPr>
            <a:r>
              <a:rPr lang="en-US" sz="1867" b="0" i="1" u="none" strike="noStrike" cap="none">
                <a:solidFill>
                  <a:schemeClr val="lt2"/>
                </a:solidFill>
                <a:latin typeface="Roboto Condensed"/>
                <a:ea typeface="Roboto Condensed"/>
                <a:cs typeface="Roboto Condensed"/>
                <a:sym typeface="Roboto Condensed"/>
              </a:rPr>
              <a:t>Kollekte</a:t>
            </a:r>
            <a:endParaRPr sz="1800" b="0" i="0" u="none" strike="noStrike" cap="none">
              <a:solidFill>
                <a:schemeClr val="lt2"/>
              </a:solidFill>
              <a:latin typeface="Arial"/>
              <a:ea typeface="Arial"/>
              <a:cs typeface="Arial"/>
              <a:sym typeface="Arial"/>
            </a:endParaRPr>
          </a:p>
        </p:txBody>
      </p:sp>
      <p:sp>
        <p:nvSpPr>
          <p:cNvPr id="415" name="Google Shape;415;p42"/>
          <p:cNvSpPr txBox="1"/>
          <p:nvPr/>
        </p:nvSpPr>
        <p:spPr>
          <a:xfrm>
            <a:off x="424833"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Sekolah Teologi (biru)</a:t>
            </a:r>
            <a:endParaRPr sz="2667" b="0" i="0" u="none" strike="noStrike" cap="none">
              <a:solidFill>
                <a:srgbClr val="FFFFFF"/>
              </a:solidFill>
              <a:latin typeface="Roboto Condensed"/>
              <a:ea typeface="Roboto Condensed"/>
              <a:cs typeface="Roboto Condensed"/>
              <a:sym typeface="Roboto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419"/>
        <p:cNvGrpSpPr/>
        <p:nvPr/>
      </p:nvGrpSpPr>
      <p:grpSpPr>
        <a:xfrm>
          <a:off x="0" y="0"/>
          <a:ext cx="0" cy="0"/>
          <a:chOff x="0" y="0"/>
          <a:chExt cx="0" cy="0"/>
        </a:xfrm>
      </p:grpSpPr>
      <p:sp>
        <p:nvSpPr>
          <p:cNvPr id="420" name="Google Shape;420;p44"/>
          <p:cNvSpPr txBox="1">
            <a:spLocks noGrp="1"/>
          </p:cNvSpPr>
          <p:nvPr>
            <p:ph type="ctrTitle" idx="4294967295"/>
          </p:nvPr>
        </p:nvSpPr>
        <p:spPr>
          <a:xfrm>
            <a:off x="0" y="2789238"/>
            <a:ext cx="11360150" cy="1195387"/>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dk1"/>
              </a:buClr>
              <a:buSzPts val="5200"/>
              <a:buFont typeface="Arial"/>
              <a:buNone/>
            </a:pPr>
            <a:r>
              <a:rPr lang="en-US" sz="4000" b="1" i="0" u="sng" strike="noStrike" cap="none">
                <a:solidFill>
                  <a:schemeClr val="dk1"/>
                </a:solidFill>
                <a:latin typeface="Roboto Condensed"/>
                <a:ea typeface="Roboto Condensed"/>
                <a:cs typeface="Roboto Condensed"/>
                <a:sym typeface="Roboto Condensed"/>
              </a:rPr>
              <a:t>MRII Hamburg (rot) &amp; Kulturelle Mandate (blau)</a:t>
            </a:r>
            <a:endParaRPr sz="4800" b="1" i="0" u="sng" strike="noStrike" cap="none">
              <a:solidFill>
                <a:schemeClr val="dk1"/>
              </a:solidFill>
              <a:latin typeface="Roboto Condensed"/>
              <a:ea typeface="Roboto Condensed"/>
              <a:cs typeface="Roboto Condensed"/>
              <a:sym typeface="Roboto Condensed"/>
            </a:endParaRPr>
          </a:p>
        </p:txBody>
      </p:sp>
      <p:sp>
        <p:nvSpPr>
          <p:cNvPr id="421" name="Google Shape;421;p44"/>
          <p:cNvSpPr txBox="1">
            <a:spLocks noGrp="1"/>
          </p:cNvSpPr>
          <p:nvPr>
            <p:ph type="subTitle" idx="4294967295"/>
          </p:nvPr>
        </p:nvSpPr>
        <p:spPr>
          <a:xfrm>
            <a:off x="0" y="2259013"/>
            <a:ext cx="11360150" cy="620712"/>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lt2"/>
              </a:buClr>
              <a:buSzPts val="2800"/>
              <a:buFont typeface="Arial"/>
              <a:buNone/>
            </a:pPr>
            <a:r>
              <a:rPr lang="en-US" sz="1867" b="0" i="1" u="none" strike="noStrike" cap="none">
                <a:solidFill>
                  <a:schemeClr val="lt2"/>
                </a:solidFill>
                <a:latin typeface="Roboto Condensed"/>
                <a:ea typeface="Roboto Condensed"/>
                <a:cs typeface="Roboto Condensed"/>
                <a:sym typeface="Roboto Condensed"/>
              </a:rPr>
              <a:t>Kollekte</a:t>
            </a:r>
            <a:endParaRPr sz="1800" b="0" i="0" u="none" strike="noStrike" cap="none">
              <a:solidFill>
                <a:schemeClr val="lt2"/>
              </a:solidFill>
              <a:latin typeface="Arial"/>
              <a:ea typeface="Arial"/>
              <a:cs typeface="Arial"/>
              <a:sym typeface="Arial"/>
            </a:endParaRPr>
          </a:p>
        </p:txBody>
      </p:sp>
      <p:sp>
        <p:nvSpPr>
          <p:cNvPr id="422" name="Google Shape;422;p44"/>
          <p:cNvSpPr txBox="1"/>
          <p:nvPr/>
        </p:nvSpPr>
        <p:spPr>
          <a:xfrm>
            <a:off x="424833"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Mandat Budaya (biru)</a:t>
            </a:r>
            <a:endParaRPr sz="2667" b="0" i="0" u="none" strike="noStrike" cap="none">
              <a:solidFill>
                <a:srgbClr val="FFFFFF"/>
              </a:solidFill>
              <a:latin typeface="Roboto Condensed"/>
              <a:ea typeface="Roboto Condensed"/>
              <a:cs typeface="Roboto Condensed"/>
              <a:sym typeface="Roboto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426"/>
        <p:cNvGrpSpPr/>
        <p:nvPr/>
      </p:nvGrpSpPr>
      <p:grpSpPr>
        <a:xfrm>
          <a:off x="0" y="0"/>
          <a:ext cx="0" cy="0"/>
          <a:chOff x="0" y="0"/>
          <a:chExt cx="0" cy="0"/>
        </a:xfrm>
      </p:grpSpPr>
      <p:sp>
        <p:nvSpPr>
          <p:cNvPr id="427" name="Google Shape;427;p45"/>
          <p:cNvSpPr txBox="1">
            <a:spLocks noGrp="1"/>
          </p:cNvSpPr>
          <p:nvPr>
            <p:ph type="ctrTitle" idx="4294967295"/>
          </p:nvPr>
        </p:nvSpPr>
        <p:spPr>
          <a:xfrm>
            <a:off x="415925" y="2913813"/>
            <a:ext cx="11360100" cy="1195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dk1"/>
              </a:buClr>
              <a:buSzPts val="5200"/>
              <a:buFont typeface="Arial"/>
              <a:buNone/>
            </a:pPr>
            <a:r>
              <a:rPr lang="en-US" sz="4000" b="1" i="0" u="sng" strike="noStrike" cap="none">
                <a:solidFill>
                  <a:schemeClr val="dk1"/>
                </a:solidFill>
                <a:latin typeface="Roboto Condensed"/>
                <a:ea typeface="Roboto Condensed"/>
                <a:cs typeface="Roboto Condensed"/>
                <a:sym typeface="Roboto Condensed"/>
              </a:rPr>
              <a:t>MRII Hamburg (rot) &amp; Kirchengebäude(blau)</a:t>
            </a:r>
            <a:endParaRPr sz="4800" b="1" i="0" u="sng" strike="noStrike" cap="none">
              <a:solidFill>
                <a:schemeClr val="dk1"/>
              </a:solidFill>
              <a:latin typeface="Roboto Condensed"/>
              <a:ea typeface="Roboto Condensed"/>
              <a:cs typeface="Roboto Condensed"/>
              <a:sym typeface="Roboto Condensed"/>
            </a:endParaRPr>
          </a:p>
        </p:txBody>
      </p:sp>
      <p:sp>
        <p:nvSpPr>
          <p:cNvPr id="428" name="Google Shape;428;p45"/>
          <p:cNvSpPr txBox="1">
            <a:spLocks noGrp="1"/>
          </p:cNvSpPr>
          <p:nvPr>
            <p:ph type="subTitle" idx="4294967295"/>
          </p:nvPr>
        </p:nvSpPr>
        <p:spPr>
          <a:xfrm>
            <a:off x="415592" y="2293113"/>
            <a:ext cx="11360100" cy="6207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lt2"/>
              </a:buClr>
              <a:buSzPts val="2800"/>
              <a:buFont typeface="Arial"/>
              <a:buNone/>
            </a:pPr>
            <a:r>
              <a:rPr lang="en-US" sz="1867" b="0" i="1" u="none" strike="noStrike" cap="none">
                <a:solidFill>
                  <a:schemeClr val="lt2"/>
                </a:solidFill>
                <a:latin typeface="Roboto Condensed"/>
                <a:ea typeface="Roboto Condensed"/>
                <a:cs typeface="Roboto Condensed"/>
                <a:sym typeface="Roboto Condensed"/>
              </a:rPr>
              <a:t>Kollekte</a:t>
            </a:r>
            <a:endParaRPr sz="1800" b="0" i="0" u="none" strike="noStrike" cap="none">
              <a:solidFill>
                <a:schemeClr val="lt2"/>
              </a:solidFill>
              <a:latin typeface="Arial"/>
              <a:ea typeface="Arial"/>
              <a:cs typeface="Arial"/>
              <a:sym typeface="Arial"/>
            </a:endParaRPr>
          </a:p>
        </p:txBody>
      </p:sp>
      <p:sp>
        <p:nvSpPr>
          <p:cNvPr id="429" name="Google Shape;429;p45"/>
          <p:cNvSpPr txBox="1"/>
          <p:nvPr/>
        </p:nvSpPr>
        <p:spPr>
          <a:xfrm>
            <a:off x="415658" y="37832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Pembangunan Gedung Gereja (biru)</a:t>
            </a:r>
            <a:endParaRPr sz="2667" b="0" i="0" u="none" strike="noStrike" cap="none">
              <a:solidFill>
                <a:srgbClr val="FFFFFF"/>
              </a:solidFill>
              <a:latin typeface="Roboto Condensed"/>
              <a:ea typeface="Roboto Condensed"/>
              <a:cs typeface="Roboto Condensed"/>
              <a:sym typeface="Roboto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433"/>
        <p:cNvGrpSpPr/>
        <p:nvPr/>
      </p:nvGrpSpPr>
      <p:grpSpPr>
        <a:xfrm>
          <a:off x="0" y="0"/>
          <a:ext cx="0" cy="0"/>
          <a:chOff x="0" y="0"/>
          <a:chExt cx="0" cy="0"/>
        </a:xfrm>
      </p:grpSpPr>
      <p:sp>
        <p:nvSpPr>
          <p:cNvPr id="434" name="Google Shape;434;p46"/>
          <p:cNvSpPr txBox="1">
            <a:spLocks noGrp="1"/>
          </p:cNvSpPr>
          <p:nvPr>
            <p:ph type="ctrTitle" idx="4294967295"/>
          </p:nvPr>
        </p:nvSpPr>
        <p:spPr>
          <a:xfrm>
            <a:off x="0" y="2789238"/>
            <a:ext cx="11360150" cy="1195387"/>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dk1"/>
              </a:buClr>
              <a:buSzPts val="5200"/>
              <a:buFont typeface="Arial"/>
              <a:buNone/>
            </a:pPr>
            <a:r>
              <a:rPr lang="en-US" sz="4000" b="1" i="0" u="sng" strike="noStrike" cap="none">
                <a:solidFill>
                  <a:schemeClr val="dk1"/>
                </a:solidFill>
                <a:latin typeface="Roboto Condensed"/>
                <a:ea typeface="Roboto Condensed"/>
                <a:cs typeface="Roboto Condensed"/>
                <a:sym typeface="Roboto Condensed"/>
              </a:rPr>
              <a:t>MRII Hamburg (rot) &amp; Diakonie (blau)</a:t>
            </a:r>
            <a:endParaRPr sz="4800" b="1" i="0" u="sng" strike="noStrike" cap="none">
              <a:solidFill>
                <a:schemeClr val="dk1"/>
              </a:solidFill>
              <a:latin typeface="Roboto Condensed"/>
              <a:ea typeface="Roboto Condensed"/>
              <a:cs typeface="Roboto Condensed"/>
              <a:sym typeface="Roboto Condensed"/>
            </a:endParaRPr>
          </a:p>
        </p:txBody>
      </p:sp>
      <p:sp>
        <p:nvSpPr>
          <p:cNvPr id="435" name="Google Shape;435;p46"/>
          <p:cNvSpPr txBox="1">
            <a:spLocks noGrp="1"/>
          </p:cNvSpPr>
          <p:nvPr>
            <p:ph type="subTitle" idx="4294967295"/>
          </p:nvPr>
        </p:nvSpPr>
        <p:spPr>
          <a:xfrm>
            <a:off x="0" y="2259013"/>
            <a:ext cx="11360150" cy="620712"/>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chemeClr val="lt2"/>
              </a:buClr>
              <a:buSzPts val="2800"/>
              <a:buFont typeface="Arial"/>
              <a:buNone/>
            </a:pPr>
            <a:r>
              <a:rPr lang="en-US" sz="1867" b="0" i="1" u="none" strike="noStrike" cap="none">
                <a:solidFill>
                  <a:schemeClr val="lt2"/>
                </a:solidFill>
                <a:latin typeface="Roboto Condensed"/>
                <a:ea typeface="Roboto Condensed"/>
                <a:cs typeface="Roboto Condensed"/>
                <a:sym typeface="Roboto Condensed"/>
              </a:rPr>
              <a:t>Kollekte</a:t>
            </a:r>
            <a:endParaRPr sz="1800" b="0" i="0" u="none" strike="noStrike" cap="none">
              <a:solidFill>
                <a:schemeClr val="lt2"/>
              </a:solidFill>
              <a:latin typeface="Arial"/>
              <a:ea typeface="Arial"/>
              <a:cs typeface="Arial"/>
              <a:sym typeface="Arial"/>
            </a:endParaRPr>
          </a:p>
        </p:txBody>
      </p:sp>
      <p:sp>
        <p:nvSpPr>
          <p:cNvPr id="436" name="Google Shape;436;p46"/>
          <p:cNvSpPr txBox="1"/>
          <p:nvPr/>
        </p:nvSpPr>
        <p:spPr>
          <a:xfrm>
            <a:off x="424833" y="3797129"/>
            <a:ext cx="11360700" cy="80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US" sz="2667" b="0" i="0" u="none" strike="noStrike" cap="none">
                <a:solidFill>
                  <a:srgbClr val="FFFFFF"/>
                </a:solidFill>
                <a:latin typeface="Roboto Condensed"/>
                <a:ea typeface="Roboto Condensed"/>
                <a:cs typeface="Roboto Condensed"/>
                <a:sym typeface="Roboto Condensed"/>
              </a:rPr>
              <a:t>MRII Hamburg (merah) &amp; Diakonia (biru)</a:t>
            </a:r>
            <a:endParaRPr sz="2667" b="0" i="0" u="none" strike="noStrike" cap="none">
              <a:solidFill>
                <a:srgbClr val="FFFFFF"/>
              </a:solidFill>
              <a:latin typeface="Roboto Condensed"/>
              <a:ea typeface="Roboto Condensed"/>
              <a:cs typeface="Roboto Condensed"/>
              <a:sym typeface="Roboto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p47" descr="Text&#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 name="Picture 2" descr="A picture containing text, screenshot, font, design&#10;&#10;Description automatically generated">
            <a:extLst>
              <a:ext uri="{FF2B5EF4-FFF2-40B4-BE49-F238E27FC236}">
                <a16:creationId xmlns:a16="http://schemas.microsoft.com/office/drawing/2014/main" id="{EFB34FD8-5B52-42EA-8EC7-54D69421EB50}"/>
              </a:ext>
            </a:extLst>
          </p:cNvPr>
          <p:cNvPicPr>
            <a:picLocks noChangeAspect="1"/>
          </p:cNvPicPr>
          <p:nvPr/>
        </p:nvPicPr>
        <p:blipFill>
          <a:blip r:embed="rId4"/>
          <a:stretch>
            <a:fillRect/>
          </a:stretch>
        </p:blipFill>
        <p:spPr>
          <a:xfrm>
            <a:off x="0" y="0"/>
            <a:ext cx="12192000" cy="6858000"/>
          </a:xfrm>
          <a:prstGeom prst="rect">
            <a:avLst/>
          </a:prstGeom>
        </p:spPr>
      </p:pic>
      <p:pic>
        <p:nvPicPr>
          <p:cNvPr id="4" name="Picture 3" descr="A black background with white text&#10;&#10;Description automatically generated">
            <a:extLst>
              <a:ext uri="{FF2B5EF4-FFF2-40B4-BE49-F238E27FC236}">
                <a16:creationId xmlns:a16="http://schemas.microsoft.com/office/drawing/2014/main" id="{EDE0BB35-2B6E-4CCE-A628-83E10D34A0A5}"/>
              </a:ext>
            </a:extLst>
          </p:cNvPr>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p47" descr="Text&#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 name="Picture 2" descr="A picture containing text, screenshot, font, design&#10;&#10;Description automatically generated">
            <a:extLst>
              <a:ext uri="{FF2B5EF4-FFF2-40B4-BE49-F238E27FC236}">
                <a16:creationId xmlns:a16="http://schemas.microsoft.com/office/drawing/2014/main" id="{EFB34FD8-5B52-42EA-8EC7-54D69421EB50}"/>
              </a:ext>
            </a:extLst>
          </p:cNvPr>
          <p:cNvPicPr>
            <a:picLocks noChangeAspect="1"/>
          </p:cNvPicPr>
          <p:nvPr/>
        </p:nvPicPr>
        <p:blipFill>
          <a:blip r:embed="rId4"/>
          <a:stretch>
            <a:fillRect/>
          </a:stretch>
        </p:blipFill>
        <p:spPr>
          <a:xfrm>
            <a:off x="0" y="0"/>
            <a:ext cx="12192000" cy="6858000"/>
          </a:xfrm>
          <a:prstGeom prst="rect">
            <a:avLst/>
          </a:prstGeom>
        </p:spPr>
      </p:pic>
      <p:pic>
        <p:nvPicPr>
          <p:cNvPr id="4" name="Picture 3" descr="A black background with white text&#10;&#10;Description automatically generated">
            <a:extLst>
              <a:ext uri="{FF2B5EF4-FFF2-40B4-BE49-F238E27FC236}">
                <a16:creationId xmlns:a16="http://schemas.microsoft.com/office/drawing/2014/main" id="{EDE0BB35-2B6E-4CCE-A628-83E10D34A0A5}"/>
              </a:ext>
            </a:extLst>
          </p:cNvPr>
          <p:cNvPicPr>
            <a:picLocks noChangeAspect="1"/>
          </p:cNvPicPr>
          <p:nvPr/>
        </p:nvPicPr>
        <p:blipFill>
          <a:blip r:embed="rId5"/>
          <a:stretch>
            <a:fillRect/>
          </a:stretch>
        </p:blipFill>
        <p:spPr>
          <a:xfrm>
            <a:off x="0" y="0"/>
            <a:ext cx="12192000" cy="6858000"/>
          </a:xfrm>
          <a:prstGeom prst="rect">
            <a:avLst/>
          </a:prstGeom>
        </p:spPr>
      </p:pic>
      <p:pic>
        <p:nvPicPr>
          <p:cNvPr id="5" name="Picture 4" descr="A close-up of a computer screen&#10;&#10;Description automatically generated">
            <a:extLst>
              <a:ext uri="{FF2B5EF4-FFF2-40B4-BE49-F238E27FC236}">
                <a16:creationId xmlns:a16="http://schemas.microsoft.com/office/drawing/2014/main" id="{04DD9E67-12ED-4E7C-A7A5-D4BB9E830CAA}"/>
              </a:ext>
            </a:extLst>
          </p:cNvPr>
          <p:cNvPicPr>
            <a:picLocks noChangeAspect="1"/>
          </p:cNvPicPr>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163777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p47" descr="Text&#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 name="Picture 2" descr="A picture containing text, screenshot, font, design&#10;&#10;Description automatically generated">
            <a:extLst>
              <a:ext uri="{FF2B5EF4-FFF2-40B4-BE49-F238E27FC236}">
                <a16:creationId xmlns:a16="http://schemas.microsoft.com/office/drawing/2014/main" id="{EFB34FD8-5B52-42EA-8EC7-54D69421EB50}"/>
              </a:ext>
            </a:extLst>
          </p:cNvPr>
          <p:cNvPicPr>
            <a:picLocks noChangeAspect="1"/>
          </p:cNvPicPr>
          <p:nvPr/>
        </p:nvPicPr>
        <p:blipFill>
          <a:blip r:embed="rId4"/>
          <a:stretch>
            <a:fillRect/>
          </a:stretch>
        </p:blipFill>
        <p:spPr>
          <a:xfrm>
            <a:off x="0" y="0"/>
            <a:ext cx="12192000" cy="6858000"/>
          </a:xfrm>
          <a:prstGeom prst="rect">
            <a:avLst/>
          </a:prstGeom>
        </p:spPr>
      </p:pic>
      <p:pic>
        <p:nvPicPr>
          <p:cNvPr id="4" name="Picture 3" descr="A black background with white text&#10;&#10;Description automatically generated">
            <a:extLst>
              <a:ext uri="{FF2B5EF4-FFF2-40B4-BE49-F238E27FC236}">
                <a16:creationId xmlns:a16="http://schemas.microsoft.com/office/drawing/2014/main" id="{EDE0BB35-2B6E-4CCE-A628-83E10D34A0A5}"/>
              </a:ext>
            </a:extLst>
          </p:cNvPr>
          <p:cNvPicPr>
            <a:picLocks noChangeAspect="1"/>
          </p:cNvPicPr>
          <p:nvPr/>
        </p:nvPicPr>
        <p:blipFill>
          <a:blip r:embed="rId5"/>
          <a:stretch>
            <a:fillRect/>
          </a:stretch>
        </p:blipFill>
        <p:spPr>
          <a:xfrm>
            <a:off x="0" y="0"/>
            <a:ext cx="12192000" cy="6858000"/>
          </a:xfrm>
          <a:prstGeom prst="rect">
            <a:avLst/>
          </a:prstGeom>
        </p:spPr>
      </p:pic>
      <p:pic>
        <p:nvPicPr>
          <p:cNvPr id="5" name="Picture 4" descr="A close-up of a black background&#10;&#10;Description automatically generated">
            <a:extLst>
              <a:ext uri="{FF2B5EF4-FFF2-40B4-BE49-F238E27FC236}">
                <a16:creationId xmlns:a16="http://schemas.microsoft.com/office/drawing/2014/main" id="{FC878435-FD64-4EC3-904E-B8758D2CB918}"/>
              </a:ext>
            </a:extLst>
          </p:cNvPr>
          <p:cNvPicPr>
            <a:picLocks noChangeAspect="1"/>
          </p:cNvPicPr>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837145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83" descr="Diagram&#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9"/>
          <p:cNvSpPr txBox="1">
            <a:spLocks noGrp="1"/>
          </p:cNvSpPr>
          <p:nvPr>
            <p:ph type="ctrTitle" idx="4294967295"/>
          </p:nvPr>
        </p:nvSpPr>
        <p:spPr>
          <a:xfrm>
            <a:off x="415925" y="2480025"/>
            <a:ext cx="11360100" cy="1193700"/>
          </a:xfrm>
          <a:prstGeom prst="rect">
            <a:avLst/>
          </a:prstGeom>
          <a:noFill/>
          <a:ln>
            <a:noFill/>
          </a:ln>
        </p:spPr>
        <p:txBody>
          <a:bodyPr spcFirstLastPara="1" wrap="square" lIns="121900" tIns="121900" rIns="121900" bIns="121900" anchor="t" anchorCtr="0">
            <a:noAutofit/>
          </a:bodyPr>
          <a:lstStyle/>
          <a:p>
            <a:pPr marL="0" marR="0" lvl="0" indent="0" algn="ctr" rtl="0">
              <a:lnSpc>
                <a:spcPct val="150000"/>
              </a:lnSpc>
              <a:spcBef>
                <a:spcPts val="0"/>
              </a:spcBef>
              <a:spcAft>
                <a:spcPts val="0"/>
              </a:spcAft>
              <a:buClr>
                <a:schemeClr val="dk1"/>
              </a:buClr>
              <a:buSzPts val="5200"/>
              <a:buFont typeface="Arial"/>
              <a:buNone/>
            </a:pPr>
            <a:r>
              <a:rPr lang="en-US" sz="4800" b="1" i="0" u="sng" strike="noStrike" cap="none">
                <a:solidFill>
                  <a:schemeClr val="dk1"/>
                </a:solidFill>
                <a:latin typeface="Roboto Condensed"/>
                <a:ea typeface="Roboto Condensed"/>
                <a:cs typeface="Roboto Condensed"/>
                <a:sym typeface="Roboto Condensed"/>
              </a:rPr>
              <a:t>Bekanntmachung</a:t>
            </a:r>
            <a:endParaRPr sz="4800" b="1" i="0" u="sng" strike="noStrike" cap="none">
              <a:solidFill>
                <a:schemeClr val="dk1"/>
              </a:solidFill>
              <a:latin typeface="Roboto Condensed"/>
              <a:ea typeface="Roboto Condensed"/>
              <a:cs typeface="Roboto Condensed"/>
              <a:sym typeface="Roboto Condensed"/>
            </a:endParaRPr>
          </a:p>
          <a:p>
            <a:pPr marL="0" marR="0" lvl="0" indent="0" algn="ctr" rtl="0">
              <a:lnSpc>
                <a:spcPct val="150000"/>
              </a:lnSpc>
              <a:spcBef>
                <a:spcPts val="0"/>
              </a:spcBef>
              <a:spcAft>
                <a:spcPts val="0"/>
              </a:spcAft>
              <a:buClr>
                <a:schemeClr val="dk1"/>
              </a:buClr>
              <a:buSzPts val="5200"/>
              <a:buFont typeface="Arial"/>
              <a:buNone/>
            </a:pPr>
            <a:r>
              <a:rPr lang="en-US" sz="2667" b="0" i="1" u="none" strike="noStrike" cap="none">
                <a:solidFill>
                  <a:schemeClr val="dk1"/>
                </a:solidFill>
                <a:latin typeface="Roboto Condensed"/>
                <a:ea typeface="Roboto Condensed"/>
                <a:cs typeface="Roboto Condensed"/>
                <a:sym typeface="Roboto Condensed"/>
              </a:rPr>
              <a:t>Warta Jemaat</a:t>
            </a:r>
            <a:endParaRPr sz="2667" b="0" i="1" u="none" strike="noStrike" cap="none">
              <a:solidFill>
                <a:schemeClr val="dk1"/>
              </a:solidFill>
              <a:latin typeface="Roboto Condensed"/>
              <a:ea typeface="Roboto Condensed"/>
              <a:cs typeface="Roboto Condensed"/>
              <a:sym typeface="Roboto Condense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547"/>
        <p:cNvGrpSpPr/>
        <p:nvPr/>
      </p:nvGrpSpPr>
      <p:grpSpPr>
        <a:xfrm>
          <a:off x="0" y="0"/>
          <a:ext cx="0" cy="0"/>
          <a:chOff x="0" y="0"/>
          <a:chExt cx="0" cy="0"/>
        </a:xfrm>
      </p:grpSpPr>
      <p:sp>
        <p:nvSpPr>
          <p:cNvPr id="548" name="Google Shape;548;p49"/>
          <p:cNvSpPr txBox="1">
            <a:spLocks noGrp="1"/>
          </p:cNvSpPr>
          <p:nvPr>
            <p:ph type="ctrTitle" idx="4294967295"/>
          </p:nvPr>
        </p:nvSpPr>
        <p:spPr>
          <a:xfrm>
            <a:off x="415925" y="2480025"/>
            <a:ext cx="11360100" cy="1193700"/>
          </a:xfrm>
          <a:prstGeom prst="rect">
            <a:avLst/>
          </a:prstGeom>
          <a:noFill/>
          <a:ln>
            <a:noFill/>
          </a:ln>
        </p:spPr>
        <p:txBody>
          <a:bodyPr spcFirstLastPara="1" wrap="square" lIns="121900" tIns="121900" rIns="121900" bIns="121900" anchor="t" anchorCtr="0">
            <a:noAutofit/>
          </a:bodyPr>
          <a:lstStyle/>
          <a:p>
            <a:pPr marL="0" marR="0" lvl="0" indent="0" algn="ctr" rtl="0">
              <a:lnSpc>
                <a:spcPct val="150000"/>
              </a:lnSpc>
              <a:spcBef>
                <a:spcPts val="0"/>
              </a:spcBef>
              <a:spcAft>
                <a:spcPts val="0"/>
              </a:spcAft>
              <a:buClr>
                <a:schemeClr val="dk1"/>
              </a:buClr>
              <a:buSzPts val="5200"/>
              <a:buFont typeface="Arial"/>
              <a:buNone/>
            </a:pPr>
            <a:r>
              <a:rPr lang="en-US" sz="4800" b="1" i="0" u="sng" strike="noStrike" cap="none">
                <a:solidFill>
                  <a:schemeClr val="dk1"/>
                </a:solidFill>
                <a:latin typeface="Roboto Condensed"/>
                <a:ea typeface="Roboto Condensed"/>
                <a:cs typeface="Roboto Condensed"/>
                <a:sym typeface="Roboto Condensed"/>
              </a:rPr>
              <a:t>Bekanntmachung</a:t>
            </a:r>
            <a:endParaRPr sz="4800" b="1" i="0" u="sng" strike="noStrike" cap="none">
              <a:solidFill>
                <a:schemeClr val="dk1"/>
              </a:solidFill>
              <a:latin typeface="Roboto Condensed"/>
              <a:ea typeface="Roboto Condensed"/>
              <a:cs typeface="Roboto Condensed"/>
              <a:sym typeface="Roboto Condensed"/>
            </a:endParaRPr>
          </a:p>
          <a:p>
            <a:pPr marL="0" marR="0" lvl="0" indent="0" algn="ctr" rtl="0">
              <a:lnSpc>
                <a:spcPct val="150000"/>
              </a:lnSpc>
              <a:spcBef>
                <a:spcPts val="0"/>
              </a:spcBef>
              <a:spcAft>
                <a:spcPts val="0"/>
              </a:spcAft>
              <a:buClr>
                <a:schemeClr val="dk1"/>
              </a:buClr>
              <a:buSzPts val="5200"/>
              <a:buFont typeface="Arial"/>
              <a:buNone/>
            </a:pPr>
            <a:r>
              <a:rPr lang="en-US" sz="2667" b="0" i="1" u="none" strike="noStrike" cap="none">
                <a:solidFill>
                  <a:schemeClr val="dk1"/>
                </a:solidFill>
                <a:latin typeface="Roboto Condensed"/>
                <a:ea typeface="Roboto Condensed"/>
                <a:cs typeface="Roboto Condensed"/>
                <a:sym typeface="Roboto Condensed"/>
              </a:rPr>
              <a:t>Warta Jemaat</a:t>
            </a:r>
            <a:endParaRPr sz="2667" b="0" i="1" u="none" strike="noStrike" cap="none">
              <a:solidFill>
                <a:schemeClr val="dk1"/>
              </a:solidFill>
              <a:latin typeface="Roboto Condensed"/>
              <a:ea typeface="Roboto Condensed"/>
              <a:cs typeface="Roboto Condensed"/>
              <a:sym typeface="Roboto Condensed"/>
            </a:endParaRPr>
          </a:p>
        </p:txBody>
      </p:sp>
      <p:pic>
        <p:nvPicPr>
          <p:cNvPr id="3" name="Picture 2" descr="A picture containing text, poster, human face, person&#10;&#10;Description automatically generated">
            <a:extLst>
              <a:ext uri="{FF2B5EF4-FFF2-40B4-BE49-F238E27FC236}">
                <a16:creationId xmlns:a16="http://schemas.microsoft.com/office/drawing/2014/main" id="{7CC08B1F-3797-4B20-AE09-A9AFA5FD448C}"/>
              </a:ext>
            </a:extLst>
          </p:cNvPr>
          <p:cNvPicPr>
            <a:picLocks noChangeAspect="1"/>
          </p:cNvPicPr>
          <p:nvPr/>
        </p:nvPicPr>
        <p:blipFill>
          <a:blip r:embed="rId3"/>
          <a:stretch>
            <a:fillRect/>
          </a:stretch>
        </p:blipFill>
        <p:spPr>
          <a:xfrm>
            <a:off x="2667000" y="0"/>
            <a:ext cx="6858000" cy="6858000"/>
          </a:xfrm>
          <a:prstGeom prst="rect">
            <a:avLst/>
          </a:prstGeom>
        </p:spPr>
      </p:pic>
      <p:pic>
        <p:nvPicPr>
          <p:cNvPr id="4" name="Picture 3" descr="A black and white poster with text and images&#10;&#10;Description automatically generated">
            <a:extLst>
              <a:ext uri="{FF2B5EF4-FFF2-40B4-BE49-F238E27FC236}">
                <a16:creationId xmlns:a16="http://schemas.microsoft.com/office/drawing/2014/main" id="{E85B54D5-2645-443E-A3D8-35064FDAA880}"/>
              </a:ext>
            </a:extLst>
          </p:cNvPr>
          <p:cNvPicPr>
            <a:picLocks noChangeAspect="1"/>
          </p:cNvPicPr>
          <p:nvPr/>
        </p:nvPicPr>
        <p:blipFill>
          <a:blip r:embed="rId4"/>
          <a:stretch>
            <a:fillRect/>
          </a:stretch>
        </p:blipFill>
        <p:spPr>
          <a:xfrm>
            <a:off x="2667000" y="0"/>
            <a:ext cx="6858000" cy="6858000"/>
          </a:xfrm>
          <a:prstGeom prst="rect">
            <a:avLst/>
          </a:prstGeom>
        </p:spPr>
      </p:pic>
    </p:spTree>
    <p:extLst>
      <p:ext uri="{BB962C8B-B14F-4D97-AF65-F5344CB8AC3E}">
        <p14:creationId xmlns:p14="http://schemas.microsoft.com/office/powerpoint/2010/main" val="1201868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553" name="Google Shape;553;p56"/>
          <p:cNvPicPr preferRelativeResize="0"/>
          <p:nvPr/>
        </p:nvPicPr>
        <p:blipFill rotWithShape="1">
          <a:blip r:embed="rId3">
            <a:alphaModFix/>
          </a:blip>
          <a:srcRect/>
          <a:stretch/>
        </p:blipFill>
        <p:spPr>
          <a:xfrm>
            <a:off x="1364770" y="0"/>
            <a:ext cx="9462459" cy="6858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pic>
        <p:nvPicPr>
          <p:cNvPr id="558" name="Google Shape;558;p51" descr="aaron-burden-UIib0bAvWfs-unsplash.jpg"/>
          <p:cNvPicPr preferRelativeResize="0"/>
          <p:nvPr/>
        </p:nvPicPr>
        <p:blipFill rotWithShape="1">
          <a:blip r:embed="rId3">
            <a:alphaModFix/>
          </a:blip>
          <a:srcRect/>
          <a:stretch/>
        </p:blipFill>
        <p:spPr>
          <a:xfrm>
            <a:off x="1524000" y="0"/>
            <a:ext cx="9144000" cy="6858000"/>
          </a:xfrm>
          <a:prstGeom prst="rect">
            <a:avLst/>
          </a:prstGeom>
          <a:noFill/>
          <a:ln>
            <a:noFill/>
          </a:ln>
        </p:spPr>
      </p:pic>
      <p:sp>
        <p:nvSpPr>
          <p:cNvPr id="559" name="Google Shape;559;p51"/>
          <p:cNvSpPr/>
          <p:nvPr/>
        </p:nvSpPr>
        <p:spPr>
          <a:xfrm>
            <a:off x="5547300" y="1577076"/>
            <a:ext cx="5120700" cy="1607700"/>
          </a:xfrm>
          <a:prstGeom prst="rect">
            <a:avLst/>
          </a:prstGeom>
          <a:solidFill>
            <a:srgbClr val="FFFFFF">
              <a:alpha val="47843"/>
            </a:srgbClr>
          </a:solidFill>
          <a:ln>
            <a:noFill/>
          </a:ln>
          <a:effectLst>
            <a:outerShdw blurRad="40000" dist="23000" dir="5400000" rotWithShape="0">
              <a:srgbClr val="000000">
                <a:alpha val="2862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Corsiva"/>
              <a:buNone/>
            </a:pPr>
            <a:r>
              <a:rPr lang="en-US" sz="3600" dirty="0">
                <a:latin typeface="Corsiva"/>
                <a:ea typeface="Corsiva"/>
                <a:cs typeface="Corsiva"/>
                <a:sym typeface="Corsiva"/>
              </a:rPr>
              <a:t>Seminar </a:t>
            </a:r>
            <a:r>
              <a:rPr lang="en-US" sz="3600" dirty="0" err="1">
                <a:latin typeface="Corsiva"/>
                <a:ea typeface="Corsiva"/>
                <a:cs typeface="Corsiva"/>
                <a:sym typeface="Corsiva"/>
              </a:rPr>
              <a:t>Pdt</a:t>
            </a:r>
            <a:r>
              <a:rPr lang="en-US" sz="3600" dirty="0">
                <a:latin typeface="Corsiva"/>
                <a:ea typeface="Corsiva"/>
                <a:cs typeface="Corsiva"/>
                <a:sym typeface="Corsiva"/>
              </a:rPr>
              <a:t>. Billy </a:t>
            </a:r>
            <a:r>
              <a:rPr lang="en-US" sz="3600" dirty="0" err="1">
                <a:latin typeface="Corsiva"/>
                <a:ea typeface="Corsiva"/>
                <a:cs typeface="Corsiva"/>
                <a:sym typeface="Corsiva"/>
              </a:rPr>
              <a:t>Kristanto</a:t>
            </a:r>
            <a:r>
              <a:rPr lang="en-US" sz="3600" b="0" i="0" u="none" strike="noStrike" cap="none" dirty="0">
                <a:solidFill>
                  <a:srgbClr val="000000"/>
                </a:solidFill>
                <a:latin typeface="Corsiva"/>
                <a:ea typeface="Corsiva"/>
                <a:cs typeface="Corsiva"/>
                <a:sym typeface="Corsiva"/>
              </a:rPr>
              <a:t> </a:t>
            </a:r>
            <a:br>
              <a:rPr lang="en-US" sz="3600" b="0" i="0" u="none" strike="noStrike" cap="none" dirty="0">
                <a:solidFill>
                  <a:srgbClr val="000000"/>
                </a:solidFill>
                <a:latin typeface="Corsiva"/>
                <a:ea typeface="Corsiva"/>
                <a:cs typeface="Corsiva"/>
                <a:sym typeface="Corsiva"/>
              </a:rPr>
            </a:br>
            <a:r>
              <a:rPr lang="en-US" sz="2000" b="0" i="0" u="none" strike="noStrike" cap="none" dirty="0" err="1">
                <a:solidFill>
                  <a:srgbClr val="000000"/>
                </a:solidFill>
                <a:latin typeface="Arial"/>
                <a:ea typeface="Arial"/>
                <a:cs typeface="Arial"/>
                <a:sym typeface="Arial"/>
              </a:rPr>
              <a:t>Setiap</a:t>
            </a:r>
            <a:r>
              <a:rPr lang="en-US" sz="2000" b="0" i="0" u="none" strike="noStrike" cap="none" dirty="0">
                <a:solidFill>
                  <a:srgbClr val="000000"/>
                </a:solidFill>
                <a:latin typeface="Arial"/>
                <a:ea typeface="Arial"/>
                <a:cs typeface="Arial"/>
                <a:sym typeface="Arial"/>
              </a:rPr>
              <a:t> </a:t>
            </a:r>
            <a:r>
              <a:rPr lang="en-US" sz="2000" b="0" i="0" u="none" strike="noStrike" cap="none" dirty="0" err="1">
                <a:solidFill>
                  <a:srgbClr val="000000"/>
                </a:solidFill>
                <a:latin typeface="Arial"/>
                <a:ea typeface="Arial"/>
                <a:cs typeface="Arial"/>
                <a:sym typeface="Arial"/>
              </a:rPr>
              <a:t>Sabtu</a:t>
            </a:r>
            <a:r>
              <a:rPr lang="en-US" sz="2000" b="0" i="0" u="none" strike="noStrike" cap="none" dirty="0">
                <a:solidFill>
                  <a:srgbClr val="000000"/>
                </a:solidFill>
                <a:latin typeface="Arial"/>
                <a:ea typeface="Arial"/>
                <a:cs typeface="Arial"/>
                <a:sym typeface="Arial"/>
              </a:rPr>
              <a:t>, 11.00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 </a:t>
            </a:r>
            <a:endParaRPr sz="1400" b="0" i="0" u="none" strike="noStrike" cap="none" dirty="0">
              <a:solidFill>
                <a:srgbClr val="000000"/>
              </a:solidFill>
              <a:latin typeface="Arial"/>
              <a:ea typeface="Arial"/>
              <a:cs typeface="Arial"/>
              <a:sym typeface="Arial"/>
            </a:endParaRPr>
          </a:p>
        </p:txBody>
      </p:sp>
      <p:sp>
        <p:nvSpPr>
          <p:cNvPr id="560" name="Google Shape;560;p51"/>
          <p:cNvSpPr/>
          <p:nvPr/>
        </p:nvSpPr>
        <p:spPr>
          <a:xfrm>
            <a:off x="5547300" y="3442425"/>
            <a:ext cx="5120700" cy="1331400"/>
          </a:xfrm>
          <a:prstGeom prst="rect">
            <a:avLst/>
          </a:prstGeom>
          <a:solidFill>
            <a:srgbClr val="FFFFFF">
              <a:alpha val="47843"/>
            </a:srgbClr>
          </a:solidFill>
          <a:ln>
            <a:noFill/>
          </a:ln>
          <a:effectLst>
            <a:outerShdw blurRad="40000" dist="23000" dir="5400000" rotWithShape="0">
              <a:srgbClr val="000000">
                <a:alpha val="2862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Corsiva"/>
              <a:buNone/>
            </a:pPr>
            <a:r>
              <a:rPr lang="en-US" sz="3600" b="0" i="0" u="none" strike="noStrike" cap="none" dirty="0">
                <a:solidFill>
                  <a:srgbClr val="000000"/>
                </a:solidFill>
                <a:latin typeface="Corsiva"/>
                <a:ea typeface="Corsiva"/>
                <a:cs typeface="Corsiva"/>
                <a:sym typeface="Corsiva"/>
              </a:rPr>
              <a:t>Seminar </a:t>
            </a:r>
            <a:r>
              <a:rPr lang="en-US" sz="3600" b="0" i="0" u="none" strike="noStrike" cap="none" dirty="0" err="1">
                <a:solidFill>
                  <a:srgbClr val="000000"/>
                </a:solidFill>
                <a:latin typeface="Corsiva"/>
                <a:ea typeface="Corsiva"/>
                <a:cs typeface="Corsiva"/>
                <a:sym typeface="Corsiva"/>
              </a:rPr>
              <a:t>Pfr</a:t>
            </a:r>
            <a:r>
              <a:rPr lang="en-US" sz="3600" b="0" i="0" u="none" strike="noStrike" cap="none" dirty="0">
                <a:solidFill>
                  <a:srgbClr val="000000"/>
                </a:solidFill>
                <a:latin typeface="Corsiva"/>
                <a:ea typeface="Corsiva"/>
                <a:cs typeface="Corsiva"/>
                <a:sym typeface="Corsiva"/>
              </a:rPr>
              <a:t>. Billy </a:t>
            </a:r>
            <a:r>
              <a:rPr lang="en-US" sz="3600" b="0" i="0" u="none" strike="noStrike" cap="none" dirty="0" err="1">
                <a:solidFill>
                  <a:srgbClr val="000000"/>
                </a:solidFill>
                <a:latin typeface="Corsiva"/>
                <a:ea typeface="Corsiva"/>
                <a:cs typeface="Corsiva"/>
                <a:sym typeface="Corsiva"/>
              </a:rPr>
              <a:t>Kristanto</a:t>
            </a:r>
            <a:endParaRPr sz="2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err="1">
                <a:solidFill>
                  <a:srgbClr val="000000"/>
                </a:solidFill>
                <a:latin typeface="Arial"/>
                <a:ea typeface="Arial"/>
                <a:cs typeface="Arial"/>
                <a:sym typeface="Arial"/>
              </a:rPr>
              <a:t>Samstags</a:t>
            </a:r>
            <a:r>
              <a:rPr lang="en-US" sz="2000" b="0" i="0" u="none" strike="noStrike" cap="none" dirty="0">
                <a:solidFill>
                  <a:srgbClr val="000000"/>
                </a:solidFill>
                <a:latin typeface="Arial"/>
                <a:ea typeface="Arial"/>
                <a:cs typeface="Arial"/>
                <a:sym typeface="Arial"/>
              </a:rPr>
              <a:t>, 11.00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564"/>
        <p:cNvGrpSpPr/>
        <p:nvPr/>
      </p:nvGrpSpPr>
      <p:grpSpPr>
        <a:xfrm>
          <a:off x="0" y="0"/>
          <a:ext cx="0" cy="0"/>
          <a:chOff x="0" y="0"/>
          <a:chExt cx="0" cy="0"/>
        </a:xfrm>
      </p:grpSpPr>
      <p:pic>
        <p:nvPicPr>
          <p:cNvPr id="565" name="Google Shape;565;g247ebc81067_0_54" descr="aaron-burden-UIib0bAvWfs-unsplash.jpg"/>
          <p:cNvPicPr preferRelativeResize="0"/>
          <p:nvPr/>
        </p:nvPicPr>
        <p:blipFill rotWithShape="1">
          <a:blip r:embed="rId3">
            <a:alphaModFix/>
          </a:blip>
          <a:srcRect/>
          <a:stretch/>
        </p:blipFill>
        <p:spPr>
          <a:xfrm>
            <a:off x="1524000" y="0"/>
            <a:ext cx="9144000" cy="6858000"/>
          </a:xfrm>
          <a:prstGeom prst="rect">
            <a:avLst/>
          </a:prstGeom>
          <a:noFill/>
          <a:ln>
            <a:noFill/>
          </a:ln>
        </p:spPr>
      </p:pic>
      <p:sp>
        <p:nvSpPr>
          <p:cNvPr id="566" name="Google Shape;566;g247ebc81067_0_54"/>
          <p:cNvSpPr/>
          <p:nvPr/>
        </p:nvSpPr>
        <p:spPr>
          <a:xfrm>
            <a:off x="5547300" y="1577076"/>
            <a:ext cx="5120700" cy="1607700"/>
          </a:xfrm>
          <a:prstGeom prst="rect">
            <a:avLst/>
          </a:prstGeom>
          <a:solidFill>
            <a:srgbClr val="FFFFFF">
              <a:alpha val="47840"/>
            </a:srgbClr>
          </a:solidFill>
          <a:ln>
            <a:noFill/>
          </a:ln>
          <a:effectLst>
            <a:outerShdw blurRad="40000" dist="23000" dir="5400000" rotWithShape="0">
              <a:srgbClr val="000000">
                <a:alpha val="286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Corsiva"/>
              <a:buNone/>
            </a:pPr>
            <a:r>
              <a:rPr lang="en-US" sz="3600" dirty="0">
                <a:latin typeface="Corsiva"/>
                <a:ea typeface="Corsiva"/>
                <a:cs typeface="Corsiva"/>
                <a:sym typeface="Corsiva"/>
              </a:rPr>
              <a:t>SPIK </a:t>
            </a:r>
            <a:r>
              <a:rPr lang="en-US" sz="3600" dirty="0" err="1">
                <a:latin typeface="Corsiva"/>
                <a:ea typeface="Corsiva"/>
                <a:cs typeface="Corsiva"/>
                <a:sym typeface="Corsiva"/>
              </a:rPr>
              <a:t>Anthropologi</a:t>
            </a:r>
            <a:r>
              <a:rPr lang="en-US" sz="3600" dirty="0">
                <a:latin typeface="Corsiva"/>
                <a:ea typeface="Corsiva"/>
                <a:cs typeface="Corsiva"/>
                <a:sym typeface="Corsiva"/>
              </a:rPr>
              <a:t> 3</a:t>
            </a:r>
            <a:br>
              <a:rPr lang="en-US" sz="3600" b="0" i="0" u="none" strike="noStrike" cap="none" dirty="0">
                <a:solidFill>
                  <a:srgbClr val="000000"/>
                </a:solidFill>
                <a:latin typeface="Corsiva"/>
                <a:ea typeface="Corsiva"/>
                <a:cs typeface="Corsiva"/>
                <a:sym typeface="Corsiva"/>
              </a:rPr>
            </a:br>
            <a:r>
              <a:rPr lang="en-US" sz="2000" b="0" i="0" u="none" strike="noStrike" cap="none" dirty="0" err="1">
                <a:solidFill>
                  <a:srgbClr val="000000"/>
                </a:solidFill>
                <a:latin typeface="Arial"/>
                <a:ea typeface="Arial"/>
                <a:cs typeface="Arial"/>
                <a:sym typeface="Arial"/>
              </a:rPr>
              <a:t>Sabtu</a:t>
            </a:r>
            <a:r>
              <a:rPr lang="en-US" sz="2000" b="0" i="0" u="none" strike="noStrike" cap="none" dirty="0">
                <a:solidFill>
                  <a:srgbClr val="000000"/>
                </a:solidFill>
                <a:latin typeface="Arial"/>
                <a:ea typeface="Arial"/>
                <a:cs typeface="Arial"/>
                <a:sym typeface="Arial"/>
              </a:rPr>
              <a:t>, 11.00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 </a:t>
            </a:r>
            <a:endParaRPr sz="1400" b="0" i="0" u="none" strike="noStrike" cap="none" dirty="0">
              <a:solidFill>
                <a:srgbClr val="000000"/>
              </a:solidFill>
              <a:latin typeface="Arial"/>
              <a:ea typeface="Arial"/>
              <a:cs typeface="Arial"/>
              <a:sym typeface="Arial"/>
            </a:endParaRPr>
          </a:p>
        </p:txBody>
      </p:sp>
      <p:sp>
        <p:nvSpPr>
          <p:cNvPr id="567" name="Google Shape;567;g247ebc81067_0_54"/>
          <p:cNvSpPr/>
          <p:nvPr/>
        </p:nvSpPr>
        <p:spPr>
          <a:xfrm>
            <a:off x="5547300" y="3442425"/>
            <a:ext cx="5120700" cy="1331400"/>
          </a:xfrm>
          <a:prstGeom prst="rect">
            <a:avLst/>
          </a:prstGeom>
          <a:solidFill>
            <a:srgbClr val="FFFFFF">
              <a:alpha val="47840"/>
            </a:srgbClr>
          </a:solidFill>
          <a:ln>
            <a:noFill/>
          </a:ln>
          <a:effectLst>
            <a:outerShdw blurRad="40000" dist="23000" dir="5400000" rotWithShape="0">
              <a:srgbClr val="000000">
                <a:alpha val="286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Corsiva"/>
              <a:buNone/>
            </a:pPr>
            <a:r>
              <a:rPr lang="en-US" sz="3600" dirty="0">
                <a:latin typeface="Corsiva"/>
                <a:ea typeface="Corsiva"/>
                <a:cs typeface="Corsiva"/>
                <a:sym typeface="Corsiva"/>
              </a:rPr>
              <a:t>SPIK </a:t>
            </a:r>
            <a:r>
              <a:rPr lang="en-US" sz="3600" dirty="0" err="1">
                <a:latin typeface="Corsiva"/>
                <a:ea typeface="Corsiva"/>
                <a:cs typeface="Corsiva"/>
                <a:sym typeface="Corsiva"/>
              </a:rPr>
              <a:t>Anthropologi</a:t>
            </a:r>
            <a:r>
              <a:rPr lang="en-US" sz="3600" dirty="0">
                <a:latin typeface="Corsiva"/>
                <a:ea typeface="Corsiva"/>
                <a:cs typeface="Corsiva"/>
                <a:sym typeface="Corsiva"/>
              </a:rPr>
              <a:t> 3</a:t>
            </a:r>
            <a:endParaRPr sz="2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err="1">
                <a:solidFill>
                  <a:srgbClr val="000000"/>
                </a:solidFill>
                <a:latin typeface="Arial"/>
                <a:ea typeface="Arial"/>
                <a:cs typeface="Arial"/>
                <a:sym typeface="Arial"/>
              </a:rPr>
              <a:t>Samstag</a:t>
            </a:r>
            <a:r>
              <a:rPr lang="en-US" sz="2000" b="0" i="0" u="none" strike="noStrike" cap="none" dirty="0">
                <a:solidFill>
                  <a:srgbClr val="000000"/>
                </a:solidFill>
                <a:latin typeface="Arial"/>
                <a:ea typeface="Arial"/>
                <a:cs typeface="Arial"/>
                <a:sym typeface="Arial"/>
              </a:rPr>
              <a:t>, 11.00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564"/>
        <p:cNvGrpSpPr/>
        <p:nvPr/>
      </p:nvGrpSpPr>
      <p:grpSpPr>
        <a:xfrm>
          <a:off x="0" y="0"/>
          <a:ext cx="0" cy="0"/>
          <a:chOff x="0" y="0"/>
          <a:chExt cx="0" cy="0"/>
        </a:xfrm>
      </p:grpSpPr>
      <p:pic>
        <p:nvPicPr>
          <p:cNvPr id="3" name="Grafik 2" descr="Ein Bild, das Text, Design enthält.&#10;&#10;Automatisch generierte Beschreibung">
            <a:extLst>
              <a:ext uri="{FF2B5EF4-FFF2-40B4-BE49-F238E27FC236}">
                <a16:creationId xmlns:a16="http://schemas.microsoft.com/office/drawing/2014/main" id="{A52E33B5-A71C-BBB5-9333-4258D2334417}"/>
              </a:ext>
            </a:extLst>
          </p:cNvPr>
          <p:cNvPicPr>
            <a:picLocks noChangeAspect="1"/>
          </p:cNvPicPr>
          <p:nvPr/>
        </p:nvPicPr>
        <p:blipFill>
          <a:blip r:embed="rId3"/>
          <a:stretch>
            <a:fillRect/>
          </a:stretch>
        </p:blipFill>
        <p:spPr>
          <a:xfrm>
            <a:off x="2667000" y="0"/>
            <a:ext cx="6858000" cy="6858000"/>
          </a:xfrm>
          <a:prstGeom prst="rect">
            <a:avLst/>
          </a:prstGeom>
        </p:spPr>
      </p:pic>
    </p:spTree>
    <p:extLst>
      <p:ext uri="{BB962C8B-B14F-4D97-AF65-F5344CB8AC3E}">
        <p14:creationId xmlns:p14="http://schemas.microsoft.com/office/powerpoint/2010/main" val="972496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pic>
        <p:nvPicPr>
          <p:cNvPr id="577" name="Google Shape;577;g238c28804b7_0_0" descr="akira-hojo-_86u_Y0oAaM-unsplash.jpg"/>
          <p:cNvPicPr preferRelativeResize="0"/>
          <p:nvPr/>
        </p:nvPicPr>
        <p:blipFill rotWithShape="1">
          <a:blip r:embed="rId3">
            <a:alphaModFix/>
          </a:blip>
          <a:srcRect l="6852" r="4266"/>
          <a:stretch/>
        </p:blipFill>
        <p:spPr>
          <a:xfrm>
            <a:off x="1524001" y="0"/>
            <a:ext cx="9144000" cy="6858002"/>
          </a:xfrm>
          <a:prstGeom prst="rect">
            <a:avLst/>
          </a:prstGeom>
          <a:noFill/>
          <a:ln>
            <a:noFill/>
          </a:ln>
        </p:spPr>
      </p:pic>
      <p:sp>
        <p:nvSpPr>
          <p:cNvPr id="578" name="Google Shape;578;g238c28804b7_0_0"/>
          <p:cNvSpPr/>
          <p:nvPr/>
        </p:nvSpPr>
        <p:spPr>
          <a:xfrm>
            <a:off x="2905540" y="626166"/>
            <a:ext cx="7762500" cy="2802900"/>
          </a:xfrm>
          <a:prstGeom prst="rect">
            <a:avLst/>
          </a:prstGeom>
          <a:solidFill>
            <a:schemeClr val="dk1">
              <a:alpha val="47843"/>
            </a:schemeClr>
          </a:solidFill>
          <a:ln>
            <a:noFill/>
          </a:ln>
          <a:effectLst>
            <a:outerShdw blurRad="40000" dist="23000" dir="5400000" rotWithShape="0">
              <a:srgbClr val="000000">
                <a:alpha val="2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Corsiva"/>
                <a:ea typeface="Corsiva"/>
                <a:cs typeface="Corsiva"/>
                <a:sym typeface="Corsiva"/>
              </a:rPr>
              <a:t>Ibadah </a:t>
            </a:r>
            <a:r>
              <a:rPr lang="en-US" sz="4400" b="0" i="0" u="none" strike="noStrike" cap="none" dirty="0" err="1">
                <a:solidFill>
                  <a:srgbClr val="000000"/>
                </a:solidFill>
                <a:latin typeface="Corsiva"/>
                <a:ea typeface="Corsiva"/>
                <a:cs typeface="Corsiva"/>
                <a:sym typeface="Corsiva"/>
              </a:rPr>
              <a:t>Minggu</a:t>
            </a:r>
            <a:r>
              <a:rPr lang="en-US" sz="4400" b="0" i="0" u="none" strike="noStrike" cap="none" dirty="0">
                <a:solidFill>
                  <a:srgbClr val="000000"/>
                </a:solidFill>
                <a:latin typeface="Corsiva"/>
                <a:ea typeface="Corsiva"/>
                <a:cs typeface="Corsiva"/>
                <a:sym typeface="Corsiva"/>
              </a:rPr>
              <a:t> &amp; </a:t>
            </a:r>
            <a:r>
              <a:rPr lang="en-US" sz="4400" b="0" i="0" u="none" strike="noStrike" cap="none" dirty="0" err="1">
                <a:solidFill>
                  <a:srgbClr val="000000"/>
                </a:solidFill>
                <a:latin typeface="Corsiva"/>
                <a:ea typeface="Corsiva"/>
                <a:cs typeface="Corsiva"/>
                <a:sym typeface="Corsiva"/>
              </a:rPr>
              <a:t>Perjamuan</a:t>
            </a:r>
            <a:r>
              <a:rPr lang="en-US" sz="4400" b="0" i="0" u="none" strike="noStrike" cap="none" dirty="0">
                <a:solidFill>
                  <a:srgbClr val="000000"/>
                </a:solidFill>
                <a:latin typeface="Corsiva"/>
                <a:ea typeface="Corsiva"/>
                <a:cs typeface="Corsiva"/>
                <a:sym typeface="Corsiva"/>
              </a:rPr>
              <a:t> Kudus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r>
              <a:rPr lang="en-US" sz="2000" b="0" i="0" u="none" strike="noStrike" cap="none" dirty="0" err="1">
                <a:solidFill>
                  <a:srgbClr val="000000"/>
                </a:solidFill>
                <a:latin typeface="Arial"/>
                <a:ea typeface="Arial"/>
                <a:cs typeface="Arial"/>
                <a:sym typeface="Arial"/>
              </a:rPr>
              <a:t>Minggu</a:t>
            </a:r>
            <a:r>
              <a:rPr lang="en-US" sz="2000" b="0" i="0" u="none" strike="noStrike" cap="none" dirty="0">
                <a:solidFill>
                  <a:srgbClr val="000000"/>
                </a:solidFill>
                <a:latin typeface="Arial"/>
                <a:ea typeface="Arial"/>
                <a:cs typeface="Arial"/>
                <a:sym typeface="Arial"/>
              </a:rPr>
              <a:t>, </a:t>
            </a:r>
            <a:r>
              <a:rPr lang="en-US" sz="2000" dirty="0"/>
              <a:t>9</a:t>
            </a:r>
            <a:r>
              <a:rPr lang="en-US" sz="2000" b="0" i="0" u="none" strike="noStrike" cap="none" dirty="0">
                <a:solidFill>
                  <a:srgbClr val="000000"/>
                </a:solidFill>
                <a:latin typeface="Arial"/>
                <a:ea typeface="Arial"/>
                <a:cs typeface="Arial"/>
                <a:sym typeface="Arial"/>
              </a:rPr>
              <a:t>.00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
        <p:nvSpPr>
          <p:cNvPr id="579" name="Google Shape;579;g238c28804b7_0_0"/>
          <p:cNvSpPr/>
          <p:nvPr/>
        </p:nvSpPr>
        <p:spPr>
          <a:xfrm>
            <a:off x="2905539" y="3737114"/>
            <a:ext cx="7762500" cy="1987800"/>
          </a:xfrm>
          <a:prstGeom prst="rect">
            <a:avLst/>
          </a:prstGeom>
          <a:solidFill>
            <a:schemeClr val="dk1">
              <a:alpha val="47843"/>
            </a:schemeClr>
          </a:solidFill>
          <a:ln>
            <a:noFill/>
          </a:ln>
          <a:effectLst>
            <a:outerShdw blurRad="40000" dist="23000" dir="5400000" rotWithShape="0">
              <a:srgbClr val="000000">
                <a:alpha val="2784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err="1">
                <a:solidFill>
                  <a:srgbClr val="000000"/>
                </a:solidFill>
                <a:latin typeface="Corsiva"/>
                <a:ea typeface="Corsiva"/>
                <a:cs typeface="Corsiva"/>
                <a:sym typeface="Corsiva"/>
              </a:rPr>
              <a:t>Sonntagsgottesdienst</a:t>
            </a:r>
            <a:r>
              <a:rPr lang="en-US" sz="4400" b="0" i="0" u="none" strike="noStrike" cap="none" dirty="0">
                <a:solidFill>
                  <a:srgbClr val="000000"/>
                </a:solidFill>
                <a:latin typeface="Corsiva"/>
                <a:ea typeface="Corsiva"/>
                <a:cs typeface="Corsiva"/>
                <a:sym typeface="Corsiva"/>
              </a:rPr>
              <a:t> &amp; </a:t>
            </a:r>
            <a:r>
              <a:rPr lang="en-US" sz="4400" b="0" i="0" u="none" strike="noStrike" cap="none" dirty="0" err="1">
                <a:solidFill>
                  <a:srgbClr val="000000"/>
                </a:solidFill>
                <a:latin typeface="Corsiva"/>
                <a:ea typeface="Corsiva"/>
                <a:cs typeface="Corsiva"/>
                <a:sym typeface="Corsiva"/>
              </a:rPr>
              <a:t>Abendmahl</a:t>
            </a:r>
            <a:r>
              <a:rPr lang="en-US" sz="4400" b="0" i="0" u="none" strike="noStrike" cap="none" dirty="0">
                <a:solidFill>
                  <a:srgbClr val="000000"/>
                </a:solidFill>
                <a:latin typeface="Corsiva"/>
                <a:ea typeface="Corsiva"/>
                <a:cs typeface="Corsiva"/>
                <a:sym typeface="Corsiva"/>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r>
              <a:rPr lang="en-US" sz="2000" b="0" i="0" u="none" strike="noStrike" cap="none" dirty="0">
                <a:solidFill>
                  <a:srgbClr val="000000"/>
                </a:solidFill>
                <a:latin typeface="Arial"/>
                <a:ea typeface="Arial"/>
                <a:cs typeface="Arial"/>
                <a:sym typeface="Arial"/>
              </a:rPr>
              <a:t>Sunday, </a:t>
            </a:r>
            <a:r>
              <a:rPr lang="en-US" sz="2000" dirty="0"/>
              <a:t>9</a:t>
            </a:r>
            <a:r>
              <a:rPr lang="en-US" sz="2000" b="0" i="0" u="none" strike="noStrike" cap="none" dirty="0">
                <a:solidFill>
                  <a:srgbClr val="000000"/>
                </a:solidFill>
                <a:latin typeface="Arial"/>
                <a:ea typeface="Arial"/>
                <a:cs typeface="Arial"/>
                <a:sym typeface="Arial"/>
              </a:rPr>
              <a:t>.00 CET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52"/>
          <p:cNvPicPr preferRelativeResize="0"/>
          <p:nvPr/>
        </p:nvPicPr>
        <p:blipFill rotWithShape="1">
          <a:blip r:embed="rId3">
            <a:alphaModFix/>
          </a:blip>
          <a:srcRect/>
          <a:stretch/>
        </p:blipFill>
        <p:spPr>
          <a:xfrm>
            <a:off x="1437793" y="0"/>
            <a:ext cx="9316414" cy="6858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pic>
        <p:nvPicPr>
          <p:cNvPr id="506" name="Google Shape;506;p39" descr="patrick-fore-b_SHPU5M3nk-unsplash.jpg"/>
          <p:cNvPicPr preferRelativeResize="0"/>
          <p:nvPr/>
        </p:nvPicPr>
        <p:blipFill rotWithShape="1">
          <a:blip r:embed="rId3">
            <a:alphaModFix/>
          </a:blip>
          <a:srcRect l="3148" r="8133"/>
          <a:stretch/>
        </p:blipFill>
        <p:spPr>
          <a:xfrm>
            <a:off x="1524000" y="0"/>
            <a:ext cx="9144000" cy="6871214"/>
          </a:xfrm>
          <a:prstGeom prst="rect">
            <a:avLst/>
          </a:prstGeom>
          <a:noFill/>
          <a:ln>
            <a:noFill/>
          </a:ln>
        </p:spPr>
      </p:pic>
      <p:sp>
        <p:nvSpPr>
          <p:cNvPr id="507" name="Google Shape;507;p39"/>
          <p:cNvSpPr/>
          <p:nvPr/>
        </p:nvSpPr>
        <p:spPr>
          <a:xfrm>
            <a:off x="5494122" y="1461957"/>
            <a:ext cx="5232400" cy="1456809"/>
          </a:xfrm>
          <a:prstGeom prst="rect">
            <a:avLst/>
          </a:prstGeom>
          <a:solidFill>
            <a:srgbClr val="FFFFFF">
              <a:alpha val="52549"/>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buSzPts val="4400"/>
            </a:pPr>
            <a:r>
              <a:rPr lang="de-DE" sz="4400" dirty="0" err="1">
                <a:latin typeface="Corsiva"/>
                <a:ea typeface="Corsiva"/>
                <a:cs typeface="Corsiva"/>
                <a:sym typeface="Corsiva"/>
              </a:rPr>
              <a:t>Persekutuan</a:t>
            </a:r>
            <a:r>
              <a:rPr lang="de-DE" sz="4400" dirty="0">
                <a:latin typeface="Corsiva"/>
                <a:ea typeface="Corsiva"/>
                <a:cs typeface="Corsiva"/>
                <a:sym typeface="Corsiva"/>
              </a:rPr>
              <a:t> </a:t>
            </a:r>
            <a:r>
              <a:rPr lang="de-DE" sz="4400" dirty="0" err="1">
                <a:latin typeface="Corsiva"/>
                <a:ea typeface="Corsiva"/>
                <a:cs typeface="Corsiva"/>
                <a:sym typeface="Corsiva"/>
              </a:rPr>
              <a:t>Doa</a:t>
            </a:r>
            <a:endParaRPr sz="4400" dirty="0">
              <a:latin typeface="Corsiva"/>
              <a:ea typeface="Corsiva"/>
              <a:cs typeface="Corsiva"/>
              <a:sym typeface="Corsiva"/>
            </a:endParaRPr>
          </a:p>
          <a:p>
            <a:pPr algn="ctr">
              <a:buSzPts val="2000"/>
            </a:pPr>
            <a:r>
              <a:rPr lang="de-DE" sz="2000" dirty="0" err="1"/>
              <a:t>Setiap</a:t>
            </a:r>
            <a:r>
              <a:rPr lang="de-DE" sz="2000" dirty="0"/>
              <a:t> </a:t>
            </a:r>
            <a:r>
              <a:rPr lang="de-DE" sz="2000" dirty="0" err="1"/>
              <a:t>Minggu</a:t>
            </a:r>
            <a:r>
              <a:rPr lang="de-DE" sz="2000" dirty="0"/>
              <a:t>, 11:00 CEST</a:t>
            </a:r>
            <a:endParaRPr dirty="0"/>
          </a:p>
          <a:p>
            <a:pPr algn="ctr">
              <a:buSzPts val="2000"/>
            </a:pPr>
            <a:r>
              <a:rPr lang="de-DE" sz="2000" dirty="0"/>
              <a:t>Berner Heerweg 60</a:t>
            </a:r>
            <a:endParaRPr dirty="0"/>
          </a:p>
        </p:txBody>
      </p:sp>
      <p:sp>
        <p:nvSpPr>
          <p:cNvPr id="508" name="Google Shape;508;p39"/>
          <p:cNvSpPr/>
          <p:nvPr/>
        </p:nvSpPr>
        <p:spPr>
          <a:xfrm>
            <a:off x="5494122" y="3135919"/>
            <a:ext cx="5232400" cy="1456809"/>
          </a:xfrm>
          <a:prstGeom prst="rect">
            <a:avLst/>
          </a:prstGeom>
          <a:solidFill>
            <a:srgbClr val="FFFFFF">
              <a:alpha val="52941"/>
            </a:srgbClr>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buSzPts val="4400"/>
            </a:pPr>
            <a:r>
              <a:rPr lang="de-DE" sz="4400" dirty="0">
                <a:latin typeface="Corsiva"/>
                <a:ea typeface="Corsiva"/>
                <a:cs typeface="Corsiva"/>
                <a:sym typeface="Corsiva"/>
              </a:rPr>
              <a:t>Gebetskreis</a:t>
            </a:r>
            <a:endParaRPr dirty="0"/>
          </a:p>
          <a:p>
            <a:pPr algn="ctr">
              <a:buSzPts val="2000"/>
            </a:pPr>
            <a:r>
              <a:rPr lang="de-DE" sz="2000" dirty="0"/>
              <a:t>Sonntags, 11.00 CEST</a:t>
            </a:r>
            <a:endParaRPr dirty="0"/>
          </a:p>
          <a:p>
            <a:pPr algn="ctr">
              <a:buSzPts val="2000"/>
            </a:pPr>
            <a:r>
              <a:rPr lang="de-DE" sz="2000" dirty="0"/>
              <a:t>Berner Heerweg 60</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4" name="Google Shape;584;g247ebc81067_0_0"/>
          <p:cNvPicPr preferRelativeResize="0"/>
          <p:nvPr/>
        </p:nvPicPr>
        <p:blipFill rotWithShape="1">
          <a:blip r:embed="rId3">
            <a:alphaModFix amt="74000"/>
          </a:blip>
          <a:srcRect/>
          <a:stretch/>
        </p:blipFill>
        <p:spPr>
          <a:xfrm>
            <a:off x="1524000" y="0"/>
            <a:ext cx="9144000" cy="6857999"/>
          </a:xfrm>
          <a:prstGeom prst="rect">
            <a:avLst/>
          </a:prstGeom>
          <a:noFill/>
          <a:ln>
            <a:noFill/>
          </a:ln>
        </p:spPr>
      </p:pic>
      <p:sp>
        <p:nvSpPr>
          <p:cNvPr id="585" name="Google Shape;585;g247ebc81067_0_0"/>
          <p:cNvSpPr/>
          <p:nvPr/>
        </p:nvSpPr>
        <p:spPr>
          <a:xfrm>
            <a:off x="5479398" y="1205264"/>
            <a:ext cx="5232300" cy="1625700"/>
          </a:xfrm>
          <a:prstGeom prst="rect">
            <a:avLst/>
          </a:prstGeom>
          <a:solidFill>
            <a:srgbClr val="FFFFFF">
              <a:alpha val="47450"/>
            </a:srgbClr>
          </a:solidFill>
          <a:ln>
            <a:noFill/>
          </a:ln>
          <a:effectLst>
            <a:outerShdw blurRad="40000" dist="23000" dir="5400000" rotWithShape="0">
              <a:srgbClr val="000000">
                <a:alpha val="294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400" b="0" i="0" u="none" strike="noStrike" cap="none" dirty="0" err="1">
                <a:solidFill>
                  <a:srgbClr val="000000"/>
                </a:solidFill>
                <a:latin typeface="Corsiva"/>
                <a:ea typeface="Corsiva"/>
                <a:cs typeface="Corsiva"/>
                <a:sym typeface="Corsiva"/>
              </a:rPr>
              <a:t>Sekolah</a:t>
            </a:r>
            <a:r>
              <a:rPr lang="en-US" sz="4400" b="0" i="0" u="none" strike="noStrike" cap="none" dirty="0">
                <a:solidFill>
                  <a:srgbClr val="000000"/>
                </a:solidFill>
                <a:latin typeface="Corsiva"/>
                <a:ea typeface="Corsiva"/>
                <a:cs typeface="Corsiva"/>
                <a:sym typeface="Corsiva"/>
              </a:rPr>
              <a:t> </a:t>
            </a:r>
            <a:r>
              <a:rPr lang="en-US" sz="4400" b="0" i="0" u="none" strike="noStrike" cap="none" dirty="0" err="1">
                <a:solidFill>
                  <a:srgbClr val="000000"/>
                </a:solidFill>
                <a:latin typeface="Corsiva"/>
                <a:ea typeface="Corsiva"/>
                <a:cs typeface="Corsiva"/>
                <a:sym typeface="Corsiva"/>
              </a:rPr>
              <a:t>Minggu</a:t>
            </a:r>
            <a:endParaRPr sz="4400" b="0" i="0" u="none" strike="noStrike" cap="none" dirty="0">
              <a:solidFill>
                <a:srgbClr val="000000"/>
              </a:solidFill>
              <a:latin typeface="Corsiva"/>
              <a:ea typeface="Corsiva"/>
              <a:cs typeface="Corsiva"/>
              <a:sym typeface="Corsiva"/>
            </a:endParaRPr>
          </a:p>
          <a:p>
            <a:pPr marL="0" marR="0" lvl="0" indent="0" algn="ctr" rtl="0">
              <a:lnSpc>
                <a:spcPct val="100000"/>
              </a:lnSpc>
              <a:spcBef>
                <a:spcPts val="0"/>
              </a:spcBef>
              <a:spcAft>
                <a:spcPts val="0"/>
              </a:spcAft>
              <a:buNone/>
            </a:pPr>
            <a:r>
              <a:rPr lang="en-US" sz="2000" b="0" i="0" u="none" strike="noStrike" cap="none" dirty="0" err="1">
                <a:solidFill>
                  <a:srgbClr val="000000"/>
                </a:solidFill>
                <a:latin typeface="Arial"/>
                <a:ea typeface="Arial"/>
                <a:cs typeface="Arial"/>
                <a:sym typeface="Arial"/>
              </a:rPr>
              <a:t>Setiap</a:t>
            </a:r>
            <a:r>
              <a:rPr lang="en-US" sz="2000" b="0" i="0" u="none" strike="noStrike" cap="none" dirty="0">
                <a:solidFill>
                  <a:srgbClr val="000000"/>
                </a:solidFill>
                <a:latin typeface="Arial"/>
                <a:ea typeface="Arial"/>
                <a:cs typeface="Arial"/>
                <a:sym typeface="Arial"/>
              </a:rPr>
              <a:t> </a:t>
            </a:r>
            <a:r>
              <a:rPr lang="en-US" sz="2000" b="0" i="0" u="none" strike="noStrike" cap="none" dirty="0" err="1">
                <a:solidFill>
                  <a:srgbClr val="000000"/>
                </a:solidFill>
                <a:latin typeface="Arial"/>
                <a:ea typeface="Arial"/>
                <a:cs typeface="Arial"/>
                <a:sym typeface="Arial"/>
              </a:rPr>
              <a:t>Minggu</a:t>
            </a:r>
            <a:r>
              <a:rPr lang="en-US" sz="2000" b="0" i="0" u="none" strike="noStrike" cap="none" dirty="0">
                <a:solidFill>
                  <a:srgbClr val="000000"/>
                </a:solidFill>
                <a:latin typeface="Arial"/>
                <a:ea typeface="Arial"/>
                <a:cs typeface="Arial"/>
                <a:sym typeface="Arial"/>
              </a:rPr>
              <a:t>, </a:t>
            </a:r>
            <a:r>
              <a:rPr lang="en-US" sz="2000" dirty="0"/>
              <a:t>9</a:t>
            </a:r>
            <a:r>
              <a:rPr lang="en-US" sz="2000" b="0" i="0" u="none" strike="noStrike" cap="none" dirty="0">
                <a:solidFill>
                  <a:srgbClr val="000000"/>
                </a:solidFill>
                <a:latin typeface="Arial"/>
                <a:ea typeface="Arial"/>
                <a:cs typeface="Arial"/>
                <a:sym typeface="Arial"/>
              </a:rPr>
              <a:t>:00 CEST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
        <p:nvSpPr>
          <p:cNvPr id="586" name="Google Shape;586;g247ebc81067_0_0"/>
          <p:cNvSpPr/>
          <p:nvPr/>
        </p:nvSpPr>
        <p:spPr>
          <a:xfrm>
            <a:off x="5479398" y="2983265"/>
            <a:ext cx="5232300" cy="1625700"/>
          </a:xfrm>
          <a:prstGeom prst="rect">
            <a:avLst/>
          </a:prstGeom>
          <a:solidFill>
            <a:srgbClr val="FFFFFF">
              <a:alpha val="47450"/>
            </a:srgbClr>
          </a:solidFill>
          <a:ln>
            <a:noFill/>
          </a:ln>
          <a:effectLst>
            <a:outerShdw blurRad="40000" dist="23000" dir="5400000" rotWithShape="0">
              <a:srgbClr val="000000">
                <a:alpha val="294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400" dirty="0" err="1">
                <a:latin typeface="Corsiva"/>
                <a:ea typeface="Corsiva"/>
                <a:cs typeface="Corsiva"/>
                <a:sym typeface="Corsiva"/>
              </a:rPr>
              <a:t>Sonntagsschule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Sunday, </a:t>
            </a:r>
            <a:r>
              <a:rPr lang="en-US" sz="2000" dirty="0"/>
              <a:t>9</a:t>
            </a:r>
            <a:r>
              <a:rPr lang="en-US" sz="2000" b="0" i="0" u="none" strike="noStrike" cap="none" dirty="0">
                <a:solidFill>
                  <a:srgbClr val="000000"/>
                </a:solidFill>
                <a:latin typeface="Arial"/>
                <a:ea typeface="Arial"/>
                <a:cs typeface="Arial"/>
                <a:sym typeface="Arial"/>
              </a:rPr>
              <a:t>.00 CEST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Berner </a:t>
            </a:r>
            <a:r>
              <a:rPr lang="en-US" sz="2000" b="0" i="0" u="none" strike="noStrike" cap="none" dirty="0" err="1">
                <a:solidFill>
                  <a:srgbClr val="000000"/>
                </a:solidFill>
                <a:latin typeface="Arial"/>
                <a:ea typeface="Arial"/>
                <a:cs typeface="Arial"/>
                <a:sym typeface="Arial"/>
              </a:rPr>
              <a:t>Heerweg</a:t>
            </a:r>
            <a:r>
              <a:rPr lang="en-US" sz="2000" b="0" i="0" u="none" strike="noStrike" cap="none" dirty="0">
                <a:solidFill>
                  <a:srgbClr val="000000"/>
                </a:solidFill>
                <a:latin typeface="Arial"/>
                <a:ea typeface="Arial"/>
                <a:cs typeface="Arial"/>
                <a:sym typeface="Arial"/>
              </a:rPr>
              <a:t> 60</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590"/>
        <p:cNvGrpSpPr/>
        <p:nvPr/>
      </p:nvGrpSpPr>
      <p:grpSpPr>
        <a:xfrm>
          <a:off x="0" y="0"/>
          <a:ext cx="0" cy="0"/>
          <a:chOff x="0" y="0"/>
          <a:chExt cx="0" cy="0"/>
        </a:xfrm>
      </p:grpSpPr>
      <p:sp>
        <p:nvSpPr>
          <p:cNvPr id="591" name="Google Shape;591;p55"/>
          <p:cNvSpPr txBox="1">
            <a:spLocks noGrp="1"/>
          </p:cNvSpPr>
          <p:nvPr>
            <p:ph type="ctrTitle" idx="4294967295"/>
          </p:nvPr>
        </p:nvSpPr>
        <p:spPr>
          <a:xfrm>
            <a:off x="415600" y="2507576"/>
            <a:ext cx="11360800" cy="1194800"/>
          </a:xfrm>
          <a:prstGeom prst="rect">
            <a:avLst/>
          </a:prstGeom>
          <a:noFill/>
          <a:ln>
            <a:noFill/>
          </a:ln>
        </p:spPr>
        <p:txBody>
          <a:bodyPr spcFirstLastPara="1" wrap="square" lIns="121900" tIns="121900" rIns="121900" bIns="121900" anchor="t" anchorCtr="0">
            <a:noAutofit/>
          </a:bodyPr>
          <a:lstStyle/>
          <a:p>
            <a:pPr marL="0" marR="0" lvl="0" indent="0" algn="ctr" rtl="0">
              <a:lnSpc>
                <a:spcPct val="150000"/>
              </a:lnSpc>
              <a:spcBef>
                <a:spcPts val="0"/>
              </a:spcBef>
              <a:spcAft>
                <a:spcPts val="0"/>
              </a:spcAft>
              <a:buClr>
                <a:schemeClr val="dk1"/>
              </a:buClr>
              <a:buSzPts val="5200"/>
              <a:buFont typeface="Arial"/>
              <a:buNone/>
            </a:pPr>
            <a:r>
              <a:rPr lang="en-US" sz="4800" b="1" i="0" u="sng" strike="noStrike" cap="none">
                <a:solidFill>
                  <a:schemeClr val="dk1"/>
                </a:solidFill>
                <a:latin typeface="Roboto Condensed"/>
                <a:ea typeface="Roboto Condensed"/>
                <a:cs typeface="Roboto Condensed"/>
                <a:sym typeface="Roboto Condensed"/>
              </a:rPr>
              <a:t>Announcement</a:t>
            </a:r>
            <a:endParaRPr sz="4800" b="1" i="0" u="sng" strike="noStrike" cap="none">
              <a:solidFill>
                <a:schemeClr val="dk1"/>
              </a:solidFill>
              <a:latin typeface="Roboto Condensed"/>
              <a:ea typeface="Roboto Condensed"/>
              <a:cs typeface="Roboto Condensed"/>
              <a:sym typeface="Roboto Condensed"/>
            </a:endParaRPr>
          </a:p>
          <a:p>
            <a:pPr marL="0" marR="0" lvl="0" indent="0" algn="ctr" rtl="0">
              <a:lnSpc>
                <a:spcPct val="150000"/>
              </a:lnSpc>
              <a:spcBef>
                <a:spcPts val="0"/>
              </a:spcBef>
              <a:spcAft>
                <a:spcPts val="0"/>
              </a:spcAft>
              <a:buClr>
                <a:schemeClr val="dk1"/>
              </a:buClr>
              <a:buSzPts val="5200"/>
              <a:buFont typeface="Arial"/>
              <a:buNone/>
            </a:pPr>
            <a:r>
              <a:rPr lang="en-US" sz="2667" b="0" i="1" u="none" strike="noStrike" cap="none">
                <a:solidFill>
                  <a:schemeClr val="dk1"/>
                </a:solidFill>
                <a:latin typeface="Roboto Condensed"/>
                <a:ea typeface="Roboto Condensed"/>
                <a:cs typeface="Roboto Condensed"/>
                <a:sym typeface="Roboto Condensed"/>
              </a:rPr>
              <a:t>Warta Jemaat</a:t>
            </a:r>
            <a:endParaRPr sz="2667" b="0" i="1" u="none" strike="noStrike" cap="none">
              <a:solidFill>
                <a:schemeClr val="dk1"/>
              </a:solidFill>
              <a:latin typeface="Roboto Condensed"/>
              <a:ea typeface="Roboto Condensed"/>
              <a:cs typeface="Roboto Condensed"/>
              <a:sym typeface="Roboto Condensed"/>
            </a:endParaRPr>
          </a:p>
        </p:txBody>
      </p:sp>
      <p:grpSp>
        <p:nvGrpSpPr>
          <p:cNvPr id="592" name="Google Shape;592;p55"/>
          <p:cNvGrpSpPr/>
          <p:nvPr/>
        </p:nvGrpSpPr>
        <p:grpSpPr>
          <a:xfrm>
            <a:off x="2683251" y="0"/>
            <a:ext cx="6825499" cy="6858000"/>
            <a:chOff x="2683251" y="0"/>
            <a:chExt cx="6825499" cy="6858000"/>
          </a:xfrm>
        </p:grpSpPr>
        <p:pic>
          <p:nvPicPr>
            <p:cNvPr id="593" name="Google Shape;593;p55"/>
            <p:cNvPicPr preferRelativeResize="0"/>
            <p:nvPr/>
          </p:nvPicPr>
          <p:blipFill rotWithShape="1">
            <a:blip r:embed="rId3">
              <a:alphaModFix/>
            </a:blip>
            <a:srcRect/>
            <a:stretch/>
          </p:blipFill>
          <p:spPr>
            <a:xfrm>
              <a:off x="2683251" y="0"/>
              <a:ext cx="6825499" cy="6858000"/>
            </a:xfrm>
            <a:prstGeom prst="rect">
              <a:avLst/>
            </a:prstGeom>
            <a:noFill/>
            <a:ln>
              <a:noFill/>
            </a:ln>
          </p:spPr>
        </p:pic>
        <p:sp>
          <p:nvSpPr>
            <p:cNvPr id="594" name="Google Shape;594;p55"/>
            <p:cNvSpPr/>
            <p:nvPr/>
          </p:nvSpPr>
          <p:spPr>
            <a:xfrm>
              <a:off x="4539916" y="5245768"/>
              <a:ext cx="3192300" cy="818100"/>
            </a:xfrm>
            <a:prstGeom prst="rect">
              <a:avLst/>
            </a:prstGeom>
            <a:solidFill>
              <a:srgbClr val="FFFFFF"/>
            </a:solid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12121"/>
                </a:solidFill>
                <a:latin typeface="Arial"/>
                <a:ea typeface="Arial"/>
                <a:cs typeface="Arial"/>
                <a:sym typeface="Arial"/>
              </a:endParaRPr>
            </a:p>
          </p:txBody>
        </p:sp>
        <p:sp>
          <p:nvSpPr>
            <p:cNvPr id="595" name="Google Shape;595;p55"/>
            <p:cNvSpPr/>
            <p:nvPr/>
          </p:nvSpPr>
          <p:spPr>
            <a:xfrm>
              <a:off x="4692315" y="537410"/>
              <a:ext cx="3192300" cy="409200"/>
            </a:xfrm>
            <a:prstGeom prst="rect">
              <a:avLst/>
            </a:prstGeom>
            <a:solidFill>
              <a:srgbClr val="FFFFFF"/>
            </a:solid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12121"/>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599"/>
        <p:cNvGrpSpPr/>
        <p:nvPr/>
      </p:nvGrpSpPr>
      <p:grpSpPr>
        <a:xfrm>
          <a:off x="0" y="0"/>
          <a:ext cx="0" cy="0"/>
          <a:chOff x="0" y="0"/>
          <a:chExt cx="0" cy="0"/>
        </a:xfrm>
      </p:grpSpPr>
      <p:pic>
        <p:nvPicPr>
          <p:cNvPr id="600" name="Google Shape;600;p60"/>
          <p:cNvPicPr preferRelativeResize="0"/>
          <p:nvPr/>
        </p:nvPicPr>
        <p:blipFill rotWithShape="1">
          <a:blip r:embed="rId3">
            <a:alphaModFix/>
          </a:blip>
          <a:srcRect/>
          <a:stretch/>
        </p:blipFill>
        <p:spPr>
          <a:xfrm>
            <a:off x="2667000" y="0"/>
            <a:ext cx="6858000" cy="6858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604"/>
        <p:cNvGrpSpPr/>
        <p:nvPr/>
      </p:nvGrpSpPr>
      <p:grpSpPr>
        <a:xfrm>
          <a:off x="0" y="0"/>
          <a:ext cx="0" cy="0"/>
          <a:chOff x="0" y="0"/>
          <a:chExt cx="0" cy="0"/>
        </a:xfrm>
      </p:grpSpPr>
      <p:pic>
        <p:nvPicPr>
          <p:cNvPr id="605" name="Google Shape;605;p69"/>
          <p:cNvPicPr preferRelativeResize="0"/>
          <p:nvPr/>
        </p:nvPicPr>
        <p:blipFill rotWithShape="1">
          <a:blip r:embed="rId3">
            <a:alphaModFix/>
          </a:blip>
          <a:srcRect/>
          <a:stretch/>
        </p:blipFill>
        <p:spPr>
          <a:xfrm>
            <a:off x="2689799" y="0"/>
            <a:ext cx="6812401" cy="6858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9"/>
        <p:cNvGrpSpPr/>
        <p:nvPr/>
      </p:nvGrpSpPr>
      <p:grpSpPr>
        <a:xfrm>
          <a:off x="0" y="0"/>
          <a:ext cx="0" cy="0"/>
          <a:chOff x="0" y="0"/>
          <a:chExt cx="0" cy="0"/>
        </a:xfrm>
      </p:grpSpPr>
      <p:pic>
        <p:nvPicPr>
          <p:cNvPr id="610" name="Google Shape;610;g23c4c92a5cf_0_24"/>
          <p:cNvPicPr preferRelativeResize="0"/>
          <p:nvPr/>
        </p:nvPicPr>
        <p:blipFill rotWithShape="1">
          <a:blip r:embed="rId3">
            <a:alphaModFix amt="64000"/>
          </a:blip>
          <a:srcRect/>
          <a:stretch/>
        </p:blipFill>
        <p:spPr>
          <a:xfrm>
            <a:off x="1524000" y="0"/>
            <a:ext cx="9144000" cy="6858000"/>
          </a:xfrm>
          <a:prstGeom prst="rect">
            <a:avLst/>
          </a:prstGeom>
          <a:noFill/>
          <a:ln>
            <a:noFill/>
          </a:ln>
        </p:spPr>
      </p:pic>
      <p:sp>
        <p:nvSpPr>
          <p:cNvPr id="611" name="Google Shape;611;g23c4c92a5cf_0_2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000000"/>
              </a:buClr>
              <a:buSzPts val="6000"/>
              <a:buNone/>
            </a:pPr>
            <a:r>
              <a:rPr lang="en-US" sz="6000">
                <a:solidFill>
                  <a:srgbClr val="000000"/>
                </a:solidFill>
                <a:latin typeface="Corsiva"/>
                <a:ea typeface="Corsiva"/>
                <a:cs typeface="Corsiva"/>
                <a:sym typeface="Corsiva"/>
              </a:rPr>
              <a:t>Happy Birthday</a:t>
            </a:r>
            <a:endParaRPr sz="6000">
              <a:solidFill>
                <a:srgbClr val="000000"/>
              </a:solidFill>
              <a:latin typeface="Corsiva"/>
              <a:ea typeface="Corsiva"/>
              <a:cs typeface="Corsiva"/>
              <a:sym typeface="Corsiva"/>
            </a:endParaRPr>
          </a:p>
        </p:txBody>
      </p:sp>
      <p:sp>
        <p:nvSpPr>
          <p:cNvPr id="612" name="Google Shape;612;g23c4c92a5cf_0_24"/>
          <p:cNvSpPr txBox="1">
            <a:spLocks noGrp="1"/>
          </p:cNvSpPr>
          <p:nvPr>
            <p:ph type="body" idx="1"/>
          </p:nvPr>
        </p:nvSpPr>
        <p:spPr>
          <a:xfrm>
            <a:off x="1981200" y="1600201"/>
            <a:ext cx="8229600" cy="45261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rgbClr val="000000"/>
              </a:buClr>
              <a:buSzPts val="2000"/>
              <a:buNone/>
            </a:pPr>
            <a:r>
              <a:rPr lang="en-US" sz="2000">
                <a:solidFill>
                  <a:srgbClr val="000000"/>
                </a:solidFill>
              </a:rPr>
              <a:t>Happy birthday sister/brother</a:t>
            </a: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Today is your big day, we all love you</a:t>
            </a: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Be glorified, the name of the Lord</a:t>
            </a:r>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In everything of your life, </a:t>
            </a:r>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we wish you in His name</a:t>
            </a: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You‘re a part of body of Christ</a:t>
            </a:r>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We really care of you</a:t>
            </a: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We love you in His name, yes we do</a:t>
            </a:r>
            <a:endParaRPr/>
          </a:p>
          <a:p>
            <a:pPr marL="342900" lvl="0" indent="-342900" algn="l" rtl="0">
              <a:lnSpc>
                <a:spcPct val="100000"/>
              </a:lnSpc>
              <a:spcBef>
                <a:spcPts val="400"/>
              </a:spcBef>
              <a:spcAft>
                <a:spcPts val="0"/>
              </a:spcAft>
              <a:buSzPts val="2000"/>
              <a:buNone/>
            </a:pP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Happy birthday, happy birthday to you</a:t>
            </a: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You are my sister/brother</a:t>
            </a:r>
            <a:endParaRPr sz="2000">
              <a:solidFill>
                <a:srgbClr val="000000"/>
              </a:solidFill>
            </a:endParaRPr>
          </a:p>
          <a:p>
            <a:pPr marL="342900" lvl="0" indent="-342900" algn="l" rtl="0">
              <a:lnSpc>
                <a:spcPct val="100000"/>
              </a:lnSpc>
              <a:spcBef>
                <a:spcPts val="400"/>
              </a:spcBef>
              <a:spcAft>
                <a:spcPts val="0"/>
              </a:spcAft>
              <a:buClr>
                <a:srgbClr val="000000"/>
              </a:buClr>
              <a:buSzPts val="2000"/>
              <a:buNone/>
            </a:pPr>
            <a:r>
              <a:rPr lang="en-US" sz="2000">
                <a:solidFill>
                  <a:srgbClr val="000000"/>
                </a:solidFill>
              </a:rPr>
              <a:t>Happy birthday, happy birthday to you</a:t>
            </a:r>
            <a:endParaRPr sz="2000">
              <a:solidFill>
                <a:srgbClr val="000000"/>
              </a:solidFill>
            </a:endParaRPr>
          </a:p>
          <a:p>
            <a:pPr marL="342900" lvl="0" indent="-342900" algn="l" rtl="0">
              <a:lnSpc>
                <a:spcPct val="100000"/>
              </a:lnSpc>
              <a:spcBef>
                <a:spcPts val="400"/>
              </a:spcBef>
              <a:spcAft>
                <a:spcPts val="0"/>
              </a:spcAft>
              <a:buSzPts val="2000"/>
              <a:buNone/>
            </a:pPr>
            <a:endParaRPr sz="2000">
              <a:solidFill>
                <a:srgbClr val="000000"/>
              </a:solidFill>
            </a:endParaRPr>
          </a:p>
        </p:txBody>
      </p:sp>
      <p:sp>
        <p:nvSpPr>
          <p:cNvPr id="613" name="Google Shape;613;g23c4c92a5cf_0_24"/>
          <p:cNvSpPr/>
          <p:nvPr/>
        </p:nvSpPr>
        <p:spPr>
          <a:xfrm>
            <a:off x="6314185" y="1714488"/>
            <a:ext cx="142800" cy="642900"/>
          </a:xfrm>
          <a:prstGeom prst="rightBrace">
            <a:avLst>
              <a:gd name="adj1" fmla="val 8333"/>
              <a:gd name="adj2" fmla="val 50000"/>
            </a:avLst>
          </a:prstGeom>
          <a:noFill/>
          <a:ln w="285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4" name="Google Shape;614;g23c4c92a5cf_0_24"/>
          <p:cNvSpPr txBox="1"/>
          <p:nvPr/>
        </p:nvSpPr>
        <p:spPr>
          <a:xfrm>
            <a:off x="6475318" y="1766064"/>
            <a:ext cx="4860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0" i="0" u="none" strike="noStrike" cap="none">
                <a:solidFill>
                  <a:srgbClr val="000000"/>
                </a:solidFill>
                <a:latin typeface="Calibri"/>
                <a:ea typeface="Calibri"/>
                <a:cs typeface="Calibri"/>
                <a:sym typeface="Calibri"/>
              </a:rPr>
              <a:t>x2</a:t>
            </a:r>
            <a:endParaRPr sz="1400" b="0" i="0" u="none" strike="noStrike" cap="none">
              <a:solidFill>
                <a:srgbClr val="000000"/>
              </a:solidFill>
              <a:latin typeface="Arial"/>
              <a:ea typeface="Arial"/>
              <a:cs typeface="Arial"/>
              <a:sym typeface="Arial"/>
            </a:endParaRPr>
          </a:p>
        </p:txBody>
      </p:sp>
      <p:sp>
        <p:nvSpPr>
          <p:cNvPr id="615" name="Google Shape;615;g23c4c92a5cf_0_24"/>
          <p:cNvSpPr/>
          <p:nvPr/>
        </p:nvSpPr>
        <p:spPr>
          <a:xfrm>
            <a:off x="6419790" y="4888342"/>
            <a:ext cx="214200" cy="1063200"/>
          </a:xfrm>
          <a:prstGeom prst="rightBrace">
            <a:avLst>
              <a:gd name="adj1" fmla="val 8333"/>
              <a:gd name="adj2" fmla="val 50000"/>
            </a:avLst>
          </a:prstGeom>
          <a:noFill/>
          <a:ln w="381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6" name="Google Shape;616;g23c4c92a5cf_0_24"/>
          <p:cNvSpPr txBox="1"/>
          <p:nvPr/>
        </p:nvSpPr>
        <p:spPr>
          <a:xfrm>
            <a:off x="6662805" y="5179133"/>
            <a:ext cx="4860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0" i="0" u="none" strike="noStrike" cap="none">
                <a:solidFill>
                  <a:srgbClr val="000000"/>
                </a:solidFill>
                <a:latin typeface="Calibri"/>
                <a:ea typeface="Calibri"/>
                <a:cs typeface="Calibri"/>
                <a:sym typeface="Calibri"/>
              </a:rPr>
              <a:t>x2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pic>
        <p:nvPicPr>
          <p:cNvPr id="621" name="Google Shape;621;p70" descr="Ein Bild, das Himmel, Person, draußen, Gruppe enthält.&#10;&#10;Automatisch generierte Beschreibung"/>
          <p:cNvPicPr preferRelativeResize="0"/>
          <p:nvPr/>
        </p:nvPicPr>
        <p:blipFill rotWithShape="1">
          <a:blip r:embed="rId3">
            <a:alphaModFix/>
          </a:blip>
          <a:srcRect l="3207" t="47418" r="5031" b="3926"/>
          <a:stretch/>
        </p:blipFill>
        <p:spPr>
          <a:xfrm>
            <a:off x="1524000" y="1"/>
            <a:ext cx="9144000" cy="6857999"/>
          </a:xfrm>
          <a:prstGeom prst="rect">
            <a:avLst/>
          </a:prstGeom>
          <a:noFill/>
          <a:ln>
            <a:noFill/>
          </a:ln>
        </p:spPr>
      </p:pic>
      <p:sp>
        <p:nvSpPr>
          <p:cNvPr id="622" name="Google Shape;622;p70"/>
          <p:cNvSpPr/>
          <p:nvPr/>
        </p:nvSpPr>
        <p:spPr>
          <a:xfrm>
            <a:off x="4998720" y="4564912"/>
            <a:ext cx="5669280" cy="2041452"/>
          </a:xfrm>
          <a:prstGeom prst="rect">
            <a:avLst/>
          </a:prstGeom>
          <a:solidFill>
            <a:schemeClr val="dk1">
              <a:alpha val="45098"/>
            </a:schemeClr>
          </a:solidFill>
          <a:ln>
            <a:noFill/>
          </a:ln>
          <a:effectLst>
            <a:outerShdw blurRad="40000" dist="23000" dir="5400000" rotWithShape="0">
              <a:srgbClr val="000000">
                <a:alpha val="27058"/>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400"/>
              <a:buFont typeface="Arial"/>
              <a:buNone/>
            </a:pPr>
            <a:r>
              <a:rPr lang="en-US" sz="4400" b="0" i="0" u="none" strike="noStrike" cap="none">
                <a:solidFill>
                  <a:srgbClr val="000000"/>
                </a:solidFill>
                <a:latin typeface="Corsiva"/>
                <a:ea typeface="Corsiva"/>
                <a:cs typeface="Corsiva"/>
                <a:sym typeface="Corsiva"/>
              </a:rPr>
              <a:t>		Kaffezeit!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1687</Words>
  <Application>Microsoft Office PowerPoint</Application>
  <PresentationFormat>Widescreen</PresentationFormat>
  <Paragraphs>151</Paragraphs>
  <Slides>41</Slides>
  <Notes>41</Notes>
  <HiddenSlides>11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Calibri</vt:lpstr>
      <vt:lpstr>Corsiva</vt:lpstr>
      <vt:lpstr>Arial</vt:lpstr>
      <vt:lpstr>Roboto</vt:lpstr>
      <vt:lpstr>Roboto Condensed</vt:lpstr>
      <vt:lpstr>Simple Dark</vt:lpstr>
      <vt:lpstr>Office Theme</vt:lpstr>
      <vt:lpstr>PowerPoint Presentation</vt:lpstr>
      <vt:lpstr>PowerPoint Presentation</vt:lpstr>
      <vt:lpstr>PowerPoint Presentation</vt:lpstr>
      <vt:lpstr>1 Und nun spricht der Herr, der dich geschaffen hat, Jakob, und dich gemacht hat, Israel: Fürchte dich nicht, denn ich habe dich erlöst; ich habe dich bei deinem Namen gerufen; du bist mein!  Tetapi sekarang, beginilah firman TUHAN yang menciptakan engkau, hai Yakub, yang membentuk engkau, hai Israel: "Janganlah takut, sebab Aku telah menebus engkau, Aku telah memanggil engkau dengan namamu, engkau ini kepunyaan-Ku.</vt:lpstr>
      <vt:lpstr>Vater unser im Himmel, geheiligt werde dein Name. Dein Reich komme.Dein Wille geschehe, wie im Himmel, so auf Erden.   Bapa kami yang di sorga, dikuduskanlah nama-Mu, datanglah Kerajaan-Mu, jadilah kehendak-Mu di bumi seperti di sorga.</vt:lpstr>
      <vt:lpstr>Unser tägliches Brot gib uns heute, und vergib uns unsre Schuld, wie auch wir vergeben unseren Schuldigern.  Berikanlah kami pada hari ini makanan kami yang secukupnya dan ampunilah kami akan kesalahan kami, seperti kami juga mengampuni orang yang bersalah kepada kami;</vt:lpstr>
      <vt:lpstr>Und führe uns nicht in Versuchung, sondern erlöse uns von dem Bösen. Denn dein ist das Reich und die Kraft und die Herrlichkeit in Ewigkeit. Amen.  dan janganlah membawa kami ke dalam pencobaan, tetapi lepaskanlah kami daripada yang jahat. Karena Engkaulah yang empunya Kerajaan dan kuasa dan kemuliaan sampai selama-lamanya. Amin.</vt:lpstr>
      <vt:lpstr>Pfr. Billy Kristanto Pfr. Billy Kristanto</vt:lpstr>
      <vt:lpstr>Ich glaube an Gott, den Vater, den Allmächtigen, den Schöpfer des Himmels und der Erde. Und an Jesus Christus, seinen eingeborenen Sohn, unsern Herrn,  Aku percaya kepada Allah, Bapa yang Maha Kuasa, khalik langit dan bumi. Dan kepada Yesus Kristus, Anak-Nya yang tunggal, Tuhan kita,</vt:lpstr>
      <vt:lpstr>empfangen durch den Heiligen Geist, geboren von der Jungfrau Maria, gelitten unter Pontius Pilatus,  yang dikandung dari Roh Kudus, lahir dari anak dara Maria. Yang menderita sengsara di bawah pemerintahan Pontius Pilatus,</vt:lpstr>
      <vt:lpstr>gekreuzigt, gestorben und begraben, hinabgestiegen in das Reich des Todes, am dritten Tage auferstanden von den Toten,  disalibkan, mati, dan dikuburkan; turun ke dalam kerajaan maut. Pada hari yang ketiga, bangkit pula dari antara orang mati.</vt:lpstr>
      <vt:lpstr>aufgefahren in den Himmel; er sitzt zur Rechten Gottes, des allmächtigen Vaters; von dort wird er kommen, zu richten die Lebenden und die Toten.  Naik ke surga, duduk di sebelah kanan Allah Bapa yang Maha Kuasa. Dan dari sana Ia akan datang untuk menghakimi orang yang hidup dan yang mati.</vt:lpstr>
      <vt:lpstr>Ich glaube an den Heiligen Geist, die heilige christliche Kirche, Gemeinschaft der Heiligen,  Aku percaya kepada Roh Kudus, Gereja yang kudus dan am, persekutuan orang kudus,</vt:lpstr>
      <vt:lpstr>Vergebung der Sünden, Auferstehung der Toten  und das ewige Leben. Amen.  pengampunan dosa, kebangkitan tubuh, dan hidup yang kekal. Amin.</vt:lpstr>
      <vt:lpstr>PowerPoint Presentation</vt:lpstr>
      <vt:lpstr>MRII Hamburg (rot) &amp; Evangelisation (blau)</vt:lpstr>
      <vt:lpstr>MRII Hamburg (rot) &amp; Theologische Schule (blau)</vt:lpstr>
      <vt:lpstr>MRII Hamburg (rot) &amp; Kulturelle Mandate (blau)</vt:lpstr>
      <vt:lpstr>MRII Hamburg (rot) &amp; Kirchengebäude(blau)</vt:lpstr>
      <vt:lpstr>MRII Hamburg (rot) &amp; Diakonie (blau)</vt:lpstr>
      <vt:lpstr>PowerPoint Presentation</vt:lpstr>
      <vt:lpstr>PowerPoint Presentation</vt:lpstr>
      <vt:lpstr>PowerPoint Presentation</vt:lpstr>
      <vt:lpstr>PowerPoint Presentation</vt:lpstr>
      <vt:lpstr>PowerPoint Presentation</vt:lpstr>
      <vt:lpstr>PowerPoint Presentation</vt:lpstr>
      <vt:lpstr>Bekanntmachung Warta Jemaat</vt:lpstr>
      <vt:lpstr>Bekanntmachung Warta Jemaat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Announcement Warta Jemaat</vt:lpstr>
      <vt:lpstr>PowerPoint Presentation</vt:lpstr>
      <vt:lpstr>PowerPoint Presentation</vt:lpstr>
      <vt:lpstr>Happy Birthday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Bobby Simarmata</dc:creator>
  <cp:lastModifiedBy>Stephen Kurniawan</cp:lastModifiedBy>
  <cp:revision>8</cp:revision>
  <dcterms:created xsi:type="dcterms:W3CDTF">2021-05-09T21:05:28Z</dcterms:created>
  <dcterms:modified xsi:type="dcterms:W3CDTF">2023-07-17T12:03:37Z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04be5fb-a727-4de8-9a0b-2318b3ae9b1b_Enabled">
    <vt:lpwstr>true</vt:lpwstr>
  </property>
  <property fmtid="{D5CDD505-2E9C-101B-9397-08002B2CF9AE}" pid="3" name="MSIP_Label_604be5fb-a727-4de8-9a0b-2318b3ae9b1b_SetDate">
    <vt:lpwstr>2022-09-01T21:09:35Z</vt:lpwstr>
  </property>
  <property fmtid="{D5CDD505-2E9C-101B-9397-08002B2CF9AE}" pid="4" name="MSIP_Label_604be5fb-a727-4de8-9a0b-2318b3ae9b1b_Method">
    <vt:lpwstr>Standard</vt:lpwstr>
  </property>
  <property fmtid="{D5CDD505-2E9C-101B-9397-08002B2CF9AE}" pid="5" name="MSIP_Label_604be5fb-a727-4de8-9a0b-2318b3ae9b1b_Name">
    <vt:lpwstr>604be5fb-a727-4de8-9a0b-2318b3ae9b1b</vt:lpwstr>
  </property>
  <property fmtid="{D5CDD505-2E9C-101B-9397-08002B2CF9AE}" pid="6" name="MSIP_Label_604be5fb-a727-4de8-9a0b-2318b3ae9b1b_SiteId">
    <vt:lpwstr>e361356b-0fd2-4625-86f0-22ae6904a721</vt:lpwstr>
  </property>
  <property fmtid="{D5CDD505-2E9C-101B-9397-08002B2CF9AE}" pid="7" name="MSIP_Label_604be5fb-a727-4de8-9a0b-2318b3ae9b1b_ActionId">
    <vt:lpwstr>1438cdf0-9406-4d23-95c8-9dc020acdc58</vt:lpwstr>
  </property>
  <property fmtid="{D5CDD505-2E9C-101B-9397-08002B2CF9AE}" pid="8" name="MSIP_Label_604be5fb-a727-4de8-9a0b-2318b3ae9b1b_ContentBits">
    <vt:lpwstr>0</vt:lpwstr>
  </property>
</Properties>
</file>