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30/03/2023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7489DFC-42BD-C40D-9ED4-9CEAA11855B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44065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   hail the power   of    Je - sus’ name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| 1  1   3   3 | 2  1   2 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- gung-kan  kua - sa      na - ma - Nya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1105990" y="3686142"/>
            <a:ext cx="10067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Let   a-ngels pros-trate  fall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2  1   3  2 |  1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1105989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 - lai - kat   ber-su  -  jud!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20298" y="1388263"/>
            <a:ext cx="10741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Bring     forth   the  ro - yal     di - a - dem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 |  3   2  1  3 | fj54 fj32 3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   -   bat  -  kan Ra - ja     mu - li - 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Lord    of   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. 5 .| 6 . g5 /4 | 5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Tu  -  han  -  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94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720298" y="1388263"/>
            <a:ext cx="10741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Bring     forth   the  ro - yal     di - a - dem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 |  5   3  1  3 | fj21 fj23 2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   -   bat  -  kan Ra - ja     mu - li - 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 Lord         of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5 . 4 .| i3 j.4 2 2 | 1 . .+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Ye-sus Tu-han-mu!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70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96111" y="138826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    seed    of   I - srael’s   cho-sen  race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| 1   1  3  3  |  2  1   2 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53441" y="1979323"/>
            <a:ext cx="10618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Kaum   I   -  sra - el   pi    -     li - han - Nya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53441" y="3686142"/>
            <a:ext cx="10319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Now  ran-somed from the    fall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2  1     3  2 | 1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1105989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  - sa - mu        di - te  -  bus!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75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96983" y="1388263"/>
            <a:ext cx="1056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Hail  Him   who saves you     by  His grace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3   2   1   3 | fj54 fj32  3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 - si   -  as  - mu     te  -  ri - ma - lah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Lord    of   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. 5 .| 6 . g5 /4 | 5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Tu  -  han  -  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34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96983" y="1388263"/>
            <a:ext cx="1056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Hail  Him   who saves you     by  His grace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5   3   1   3 | fj21 fj23  2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2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  - si   -  as  - mu     te  -  ri - ma - lah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 Lord         of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5 . 4 .| i3 j.4 2 2 | 1 . .+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Ye-sus Tu-han-mu!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944065" y="1388263"/>
            <a:ext cx="1051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Let    e - very  tongue and    e - very tribe 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| 1  1    3   3 | 2  1   2 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853441" y="1979323"/>
            <a:ext cx="10618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Yang  ma - ti       kar’  -  na    na - ma - Nya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53441" y="3686142"/>
            <a:ext cx="10319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Res - pon - sive   to  His    call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2   1   3  2 | 1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944065" y="4277202"/>
            <a:ext cx="11004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   mar  -  tir   yang ku - dus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577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96111" y="138826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To   Him   all   ma - jes  -   ty    a - scribe 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3   2  1   3 | fj54 fj32  3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da  -  lam sa  -  lib     ber-me - gah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Lord    of   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. 5 .| 6 . g5 /4 | 5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Tu  -  han  -  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13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105989" y="1388263"/>
            <a:ext cx="10355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To   Him   all   ma - jes  -   ty    a - scribe 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5   3   1  3 | fj21 fj23  2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3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da  -  lam sa  -  lib     ber-me - gah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 Lord         of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5 . 4 .| i3 j.4 2 2 | 1 . .+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Ye-sus Tu-han-mu!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69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1018903" y="1388263"/>
            <a:ext cx="1044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Oh,  that with  all   the    sa - cred throng 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t | 1  1   3  3 | 2   1   2 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944065" y="1979323"/>
            <a:ext cx="10527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  bang-sa - bang-sa    du  -  ni   -   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1018903" y="3686142"/>
            <a:ext cx="10154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    at   His feet   may  fall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2  1  3   2 | 1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1105989" y="4277202"/>
            <a:ext cx="10842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Se  -  ka-rang ber - te  -  lut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71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96983" y="1388263"/>
            <a:ext cx="10564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We’ll join the   e - ver - last - ing song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2 | 3  2  1  3 | fj54 fj32  3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   -   ku - i    Ke - ra  -  ja  -  an - Nya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Lord    of   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. 5 .| 6 . g5 /4 | 5 . .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Tu  -  han  -  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80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896983" y="1388263"/>
            <a:ext cx="1056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We’ll join the   e - ver - last - ing song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1105989" y="722908"/>
            <a:ext cx="1051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3 | 5  3  1  3 | fj21 fj23  2</a:t>
            </a:r>
            <a:endParaRPr kumimoji="0" lang="id-ID" sz="3200" b="0" i="0" u="none" strike="noStrike" kern="1200" cap="none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4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1105989" y="1979323"/>
            <a:ext cx="1036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da  -  lam sa  -  lib     ber-me - gah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896983" y="3686142"/>
            <a:ext cx="10276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crown Him     Lord         of     all!</a:t>
            </a:r>
            <a:endParaRPr kumimoji="0" lang="id-ID" sz="3600" b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1105989" y="3020787"/>
            <a:ext cx="11260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3200" b="0" i="0" u="none" strike="noStrike" kern="1200" cap="none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1 | 5 . 4 .| i3 j.4 2 2 | 1 . .+</a:t>
            </a:r>
            <a:endParaRPr kumimoji="0" lang="id-ID" sz="3200" b="0" i="0" u="none" strike="noStrike" kern="1200" cap="none" spc="-60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896983" y="4277202"/>
            <a:ext cx="11051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600" b="1" i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 pu  -   ji        Ye-sus Tu-han-mu!</a:t>
            </a:r>
            <a:endParaRPr kumimoji="0" lang="id-ID" sz="36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040D20F-6895-4235-BE53-F10F07B301DE}"/>
              </a:ext>
            </a:extLst>
          </p:cNvPr>
          <p:cNvSpPr txBox="1">
            <a:spLocks/>
          </p:cNvSpPr>
          <p:nvPr/>
        </p:nvSpPr>
        <p:spPr>
          <a:xfrm>
            <a:off x="1540903" y="5493411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 HAIL THE POWER OF JESUS NAME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(AGUNGKAN KUASA NAMA-NYA)</a:t>
            </a:r>
            <a:endParaRPr kumimoji="0" lang="id-ID" sz="20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CB20C-16B0-4B87-909B-E588D04588E8}"/>
              </a:ext>
            </a:extLst>
          </p:cNvPr>
          <p:cNvSpPr txBox="1"/>
          <p:nvPr/>
        </p:nvSpPr>
        <p:spPr>
          <a:xfrm>
            <a:off x="1636890" y="6126961"/>
            <a:ext cx="1468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G - 4/4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CORONATION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A259D-AB55-486E-B797-7E8A37BE50A8}"/>
              </a:ext>
            </a:extLst>
          </p:cNvPr>
          <p:cNvSpPr txBox="1"/>
          <p:nvPr/>
        </p:nvSpPr>
        <p:spPr>
          <a:xfrm>
            <a:off x="5324283" y="6126962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John Rippon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Oliver Holden</a:t>
            </a: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225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6440</TotalTime>
  <Words>984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Christina Salbini</cp:lastModifiedBy>
  <cp:revision>86</cp:revision>
  <dcterms:created xsi:type="dcterms:W3CDTF">2021-06-24T21:29:51Z</dcterms:created>
  <dcterms:modified xsi:type="dcterms:W3CDTF">2023-03-30T21:46:04Z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2023-03-30T21:45:32Z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90c53260-5dfe-40ad-991e-48067cc30de3</vt:lpwstr>
  </property>
  <property fmtid="{D5CDD505-2E9C-101B-9397-08002B2CF9AE}" pid="8" name="MSIP_Label_604be5fb-a727-4de8-9a0b-2318b3ae9b1b_ContentBits">
    <vt:lpwstr>0</vt:lpwstr>
  </property>
</Properties>
</file>