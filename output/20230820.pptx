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"/>
  </p:notes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267" r:id="rId37"/>
    <p:sldId id="268" r:id="rId38"/>
    <p:sldId id="269" r:id="rId39"/>
    <p:sldId id="270" r:id="rId40"/>
    <p:sldId id="271" r:id="rId41"/>
    <p:sldId id="272" r:id="rId42"/>
    <p:sldId id="273" r:id="rId43"/>
    <p:sldId id="274" r:id="rId44"/>
    <p:sldId id="275" r:id="rId45"/>
    <p:sldId id="276" r:id="rId46"/>
    <p:sldId id="277" r:id="rId47"/>
    <p:sldId id="278" r:id="rId48"/>
    <p:sldId id="279" r:id="rId49"/>
    <p:sldId id="280" r:id="rId50"/>
    <p:sldId id="281" r:id="rId51"/>
    <p:sldId id="282" r:id="rId52"/>
    <p:sldId id="283" r:id="rId53"/>
    <p:sldId id="284" r:id="rId54"/>
    <p:sldId id="285" r:id="rId55"/>
    <p:sldId id="286" r:id="rId56"/>
    <p:sldId id="287" r:id="rId57"/>
    <p:sldId id="288" r:id="rId58"/>
    <p:sldId id="289" r:id="rId59"/>
    <p:sldId id="290" r:id="rId60"/>
    <p:sldId id="291" r:id="rId61"/>
    <p:sldId id="292" r:id="rId62"/>
    <p:sldId id="293" r:id="rId63"/>
    <p:sldId id="294" r:id="rId64"/>
    <p:sldId id="295" r:id="rId65"/>
    <p:sldId id="296" r:id="rId66"/>
    <p:sldId id="297" r:id="rId67"/>
    <p:sldId id="298" r:id="rId68"/>
    <p:sldId id="299" r:id="rId69"/>
    <p:sldId id="300" r:id="rId70"/>
    <p:sldId id="301" r:id="rId71"/>
    <p:sldId id="302" r:id="rId72"/>
    <p:sldId id="303" r:id="rId73"/>
    <p:sldId id="304" r:id="rId74"/>
    <p:sldId id="305" r:id="rId75"/>
    <p:sldId id="306" r:id="rId76"/>
    <p:sldId id="307" r:id="rId77"/>
    <p:sldId id="308" r:id="rId78"/>
    <p:sldId id="309" r:id="rId79"/>
    <p:sldId id="310" r:id="rId80"/>
    <p:sldId id="311" r:id="rId81"/>
    <p:sldId id="312" r:id="rId82"/>
    <p:sldId id="313" r:id="rId83"/>
    <p:sldId id="314" r:id="rId84"/>
    <p:sldId id="315" r:id="rId85"/>
    <p:sldId id="316" r:id="rId86"/>
    <p:sldId id="317" r:id="rId87"/>
    <p:sldId id="318" r:id="rId88"/>
    <p:sldId id="319" r:id="rId89"/>
    <p:sldId id="320" r:id="rId90"/>
    <p:sldId id="321" r:id="rId91"/>
    <p:sldId id="322" r:id="rId92"/>
    <p:sldId id="323" r:id="rId93"/>
    <p:sldId id="324" r:id="rId94"/>
    <p:sldId id="325" r:id="rId95"/>
    <p:sldId id="326" r:id="rId96"/>
    <p:sldId id="327" r:id="rId97"/>
    <p:sldId id="328" r:id="rId98"/>
    <p:sldId id="329" r:id="rId99"/>
    <p:sldId id="330" r:id="rId100"/>
    <p:sldId id="331" r:id="rId101"/>
    <p:sldId id="332" r:id="rId102"/>
    <p:sldId id="333" r:id="rId103"/>
    <p:sldId id="334" r:id="rId104"/>
    <p:sldId id="335" r:id="rId105"/>
    <p:sldId id="336" r:id="rId106"/>
    <p:sldId id="337" r:id="rId107"/>
    <p:sldId id="338" r:id="rId108"/>
    <p:sldId id="339" r:id="rId109"/>
    <p:sldId id="340" r:id="rId110"/>
    <p:sldId id="341" r:id="rId111"/>
    <p:sldId id="342" r:id="rId112"/>
    <p:sldId id="343" r:id="rId113"/>
    <p:sldId id="344" r:id="rId114"/>
    <p:sldId id="345" r:id="rId115"/>
    <p:sldId id="346" r:id="rId116"/>
    <p:sldId id="347" r:id="rId117"/>
    <p:sldId id="348" r:id="rId118"/>
    <p:sldId id="349" r:id="rId119"/>
  </p:sldIdLst>
  <p:sldSz cx="12192000" cy="6858000"/>
  <p:notesSz cx="6858000" cy="9144000"/>
  <p:embeddedFontLst>
    <p:embeddedFont>
      <p:font typeface="Calibri" panose="020F0502020204030204" pitchFamily="34" charset="0"/>
      <p:regular r:id="rId3"/>
      <p:bold r:id="rId4"/>
      <p:italic r:id="rId5"/>
      <p:boldItalic r:id="rId6"/>
    </p:embeddedFont>
    <p:embeddedFont>
      <p:font typeface="Corsiva" panose="020B0604020202020204" charset="0"/>
      <p:regular r:id="rId7"/>
      <p:bold r:id="rId8"/>
      <p:italic r:id="rId9"/>
      <p:boldItalic r:id="rId10"/>
    </p:embeddedFont>
    <p:embeddedFont>
      <p:font typeface="Roboto" panose="02000000000000000000" pitchFamily="2" charset="0"/>
      <p:regular r:id="rId11"/>
      <p:bold r:id="rId12"/>
      <p:italic r:id="rId13"/>
      <p:boldItalic r:id="rId14"/>
    </p:embeddedFont>
    <p:embeddedFont>
      <p:font typeface="Roboto Condensed" panose="020000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33" roundtripDataSignature="AMtx7mhX8iAqc25r3+O3XsHp1GR43/i1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060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0A163C-5BAC-46C4-B51C-B27C04650638}" v="51" dt="2023-07-16T09:25:13.7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753"/>
    <p:restoredTop sz="94692"/>
  </p:normalViewPr>
  <p:slideViewPr>
    <p:cSldViewPr snapToGrid="0">
      <p:cViewPr varScale="1">
        <p:scale>
          <a:sx n="78" d="100"/>
          <a:sy n="78" d="100"/>
        </p:scale>
        <p:origin x="52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font" Target="fonts/font8.fntdata"/><Relationship Id="rId100" Type="http://schemas.openxmlformats.org/officeDocument/2006/relationships/slide" Target="slides/slide75.xml"/><Relationship Id="rId101" Type="http://schemas.openxmlformats.org/officeDocument/2006/relationships/slide" Target="slides/slide76.xml"/><Relationship Id="rId102" Type="http://schemas.openxmlformats.org/officeDocument/2006/relationships/slide" Target="slides/slide77.xml"/><Relationship Id="rId103" Type="http://schemas.openxmlformats.org/officeDocument/2006/relationships/slide" Target="slides/slide78.xml"/><Relationship Id="rId104" Type="http://schemas.openxmlformats.org/officeDocument/2006/relationships/slide" Target="slides/slide79.xml"/><Relationship Id="rId105" Type="http://schemas.openxmlformats.org/officeDocument/2006/relationships/slide" Target="slides/slide80.xml"/><Relationship Id="rId106" Type="http://schemas.openxmlformats.org/officeDocument/2006/relationships/slide" Target="slides/slide81.xml"/><Relationship Id="rId107" Type="http://schemas.openxmlformats.org/officeDocument/2006/relationships/slide" Target="slides/slide82.xml"/><Relationship Id="rId108" Type="http://schemas.openxmlformats.org/officeDocument/2006/relationships/slide" Target="slides/slide83.xml"/><Relationship Id="rId109" Type="http://schemas.openxmlformats.org/officeDocument/2006/relationships/slide" Target="slides/slide84.xml"/><Relationship Id="rId11" Type="http://schemas.openxmlformats.org/officeDocument/2006/relationships/font" Target="fonts/font9.fntdata"/><Relationship Id="rId110" Type="http://schemas.openxmlformats.org/officeDocument/2006/relationships/slide" Target="slides/slide85.xml"/><Relationship Id="rId111" Type="http://schemas.openxmlformats.org/officeDocument/2006/relationships/slide" Target="slides/slide86.xml"/><Relationship Id="rId112" Type="http://schemas.openxmlformats.org/officeDocument/2006/relationships/slide" Target="slides/slide87.xml"/><Relationship Id="rId113" Type="http://schemas.openxmlformats.org/officeDocument/2006/relationships/slide" Target="slides/slide88.xml"/><Relationship Id="rId114" Type="http://schemas.openxmlformats.org/officeDocument/2006/relationships/slide" Target="slides/slide89.xml"/><Relationship Id="rId115" Type="http://schemas.openxmlformats.org/officeDocument/2006/relationships/slide" Target="slides/slide90.xml"/><Relationship Id="rId116" Type="http://schemas.openxmlformats.org/officeDocument/2006/relationships/slide" Target="slides/slide91.xml"/><Relationship Id="rId117" Type="http://schemas.openxmlformats.org/officeDocument/2006/relationships/slide" Target="slides/slide92.xml"/><Relationship Id="rId118" Type="http://schemas.openxmlformats.org/officeDocument/2006/relationships/slide" Target="slides/slide93.xml"/><Relationship Id="rId119" Type="http://schemas.openxmlformats.org/officeDocument/2006/relationships/slide" Target="slides/slide94.xml"/><Relationship Id="rId12" Type="http://schemas.openxmlformats.org/officeDocument/2006/relationships/font" Target="fonts/font10.fntdata"/><Relationship Id="rId13" Type="http://schemas.openxmlformats.org/officeDocument/2006/relationships/font" Target="fonts/font11.fntdata"/><Relationship Id="rId133" Type="http://customschemas.google.com/relationships/presentationmetadata" Target="metadata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Relationship Id="rId138" Type="http://schemas.microsoft.com/office/2016/11/relationships/changesInfo" Target="changesInfos/changesInfo1.xml"/><Relationship Id="rId139" Type="http://schemas.microsoft.com/office/2015/10/relationships/revisionInfo" Target="revisionInfo.xml"/><Relationship Id="rId14" Type="http://schemas.openxmlformats.org/officeDocument/2006/relationships/font" Target="fonts/font12.fntdata"/><Relationship Id="rId15" Type="http://schemas.openxmlformats.org/officeDocument/2006/relationships/font" Target="fonts/font13.fntdata"/><Relationship Id="rId16" Type="http://schemas.openxmlformats.org/officeDocument/2006/relationships/font" Target="fonts/font14.fntdata"/><Relationship Id="rId17" Type="http://schemas.openxmlformats.org/officeDocument/2006/relationships/font" Target="fonts/font15.fntdata"/><Relationship Id="rId18" Type="http://schemas.openxmlformats.org/officeDocument/2006/relationships/font" Target="fonts/font16.fntdata"/><Relationship Id="rId2" Type="http://schemas.openxmlformats.org/officeDocument/2006/relationships/notesMaster" Target="notesMasters/notesMaster1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" Type="http://schemas.openxmlformats.org/officeDocument/2006/relationships/font" Target="fonts/font1.fntdata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Relationship Id="rId36" Type="http://schemas.openxmlformats.org/officeDocument/2006/relationships/slide" Target="slides/slide11.xml"/><Relationship Id="rId37" Type="http://schemas.openxmlformats.org/officeDocument/2006/relationships/slide" Target="slides/slide12.xml"/><Relationship Id="rId38" Type="http://schemas.openxmlformats.org/officeDocument/2006/relationships/slide" Target="slides/slide13.xml"/><Relationship Id="rId39" Type="http://schemas.openxmlformats.org/officeDocument/2006/relationships/slide" Target="slides/slide14.xml"/><Relationship Id="rId4" Type="http://schemas.openxmlformats.org/officeDocument/2006/relationships/font" Target="fonts/font2.fntdata"/><Relationship Id="rId40" Type="http://schemas.openxmlformats.org/officeDocument/2006/relationships/slide" Target="slides/slide15.xml"/><Relationship Id="rId41" Type="http://schemas.openxmlformats.org/officeDocument/2006/relationships/slide" Target="slides/slide16.xml"/><Relationship Id="rId42" Type="http://schemas.openxmlformats.org/officeDocument/2006/relationships/slide" Target="slides/slide17.xml"/><Relationship Id="rId43" Type="http://schemas.openxmlformats.org/officeDocument/2006/relationships/slide" Target="slides/slide18.xml"/><Relationship Id="rId44" Type="http://schemas.openxmlformats.org/officeDocument/2006/relationships/slide" Target="slides/slide19.xml"/><Relationship Id="rId45" Type="http://schemas.openxmlformats.org/officeDocument/2006/relationships/slide" Target="slides/slide20.xml"/><Relationship Id="rId46" Type="http://schemas.openxmlformats.org/officeDocument/2006/relationships/slide" Target="slides/slide21.xml"/><Relationship Id="rId47" Type="http://schemas.openxmlformats.org/officeDocument/2006/relationships/slide" Target="slides/slide22.xml"/><Relationship Id="rId48" Type="http://schemas.openxmlformats.org/officeDocument/2006/relationships/slide" Target="slides/slide23.xml"/><Relationship Id="rId49" Type="http://schemas.openxmlformats.org/officeDocument/2006/relationships/slide" Target="slides/slide24.xml"/><Relationship Id="rId5" Type="http://schemas.openxmlformats.org/officeDocument/2006/relationships/font" Target="fonts/font3.fntdata"/><Relationship Id="rId50" Type="http://schemas.openxmlformats.org/officeDocument/2006/relationships/slide" Target="slides/slide25.xml"/><Relationship Id="rId51" Type="http://schemas.openxmlformats.org/officeDocument/2006/relationships/slide" Target="slides/slide26.xml"/><Relationship Id="rId52" Type="http://schemas.openxmlformats.org/officeDocument/2006/relationships/slide" Target="slides/slide27.xml"/><Relationship Id="rId53" Type="http://schemas.openxmlformats.org/officeDocument/2006/relationships/slide" Target="slides/slide28.xml"/><Relationship Id="rId54" Type="http://schemas.openxmlformats.org/officeDocument/2006/relationships/slide" Target="slides/slide29.xml"/><Relationship Id="rId55" Type="http://schemas.openxmlformats.org/officeDocument/2006/relationships/slide" Target="slides/slide30.xml"/><Relationship Id="rId56" Type="http://schemas.openxmlformats.org/officeDocument/2006/relationships/slide" Target="slides/slide31.xml"/><Relationship Id="rId57" Type="http://schemas.openxmlformats.org/officeDocument/2006/relationships/slide" Target="slides/slide32.xml"/><Relationship Id="rId58" Type="http://schemas.openxmlformats.org/officeDocument/2006/relationships/slide" Target="slides/slide33.xml"/><Relationship Id="rId59" Type="http://schemas.openxmlformats.org/officeDocument/2006/relationships/slide" Target="slides/slide34.xml"/><Relationship Id="rId6" Type="http://schemas.openxmlformats.org/officeDocument/2006/relationships/font" Target="fonts/font4.fntdata"/><Relationship Id="rId60" Type="http://schemas.openxmlformats.org/officeDocument/2006/relationships/slide" Target="slides/slide35.xml"/><Relationship Id="rId61" Type="http://schemas.openxmlformats.org/officeDocument/2006/relationships/slide" Target="slides/slide36.xml"/><Relationship Id="rId62" Type="http://schemas.openxmlformats.org/officeDocument/2006/relationships/slide" Target="slides/slide37.xml"/><Relationship Id="rId63" Type="http://schemas.openxmlformats.org/officeDocument/2006/relationships/slide" Target="slides/slide38.xml"/><Relationship Id="rId64" Type="http://schemas.openxmlformats.org/officeDocument/2006/relationships/slide" Target="slides/slide39.xml"/><Relationship Id="rId65" Type="http://schemas.openxmlformats.org/officeDocument/2006/relationships/slide" Target="slides/slide40.xml"/><Relationship Id="rId66" Type="http://schemas.openxmlformats.org/officeDocument/2006/relationships/slide" Target="slides/slide41.xml"/><Relationship Id="rId67" Type="http://schemas.openxmlformats.org/officeDocument/2006/relationships/slide" Target="slides/slide42.xml"/><Relationship Id="rId68" Type="http://schemas.openxmlformats.org/officeDocument/2006/relationships/slide" Target="slides/slide43.xml"/><Relationship Id="rId69" Type="http://schemas.openxmlformats.org/officeDocument/2006/relationships/slide" Target="slides/slide44.xml"/><Relationship Id="rId7" Type="http://schemas.openxmlformats.org/officeDocument/2006/relationships/font" Target="fonts/font5.fntdata"/><Relationship Id="rId70" Type="http://schemas.openxmlformats.org/officeDocument/2006/relationships/slide" Target="slides/slide45.xml"/><Relationship Id="rId71" Type="http://schemas.openxmlformats.org/officeDocument/2006/relationships/slide" Target="slides/slide46.xml"/><Relationship Id="rId72" Type="http://schemas.openxmlformats.org/officeDocument/2006/relationships/slide" Target="slides/slide47.xml"/><Relationship Id="rId73" Type="http://schemas.openxmlformats.org/officeDocument/2006/relationships/slide" Target="slides/slide48.xml"/><Relationship Id="rId74" Type="http://schemas.openxmlformats.org/officeDocument/2006/relationships/slide" Target="slides/slide49.xml"/><Relationship Id="rId75" Type="http://schemas.openxmlformats.org/officeDocument/2006/relationships/slide" Target="slides/slide50.xml"/><Relationship Id="rId76" Type="http://schemas.openxmlformats.org/officeDocument/2006/relationships/slide" Target="slides/slide51.xml"/><Relationship Id="rId77" Type="http://schemas.openxmlformats.org/officeDocument/2006/relationships/slide" Target="slides/slide52.xml"/><Relationship Id="rId78" Type="http://schemas.openxmlformats.org/officeDocument/2006/relationships/slide" Target="slides/slide53.xml"/><Relationship Id="rId79" Type="http://schemas.openxmlformats.org/officeDocument/2006/relationships/slide" Target="slides/slide54.xml"/><Relationship Id="rId8" Type="http://schemas.openxmlformats.org/officeDocument/2006/relationships/font" Target="fonts/font6.fntdata"/><Relationship Id="rId80" Type="http://schemas.openxmlformats.org/officeDocument/2006/relationships/slide" Target="slides/slide55.xml"/><Relationship Id="rId81" Type="http://schemas.openxmlformats.org/officeDocument/2006/relationships/slide" Target="slides/slide56.xml"/><Relationship Id="rId82" Type="http://schemas.openxmlformats.org/officeDocument/2006/relationships/slide" Target="slides/slide57.xml"/><Relationship Id="rId83" Type="http://schemas.openxmlformats.org/officeDocument/2006/relationships/slide" Target="slides/slide58.xml"/><Relationship Id="rId84" Type="http://schemas.openxmlformats.org/officeDocument/2006/relationships/slide" Target="slides/slide59.xml"/><Relationship Id="rId85" Type="http://schemas.openxmlformats.org/officeDocument/2006/relationships/slide" Target="slides/slide60.xml"/><Relationship Id="rId86" Type="http://schemas.openxmlformats.org/officeDocument/2006/relationships/slide" Target="slides/slide61.xml"/><Relationship Id="rId87" Type="http://schemas.openxmlformats.org/officeDocument/2006/relationships/slide" Target="slides/slide62.xml"/><Relationship Id="rId88" Type="http://schemas.openxmlformats.org/officeDocument/2006/relationships/slide" Target="slides/slide63.xml"/><Relationship Id="rId89" Type="http://schemas.openxmlformats.org/officeDocument/2006/relationships/slide" Target="slides/slide64.xml"/><Relationship Id="rId9" Type="http://schemas.openxmlformats.org/officeDocument/2006/relationships/font" Target="fonts/font7.fntdata"/><Relationship Id="rId90" Type="http://schemas.openxmlformats.org/officeDocument/2006/relationships/slide" Target="slides/slide65.xml"/><Relationship Id="rId91" Type="http://schemas.openxmlformats.org/officeDocument/2006/relationships/slide" Target="slides/slide66.xml"/><Relationship Id="rId92" Type="http://schemas.openxmlformats.org/officeDocument/2006/relationships/slide" Target="slides/slide67.xml"/><Relationship Id="rId93" Type="http://schemas.openxmlformats.org/officeDocument/2006/relationships/slide" Target="slides/slide68.xml"/><Relationship Id="rId94" Type="http://schemas.openxmlformats.org/officeDocument/2006/relationships/slide" Target="slides/slide69.xml"/><Relationship Id="rId95" Type="http://schemas.openxmlformats.org/officeDocument/2006/relationships/slide" Target="slides/slide70.xml"/><Relationship Id="rId96" Type="http://schemas.openxmlformats.org/officeDocument/2006/relationships/slide" Target="slides/slide71.xml"/><Relationship Id="rId97" Type="http://schemas.openxmlformats.org/officeDocument/2006/relationships/slide" Target="slides/slide72.xml"/><Relationship Id="rId98" Type="http://schemas.openxmlformats.org/officeDocument/2006/relationships/slide" Target="slides/slide73.xml"/><Relationship Id="rId99" Type="http://schemas.openxmlformats.org/officeDocument/2006/relationships/slide" Target="slides/slide7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anago, Kenwyn" userId="280bbbef-73a8-4da2-b05f-60f93405c8ba" providerId="ADAL" clId="{7A0A163C-5BAC-46C4-B51C-B27C04650638}"/>
    <pc:docChg chg="undo custSel addSld delSld modSld sldOrd modMainMaster">
      <pc:chgData name="Artanago, Kenwyn" userId="280bbbef-73a8-4da2-b05f-60f93405c8ba" providerId="ADAL" clId="{7A0A163C-5BAC-46C4-B51C-B27C04650638}" dt="2023-07-16T09:26:25.532" v="454" actId="729"/>
      <pc:docMkLst>
        <pc:docMk/>
      </pc:docMkLst>
      <pc:sldChg chg="addSp modSp mod">
        <pc:chgData name="Artanago, Kenwyn" userId="280bbbef-73a8-4da2-b05f-60f93405c8ba" providerId="ADAL" clId="{7A0A163C-5BAC-46C4-B51C-B27C04650638}" dt="2023-07-16T08:04:42.149" v="4" actId="27614"/>
        <pc:sldMkLst>
          <pc:docMk/>
          <pc:sldMk cId="0" sldId="258"/>
        </pc:sldMkLst>
        <pc:picChg chg="add mod">
          <ac:chgData name="Artanago, Kenwyn" userId="280bbbef-73a8-4da2-b05f-60f93405c8ba" providerId="ADAL" clId="{7A0A163C-5BAC-46C4-B51C-B27C04650638}" dt="2023-07-16T08:04:42.149" v="4" actId="27614"/>
          <ac:picMkLst>
            <pc:docMk/>
            <pc:sldMk cId="0" sldId="258"/>
            <ac:picMk id="5" creationId="{A9540718-E3AD-4C61-A94A-262FADD42A4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5.032" v="7" actId="962"/>
        <pc:sldMkLst>
          <pc:docMk/>
          <pc:sldMk cId="0" sldId="259"/>
        </pc:sldMkLst>
        <pc:picChg chg="add mod">
          <ac:chgData name="Artanago, Kenwyn" userId="280bbbef-73a8-4da2-b05f-60f93405c8ba" providerId="ADAL" clId="{7A0A163C-5BAC-46C4-B51C-B27C04650638}" dt="2023-07-16T08:04:45.032" v="7" actId="962"/>
          <ac:picMkLst>
            <pc:docMk/>
            <pc:sldMk cId="0" sldId="259"/>
            <ac:picMk id="5" creationId="{421BEB6B-2C09-4977-A9EB-711A5F47280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48.376" v="10" actId="962"/>
        <pc:sldMkLst>
          <pc:docMk/>
          <pc:sldMk cId="0" sldId="260"/>
        </pc:sldMkLst>
        <pc:picChg chg="add mod">
          <ac:chgData name="Artanago, Kenwyn" userId="280bbbef-73a8-4da2-b05f-60f93405c8ba" providerId="ADAL" clId="{7A0A163C-5BAC-46C4-B51C-B27C04650638}" dt="2023-07-16T08:04:48.376" v="10" actId="962"/>
          <ac:picMkLst>
            <pc:docMk/>
            <pc:sldMk cId="0" sldId="260"/>
            <ac:picMk id="5" creationId="{B83D3DC2-8B0B-4BB0-B71C-93E9C3016FD8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2.024" v="13" actId="962"/>
        <pc:sldMkLst>
          <pc:docMk/>
          <pc:sldMk cId="0" sldId="261"/>
        </pc:sldMkLst>
        <pc:picChg chg="add mod">
          <ac:chgData name="Artanago, Kenwyn" userId="280bbbef-73a8-4da2-b05f-60f93405c8ba" providerId="ADAL" clId="{7A0A163C-5BAC-46C4-B51C-B27C04650638}" dt="2023-07-16T08:04:52.024" v="13" actId="962"/>
          <ac:picMkLst>
            <pc:docMk/>
            <pc:sldMk cId="0" sldId="261"/>
            <ac:picMk id="6" creationId="{DE4233D7-8AA5-4DCB-B582-03E6C558FD3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4:56.273" v="15" actId="27614"/>
        <pc:sldMkLst>
          <pc:docMk/>
          <pc:sldMk cId="0" sldId="262"/>
        </pc:sldMkLst>
        <pc:picChg chg="add mod">
          <ac:chgData name="Artanago, Kenwyn" userId="280bbbef-73a8-4da2-b05f-60f93405c8ba" providerId="ADAL" clId="{7A0A163C-5BAC-46C4-B51C-B27C04650638}" dt="2023-07-16T08:04:56.273" v="15" actId="27614"/>
          <ac:picMkLst>
            <pc:docMk/>
            <pc:sldMk cId="0" sldId="262"/>
            <ac:picMk id="6" creationId="{88888088-E6FF-4595-BE2F-A597A04E1D3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0.250" v="18" actId="962"/>
        <pc:sldMkLst>
          <pc:docMk/>
          <pc:sldMk cId="0" sldId="263"/>
        </pc:sldMkLst>
        <pc:picChg chg="add mod">
          <ac:chgData name="Artanago, Kenwyn" userId="280bbbef-73a8-4da2-b05f-60f93405c8ba" providerId="ADAL" clId="{7A0A163C-5BAC-46C4-B51C-B27C04650638}" dt="2023-07-16T08:05:00.250" v="18" actId="962"/>
          <ac:picMkLst>
            <pc:docMk/>
            <pc:sldMk cId="0" sldId="263"/>
            <ac:picMk id="6" creationId="{F16C39DC-9BD2-4880-9D07-F8E942AE7C1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4.224" v="21" actId="962"/>
        <pc:sldMkLst>
          <pc:docMk/>
          <pc:sldMk cId="0" sldId="264"/>
        </pc:sldMkLst>
        <pc:picChg chg="add mod">
          <ac:chgData name="Artanago, Kenwyn" userId="280bbbef-73a8-4da2-b05f-60f93405c8ba" providerId="ADAL" clId="{7A0A163C-5BAC-46C4-B51C-B27C04650638}" dt="2023-07-16T08:05:04.224" v="21" actId="962"/>
          <ac:picMkLst>
            <pc:docMk/>
            <pc:sldMk cId="0" sldId="264"/>
            <ac:picMk id="6" creationId="{22C73110-7AF0-4838-8F44-3DFFD168113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08.019" v="24" actId="962"/>
        <pc:sldMkLst>
          <pc:docMk/>
          <pc:sldMk cId="0" sldId="265"/>
        </pc:sldMkLst>
        <pc:picChg chg="add mod">
          <ac:chgData name="Artanago, Kenwyn" userId="280bbbef-73a8-4da2-b05f-60f93405c8ba" providerId="ADAL" clId="{7A0A163C-5BAC-46C4-B51C-B27C04650638}" dt="2023-07-16T08:05:08.019" v="24" actId="962"/>
          <ac:picMkLst>
            <pc:docMk/>
            <pc:sldMk cId="0" sldId="265"/>
            <ac:picMk id="6" creationId="{D58DB986-C50F-4C0C-AFC4-E9029C1FA17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1.910" v="27" actId="962"/>
        <pc:sldMkLst>
          <pc:docMk/>
          <pc:sldMk cId="0" sldId="266"/>
        </pc:sldMkLst>
        <pc:picChg chg="add mod">
          <ac:chgData name="Artanago, Kenwyn" userId="280bbbef-73a8-4da2-b05f-60f93405c8ba" providerId="ADAL" clId="{7A0A163C-5BAC-46C4-B51C-B27C04650638}" dt="2023-07-16T08:05:11.910" v="27" actId="962"/>
          <ac:picMkLst>
            <pc:docMk/>
            <pc:sldMk cId="0" sldId="266"/>
            <ac:picMk id="6" creationId="{44422C44-C731-47E0-A8C8-22998B7197B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18.136" v="30" actId="962"/>
        <pc:sldMkLst>
          <pc:docMk/>
          <pc:sldMk cId="0" sldId="267"/>
        </pc:sldMkLst>
        <pc:picChg chg="add mod">
          <ac:chgData name="Artanago, Kenwyn" userId="280bbbef-73a8-4da2-b05f-60f93405c8ba" providerId="ADAL" clId="{7A0A163C-5BAC-46C4-B51C-B27C04650638}" dt="2023-07-16T08:05:18.136" v="30" actId="962"/>
          <ac:picMkLst>
            <pc:docMk/>
            <pc:sldMk cId="0" sldId="267"/>
            <ac:picMk id="6" creationId="{8EE7F937-AD36-496F-B201-5F668FEC83A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2.501" v="33" actId="962"/>
        <pc:sldMkLst>
          <pc:docMk/>
          <pc:sldMk cId="0" sldId="268"/>
        </pc:sldMkLst>
        <pc:picChg chg="add mod">
          <ac:chgData name="Artanago, Kenwyn" userId="280bbbef-73a8-4da2-b05f-60f93405c8ba" providerId="ADAL" clId="{7A0A163C-5BAC-46C4-B51C-B27C04650638}" dt="2023-07-16T08:05:22.501" v="33" actId="962"/>
          <ac:picMkLst>
            <pc:docMk/>
            <pc:sldMk cId="0" sldId="268"/>
            <ac:picMk id="6" creationId="{CA0E0886-6750-4025-999D-F0AB43AED55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27.207" v="36" actId="962"/>
        <pc:sldMkLst>
          <pc:docMk/>
          <pc:sldMk cId="0" sldId="269"/>
        </pc:sldMkLst>
        <pc:picChg chg="add mod">
          <ac:chgData name="Artanago, Kenwyn" userId="280bbbef-73a8-4da2-b05f-60f93405c8ba" providerId="ADAL" clId="{7A0A163C-5BAC-46C4-B51C-B27C04650638}" dt="2023-07-16T08:05:27.207" v="36" actId="962"/>
          <ac:picMkLst>
            <pc:docMk/>
            <pc:sldMk cId="0" sldId="269"/>
            <ac:picMk id="6" creationId="{C1ACC2CA-C52B-4FA7-8499-FD37CEC17D1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47.431" v="39" actId="962"/>
        <pc:sldMkLst>
          <pc:docMk/>
          <pc:sldMk cId="0" sldId="271"/>
        </pc:sldMkLst>
        <pc:picChg chg="add mod">
          <ac:chgData name="Artanago, Kenwyn" userId="280bbbef-73a8-4da2-b05f-60f93405c8ba" providerId="ADAL" clId="{7A0A163C-5BAC-46C4-B51C-B27C04650638}" dt="2023-07-16T08:05:47.431" v="39" actId="962"/>
          <ac:picMkLst>
            <pc:docMk/>
            <pc:sldMk cId="0" sldId="271"/>
            <ac:picMk id="5" creationId="{4E2D619B-3021-4431-81F5-A26B08F775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5:55.762" v="45" actId="962"/>
        <pc:sldMkLst>
          <pc:docMk/>
          <pc:sldMk cId="0" sldId="272"/>
        </pc:sldMkLst>
        <pc:picChg chg="add mod">
          <ac:chgData name="Artanago, Kenwyn" userId="280bbbef-73a8-4da2-b05f-60f93405c8ba" providerId="ADAL" clId="{7A0A163C-5BAC-46C4-B51C-B27C04650638}" dt="2023-07-16T08:05:52.539" v="42" actId="962"/>
          <ac:picMkLst>
            <pc:docMk/>
            <pc:sldMk cId="0" sldId="272"/>
            <ac:picMk id="6" creationId="{E5B8E278-73FA-4F16-B04B-D3B1692E9CEA}"/>
          </ac:picMkLst>
        </pc:picChg>
        <pc:picChg chg="add mod">
          <ac:chgData name="Artanago, Kenwyn" userId="280bbbef-73a8-4da2-b05f-60f93405c8ba" providerId="ADAL" clId="{7A0A163C-5BAC-46C4-B51C-B27C04650638}" dt="2023-07-16T08:05:55.762" v="45" actId="962"/>
          <ac:picMkLst>
            <pc:docMk/>
            <pc:sldMk cId="0" sldId="272"/>
            <ac:picMk id="8" creationId="{DB8F484A-028C-4FF1-8B8B-E4ECA9547DE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0.622" v="48" actId="962"/>
        <pc:sldMkLst>
          <pc:docMk/>
          <pc:sldMk cId="0" sldId="273"/>
        </pc:sldMkLst>
        <pc:picChg chg="add mod">
          <ac:chgData name="Artanago, Kenwyn" userId="280bbbef-73a8-4da2-b05f-60f93405c8ba" providerId="ADAL" clId="{7A0A163C-5BAC-46C4-B51C-B27C04650638}" dt="2023-07-16T08:06:00.622" v="48" actId="962"/>
          <ac:picMkLst>
            <pc:docMk/>
            <pc:sldMk cId="0" sldId="273"/>
            <ac:picMk id="6" creationId="{E9BDB2D3-EB97-4C09-8DF9-9EFF4855250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4.980" v="51" actId="962"/>
        <pc:sldMkLst>
          <pc:docMk/>
          <pc:sldMk cId="0" sldId="274"/>
        </pc:sldMkLst>
        <pc:picChg chg="add mod">
          <ac:chgData name="Artanago, Kenwyn" userId="280bbbef-73a8-4da2-b05f-60f93405c8ba" providerId="ADAL" clId="{7A0A163C-5BAC-46C4-B51C-B27C04650638}" dt="2023-07-16T08:06:04.980" v="51" actId="962"/>
          <ac:picMkLst>
            <pc:docMk/>
            <pc:sldMk cId="0" sldId="274"/>
            <ac:picMk id="6" creationId="{882D19AE-1DE2-431A-90D3-5854848F319E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09.325" v="54" actId="962"/>
        <pc:sldMkLst>
          <pc:docMk/>
          <pc:sldMk cId="0" sldId="275"/>
        </pc:sldMkLst>
        <pc:picChg chg="add mod">
          <ac:chgData name="Artanago, Kenwyn" userId="280bbbef-73a8-4da2-b05f-60f93405c8ba" providerId="ADAL" clId="{7A0A163C-5BAC-46C4-B51C-B27C04650638}" dt="2023-07-16T08:06:09.325" v="54" actId="962"/>
          <ac:picMkLst>
            <pc:docMk/>
            <pc:sldMk cId="0" sldId="275"/>
            <ac:picMk id="6" creationId="{7C075448-7C96-456D-BC1B-84CB1BC1846D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14.011" v="57" actId="962"/>
        <pc:sldMkLst>
          <pc:docMk/>
          <pc:sldMk cId="0" sldId="276"/>
        </pc:sldMkLst>
        <pc:picChg chg="add mod">
          <ac:chgData name="Artanago, Kenwyn" userId="280bbbef-73a8-4da2-b05f-60f93405c8ba" providerId="ADAL" clId="{7A0A163C-5BAC-46C4-B51C-B27C04650638}" dt="2023-07-16T08:06:14.011" v="57" actId="962"/>
          <ac:picMkLst>
            <pc:docMk/>
            <pc:sldMk cId="0" sldId="276"/>
            <ac:picMk id="6" creationId="{B512A7EE-E12B-4D78-AE06-1523029184CA}"/>
          </ac:picMkLst>
        </pc:picChg>
      </pc:sldChg>
      <pc:sldChg chg="modSp mod">
        <pc:chgData name="Artanago, Kenwyn" userId="280bbbef-73a8-4da2-b05f-60f93405c8ba" providerId="ADAL" clId="{7A0A163C-5BAC-46C4-B51C-B27C04650638}" dt="2023-07-16T08:07:52.208" v="85" actId="20577"/>
        <pc:sldMkLst>
          <pc:docMk/>
          <pc:sldMk cId="0" sldId="283"/>
        </pc:sldMkLst>
        <pc:spChg chg="mod">
          <ac:chgData name="Artanago, Kenwyn" userId="280bbbef-73a8-4da2-b05f-60f93405c8ba" providerId="ADAL" clId="{7A0A163C-5BAC-46C4-B51C-B27C04650638}" dt="2023-07-16T08:07:52.208" v="85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58.889" v="166"/>
        <pc:sldMkLst>
          <pc:docMk/>
          <pc:sldMk cId="0" sldId="284"/>
        </pc:sldMkLst>
        <pc:spChg chg="mod">
          <ac:chgData name="Artanago, Kenwyn" userId="280bbbef-73a8-4da2-b05f-60f93405c8ba" providerId="ADAL" clId="{7A0A163C-5BAC-46C4-B51C-B27C04650638}" dt="2023-07-16T08:15:58.889" v="166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47.861" v="163"/>
        <pc:sldMkLst>
          <pc:docMk/>
          <pc:sldMk cId="0" sldId="285"/>
        </pc:sldMkLst>
        <pc:spChg chg="mod">
          <ac:chgData name="Artanago, Kenwyn" userId="280bbbef-73a8-4da2-b05f-60f93405c8ba" providerId="ADAL" clId="{7A0A163C-5BAC-46C4-B51C-B27C04650638}" dt="2023-07-16T08:15:47.861" v="163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32.079" v="160"/>
        <pc:sldMkLst>
          <pc:docMk/>
          <pc:sldMk cId="0" sldId="286"/>
        </pc:sldMkLst>
        <pc:spChg chg="mod">
          <ac:chgData name="Artanago, Kenwyn" userId="280bbbef-73a8-4da2-b05f-60f93405c8ba" providerId="ADAL" clId="{7A0A163C-5BAC-46C4-B51C-B27C04650638}" dt="2023-07-16T08:15:32.079" v="160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15:11.407" v="157"/>
        <pc:sldMkLst>
          <pc:docMk/>
          <pc:sldMk cId="0" sldId="287"/>
        </pc:sldMkLst>
        <pc:spChg chg="mod">
          <ac:chgData name="Artanago, Kenwyn" userId="280bbbef-73a8-4da2-b05f-60f93405c8ba" providerId="ADAL" clId="{7A0A163C-5BAC-46C4-B51C-B27C04650638}" dt="2023-07-16T08:15:11.407" v="157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8:52.124" v="169" actId="962"/>
        <pc:sldMkLst>
          <pc:docMk/>
          <pc:sldMk cId="0" sldId="289"/>
        </pc:sldMkLst>
        <pc:picChg chg="add mod">
          <ac:chgData name="Artanago, Kenwyn" userId="280bbbef-73a8-4da2-b05f-60f93405c8ba" providerId="ADAL" clId="{7A0A163C-5BAC-46C4-B51C-B27C04650638}" dt="2023-07-16T08:18:52.124" v="169" actId="962"/>
          <ac:picMkLst>
            <pc:docMk/>
            <pc:sldMk cId="0" sldId="289"/>
            <ac:picMk id="6" creationId="{4E25DDDA-2232-4DB7-A0AC-5FFC558309C3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8:58.014" v="172" actId="962"/>
        <pc:sldMkLst>
          <pc:docMk/>
          <pc:sldMk cId="0" sldId="290"/>
        </pc:sldMkLst>
        <pc:picChg chg="add mod">
          <ac:chgData name="Artanago, Kenwyn" userId="280bbbef-73a8-4da2-b05f-60f93405c8ba" providerId="ADAL" clId="{7A0A163C-5BAC-46C4-B51C-B27C04650638}" dt="2023-07-16T08:18:58.014" v="172" actId="962"/>
          <ac:picMkLst>
            <pc:docMk/>
            <pc:sldMk cId="0" sldId="290"/>
            <ac:picMk id="6" creationId="{9D10FCAE-B7FD-4C9E-8B65-D3A6CA265DC6}"/>
          </ac:picMkLst>
        </pc:picChg>
      </pc:sldChg>
      <pc:sldChg chg="modSp mod">
        <pc:chgData name="Artanago, Kenwyn" userId="280bbbef-73a8-4da2-b05f-60f93405c8ba" providerId="ADAL" clId="{7A0A163C-5BAC-46C4-B51C-B27C04650638}" dt="2023-07-16T08:40:48.394" v="449" actId="207"/>
        <pc:sldMkLst>
          <pc:docMk/>
          <pc:sldMk cId="0" sldId="292"/>
        </pc:sldMkLst>
        <pc:spChg chg="mod">
          <ac:chgData name="Artanago, Kenwyn" userId="280bbbef-73a8-4da2-b05f-60f93405c8ba" providerId="ADAL" clId="{7A0A163C-5BAC-46C4-B51C-B27C04650638}" dt="2023-07-16T08:40:41.111" v="448" actId="207"/>
          <ac:spMkLst>
            <pc:docMk/>
            <pc:sldMk cId="0" sldId="292"/>
            <ac:spMk id="507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40:48.394" v="449" actId="207"/>
          <ac:spMkLst>
            <pc:docMk/>
            <pc:sldMk cId="0" sldId="292"/>
            <ac:spMk id="508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19:03.281" v="175" actId="962"/>
        <pc:sldMkLst>
          <pc:docMk/>
          <pc:sldMk cId="0" sldId="293"/>
        </pc:sldMkLst>
        <pc:picChg chg="add mod">
          <ac:chgData name="Artanago, Kenwyn" userId="280bbbef-73a8-4da2-b05f-60f93405c8ba" providerId="ADAL" clId="{7A0A163C-5BAC-46C4-B51C-B27C04650638}" dt="2023-07-16T08:19:03.281" v="175" actId="962"/>
          <ac:picMkLst>
            <pc:docMk/>
            <pc:sldMk cId="0" sldId="293"/>
            <ac:picMk id="6" creationId="{E241312C-DDFE-481D-9885-6EC66E06F4F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07.422" v="178" actId="962"/>
        <pc:sldMkLst>
          <pc:docMk/>
          <pc:sldMk cId="0" sldId="294"/>
        </pc:sldMkLst>
        <pc:picChg chg="add mod">
          <ac:chgData name="Artanago, Kenwyn" userId="280bbbef-73a8-4da2-b05f-60f93405c8ba" providerId="ADAL" clId="{7A0A163C-5BAC-46C4-B51C-B27C04650638}" dt="2023-07-16T08:19:07.422" v="178" actId="962"/>
          <ac:picMkLst>
            <pc:docMk/>
            <pc:sldMk cId="0" sldId="294"/>
            <ac:picMk id="6" creationId="{F32D0C2D-49F6-482B-8E6F-8DA7F3ECD5C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0.780" v="181" actId="962"/>
        <pc:sldMkLst>
          <pc:docMk/>
          <pc:sldMk cId="0" sldId="295"/>
        </pc:sldMkLst>
        <pc:picChg chg="add mod">
          <ac:chgData name="Artanago, Kenwyn" userId="280bbbef-73a8-4da2-b05f-60f93405c8ba" providerId="ADAL" clId="{7A0A163C-5BAC-46C4-B51C-B27C04650638}" dt="2023-07-16T08:19:10.780" v="181" actId="962"/>
          <ac:picMkLst>
            <pc:docMk/>
            <pc:sldMk cId="0" sldId="295"/>
            <ac:picMk id="6" creationId="{03F0AE7D-A7C6-42CF-BA0B-D42A9B93A72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4.244" v="183" actId="27614"/>
        <pc:sldMkLst>
          <pc:docMk/>
          <pc:sldMk cId="0" sldId="296"/>
        </pc:sldMkLst>
        <pc:picChg chg="add mod">
          <ac:chgData name="Artanago, Kenwyn" userId="280bbbef-73a8-4da2-b05f-60f93405c8ba" providerId="ADAL" clId="{7A0A163C-5BAC-46C4-B51C-B27C04650638}" dt="2023-07-16T08:19:14.244" v="183" actId="27614"/>
          <ac:picMkLst>
            <pc:docMk/>
            <pc:sldMk cId="0" sldId="296"/>
            <ac:picMk id="6" creationId="{89C8C424-80BA-4516-83F6-C1EFFF08FF2C}"/>
          </ac:picMkLst>
        </pc:picChg>
      </pc:sldChg>
      <pc:sldChg chg="modSp mod">
        <pc:chgData name="Artanago, Kenwyn" userId="280bbbef-73a8-4da2-b05f-60f93405c8ba" providerId="ADAL" clId="{7A0A163C-5BAC-46C4-B51C-B27C04650638}" dt="2023-07-16T08:21:46.750" v="231"/>
        <pc:sldMkLst>
          <pc:docMk/>
          <pc:sldMk cId="0" sldId="302"/>
        </pc:sldMkLst>
        <pc:spChg chg="mod">
          <ac:chgData name="Artanago, Kenwyn" userId="280bbbef-73a8-4da2-b05f-60f93405c8ba" providerId="ADAL" clId="{7A0A163C-5BAC-46C4-B51C-B27C04650638}" dt="2023-07-16T08:21:46.750" v="231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7A0A163C-5BAC-46C4-B51C-B27C04650638}" dt="2023-07-16T08:22:10.207" v="233" actId="729"/>
        <pc:sldMkLst>
          <pc:docMk/>
          <pc:sldMk cId="0" sldId="312"/>
        </pc:sldMkLst>
      </pc:sldChg>
      <pc:sldChg chg="mod modShow">
        <pc:chgData name="Artanago, Kenwyn" userId="280bbbef-73a8-4da2-b05f-60f93405c8ba" providerId="ADAL" clId="{7A0A163C-5BAC-46C4-B51C-B27C04650638}" dt="2023-07-16T08:22:04.872" v="232" actId="729"/>
        <pc:sldMkLst>
          <pc:docMk/>
          <pc:sldMk cId="0" sldId="313"/>
        </pc:sldMkLst>
      </pc:sldChg>
      <pc:sldChg chg="addSp modSp mod">
        <pc:chgData name="Artanago, Kenwyn" userId="280bbbef-73a8-4da2-b05f-60f93405c8ba" providerId="ADAL" clId="{7A0A163C-5BAC-46C4-B51C-B27C04650638}" dt="2023-07-16T08:23:30.364" v="239" actId="14100"/>
        <pc:sldMkLst>
          <pc:docMk/>
          <pc:sldMk cId="0" sldId="316"/>
        </pc:sldMkLst>
        <pc:picChg chg="add mod">
          <ac:chgData name="Artanago, Kenwyn" userId="280bbbef-73a8-4da2-b05f-60f93405c8ba" providerId="ADAL" clId="{7A0A163C-5BAC-46C4-B51C-B27C04650638}" dt="2023-07-16T08:23:30.364" v="239" actId="14100"/>
          <ac:picMkLst>
            <pc:docMk/>
            <pc:sldMk cId="0" sldId="316"/>
            <ac:picMk id="7" creationId="{D8138759-2139-4F5A-83F1-E6B63E6DDC4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3:50.117" v="244" actId="14100"/>
        <pc:sldMkLst>
          <pc:docMk/>
          <pc:sldMk cId="0" sldId="317"/>
        </pc:sldMkLst>
        <pc:picChg chg="add mod">
          <ac:chgData name="Artanago, Kenwyn" userId="280bbbef-73a8-4da2-b05f-60f93405c8ba" providerId="ADAL" clId="{7A0A163C-5BAC-46C4-B51C-B27C04650638}" dt="2023-07-16T08:23:50.117" v="244" actId="14100"/>
          <ac:picMkLst>
            <pc:docMk/>
            <pc:sldMk cId="0" sldId="317"/>
            <ac:picMk id="6" creationId="{B0DCE309-C93F-4058-B8A5-52508967DDF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06.729" v="249" actId="14100"/>
        <pc:sldMkLst>
          <pc:docMk/>
          <pc:sldMk cId="0" sldId="318"/>
        </pc:sldMkLst>
        <pc:picChg chg="add mod">
          <ac:chgData name="Artanago, Kenwyn" userId="280bbbef-73a8-4da2-b05f-60f93405c8ba" providerId="ADAL" clId="{7A0A163C-5BAC-46C4-B51C-B27C04650638}" dt="2023-07-16T08:24:06.729" v="249" actId="14100"/>
          <ac:picMkLst>
            <pc:docMk/>
            <pc:sldMk cId="0" sldId="318"/>
            <ac:picMk id="6" creationId="{95928CC0-8C15-4CBC-976B-F08CF93EFF2C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22.576" v="255" actId="14100"/>
        <pc:sldMkLst>
          <pc:docMk/>
          <pc:sldMk cId="0" sldId="319"/>
        </pc:sldMkLst>
        <pc:picChg chg="add mod">
          <ac:chgData name="Artanago, Kenwyn" userId="280bbbef-73a8-4da2-b05f-60f93405c8ba" providerId="ADAL" clId="{7A0A163C-5BAC-46C4-B51C-B27C04650638}" dt="2023-07-16T08:24:22.576" v="255" actId="14100"/>
          <ac:picMkLst>
            <pc:docMk/>
            <pc:sldMk cId="0" sldId="319"/>
            <ac:picMk id="6" creationId="{F257EE43-15B9-4B46-8BCA-88018739750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33.680" v="260" actId="14100"/>
        <pc:sldMkLst>
          <pc:docMk/>
          <pc:sldMk cId="0" sldId="320"/>
        </pc:sldMkLst>
        <pc:picChg chg="add mod">
          <ac:chgData name="Artanago, Kenwyn" userId="280bbbef-73a8-4da2-b05f-60f93405c8ba" providerId="ADAL" clId="{7A0A163C-5BAC-46C4-B51C-B27C04650638}" dt="2023-07-16T08:24:33.680" v="260" actId="14100"/>
          <ac:picMkLst>
            <pc:docMk/>
            <pc:sldMk cId="0" sldId="320"/>
            <ac:picMk id="6" creationId="{466A901E-5E78-4E55-9150-731838B4FB2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45.122" v="265" actId="14100"/>
        <pc:sldMkLst>
          <pc:docMk/>
          <pc:sldMk cId="0" sldId="321"/>
        </pc:sldMkLst>
        <pc:picChg chg="add mod">
          <ac:chgData name="Artanago, Kenwyn" userId="280bbbef-73a8-4da2-b05f-60f93405c8ba" providerId="ADAL" clId="{7A0A163C-5BAC-46C4-B51C-B27C04650638}" dt="2023-07-16T08:24:45.122" v="265" actId="14100"/>
          <ac:picMkLst>
            <pc:docMk/>
            <pc:sldMk cId="0" sldId="321"/>
            <ac:picMk id="6" creationId="{74557036-9EE8-469B-AACC-AFADA87A73A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4:57.079" v="270" actId="14100"/>
        <pc:sldMkLst>
          <pc:docMk/>
          <pc:sldMk cId="0" sldId="322"/>
        </pc:sldMkLst>
        <pc:picChg chg="add mod">
          <ac:chgData name="Artanago, Kenwyn" userId="280bbbef-73a8-4da2-b05f-60f93405c8ba" providerId="ADAL" clId="{7A0A163C-5BAC-46C4-B51C-B27C04650638}" dt="2023-07-16T08:24:57.079" v="270" actId="14100"/>
          <ac:picMkLst>
            <pc:docMk/>
            <pc:sldMk cId="0" sldId="322"/>
            <ac:picMk id="6" creationId="{49C5D0CD-DBB4-455B-976E-E1F4C5E868BF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07.706" v="275" actId="14100"/>
        <pc:sldMkLst>
          <pc:docMk/>
          <pc:sldMk cId="0" sldId="324"/>
        </pc:sldMkLst>
        <pc:picChg chg="add mod">
          <ac:chgData name="Artanago, Kenwyn" userId="280bbbef-73a8-4da2-b05f-60f93405c8ba" providerId="ADAL" clId="{7A0A163C-5BAC-46C4-B51C-B27C04650638}" dt="2023-07-16T08:25:07.706" v="275" actId="14100"/>
          <ac:picMkLst>
            <pc:docMk/>
            <pc:sldMk cId="0" sldId="324"/>
            <ac:picMk id="6" creationId="{90291670-DD28-46E0-BF36-5B38413271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18.633" v="280" actId="14100"/>
        <pc:sldMkLst>
          <pc:docMk/>
          <pc:sldMk cId="0" sldId="325"/>
        </pc:sldMkLst>
        <pc:picChg chg="add mod">
          <ac:chgData name="Artanago, Kenwyn" userId="280bbbef-73a8-4da2-b05f-60f93405c8ba" providerId="ADAL" clId="{7A0A163C-5BAC-46C4-B51C-B27C04650638}" dt="2023-07-16T08:25:18.633" v="280" actId="14100"/>
          <ac:picMkLst>
            <pc:docMk/>
            <pc:sldMk cId="0" sldId="325"/>
            <ac:picMk id="6" creationId="{74DE1E87-7237-4D82-92D3-8594240BC3E8}"/>
          </ac:picMkLst>
        </pc:picChg>
      </pc:sldChg>
      <pc:sldChg chg="mod modShow">
        <pc:chgData name="Artanago, Kenwyn" userId="280bbbef-73a8-4da2-b05f-60f93405c8ba" providerId="ADAL" clId="{7A0A163C-5BAC-46C4-B51C-B27C04650638}" dt="2023-07-16T09:26:25.532" v="454" actId="729"/>
        <pc:sldMkLst>
          <pc:docMk/>
          <pc:sldMk cId="0" sldId="339"/>
        </pc:sldMkLst>
      </pc:sldChg>
      <pc:sldChg chg="modSp mod">
        <pc:chgData name="Artanago, Kenwyn" userId="280bbbef-73a8-4da2-b05f-60f93405c8ba" providerId="ADAL" clId="{7A0A163C-5BAC-46C4-B51C-B27C04650638}" dt="2023-07-16T08:36:33.575" v="447" actId="20577"/>
        <pc:sldMkLst>
          <pc:docMk/>
          <pc:sldMk cId="0" sldId="340"/>
        </pc:sldMkLst>
        <pc:spChg chg="mod">
          <ac:chgData name="Artanago, Kenwyn" userId="280bbbef-73a8-4da2-b05f-60f93405c8ba" providerId="ADAL" clId="{7A0A163C-5BAC-46C4-B51C-B27C04650638}" dt="2023-07-16T08:36:30.419" v="445" actId="20577"/>
          <ac:spMkLst>
            <pc:docMk/>
            <pc:sldMk cId="0" sldId="340"/>
            <ac:spMk id="559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6:33.575" v="447" actId="20577"/>
          <ac:spMkLst>
            <pc:docMk/>
            <pc:sldMk cId="0" sldId="340"/>
            <ac:spMk id="560" creationId="{00000000-0000-0000-0000-000000000000}"/>
          </ac:spMkLst>
        </pc:spChg>
      </pc:sldChg>
      <pc:sldChg chg="modSp mod ord">
        <pc:chgData name="Artanago, Kenwyn" userId="280bbbef-73a8-4da2-b05f-60f93405c8ba" providerId="ADAL" clId="{7A0A163C-5BAC-46C4-B51C-B27C04650638}" dt="2023-07-16T08:34:10.874" v="437" actId="20577"/>
        <pc:sldMkLst>
          <pc:docMk/>
          <pc:sldMk cId="0" sldId="343"/>
        </pc:sldMkLst>
        <pc:spChg chg="mod">
          <ac:chgData name="Artanago, Kenwyn" userId="280bbbef-73a8-4da2-b05f-60f93405c8ba" providerId="ADAL" clId="{7A0A163C-5BAC-46C4-B51C-B27C04650638}" dt="2023-07-16T08:34:07.779" v="434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10.874" v="437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7A0A163C-5BAC-46C4-B51C-B27C04650638}" dt="2023-07-16T08:34:24.420" v="443" actId="20577"/>
        <pc:sldMkLst>
          <pc:docMk/>
          <pc:sldMk cId="0" sldId="344"/>
        </pc:sldMkLst>
        <pc:spChg chg="mod">
          <ac:chgData name="Artanago, Kenwyn" userId="280bbbef-73a8-4da2-b05f-60f93405c8ba" providerId="ADAL" clId="{7A0A163C-5BAC-46C4-B51C-B27C04650638}" dt="2023-07-16T08:34:21.667" v="440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7A0A163C-5BAC-46C4-B51C-B27C04650638}" dt="2023-07-16T08:34:24.420" v="443" actId="20577"/>
          <ac:spMkLst>
            <pc:docMk/>
            <pc:sldMk cId="0" sldId="344"/>
            <ac:spMk id="586" creationId="{00000000-0000-0000-0000-000000000000}"/>
          </ac:spMkLst>
        </pc:spChg>
      </pc:sldChg>
      <pc:sldChg chg="addSp modSp mod">
        <pc:chgData name="Artanago, Kenwyn" userId="280bbbef-73a8-4da2-b05f-60f93405c8ba" providerId="ADAL" clId="{7A0A163C-5BAC-46C4-B51C-B27C04650638}" dt="2023-07-16T08:06:17.982" v="60" actId="962"/>
        <pc:sldMkLst>
          <pc:docMk/>
          <pc:sldMk cId="2138632321" sldId="384"/>
        </pc:sldMkLst>
        <pc:picChg chg="add mod">
          <ac:chgData name="Artanago, Kenwyn" userId="280bbbef-73a8-4da2-b05f-60f93405c8ba" providerId="ADAL" clId="{7A0A163C-5BAC-46C4-B51C-B27C04650638}" dt="2023-07-16T08:06:17.982" v="60" actId="962"/>
          <ac:picMkLst>
            <pc:docMk/>
            <pc:sldMk cId="2138632321" sldId="384"/>
            <ac:picMk id="6" creationId="{34E557EA-A861-4829-84A4-DD7E1A993D8B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06:23.236" v="63" actId="962"/>
        <pc:sldMkLst>
          <pc:docMk/>
          <pc:sldMk cId="2287554166" sldId="385"/>
        </pc:sldMkLst>
        <pc:picChg chg="add mod">
          <ac:chgData name="Artanago, Kenwyn" userId="280bbbef-73a8-4da2-b05f-60f93405c8ba" providerId="ADAL" clId="{7A0A163C-5BAC-46C4-B51C-B27C04650638}" dt="2023-07-16T08:06:23.236" v="63" actId="962"/>
          <ac:picMkLst>
            <pc:docMk/>
            <pc:sldMk cId="2287554166" sldId="385"/>
            <ac:picMk id="6" creationId="{C0D5BFF0-77FA-4064-BC26-49FA0F6D37A6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29.553" v="285" actId="14100"/>
        <pc:sldMkLst>
          <pc:docMk/>
          <pc:sldMk cId="2915271513" sldId="386"/>
        </pc:sldMkLst>
        <pc:picChg chg="add mod">
          <ac:chgData name="Artanago, Kenwyn" userId="280bbbef-73a8-4da2-b05f-60f93405c8ba" providerId="ADAL" clId="{7A0A163C-5BAC-46C4-B51C-B27C04650638}" dt="2023-07-16T08:25:29.553" v="285" actId="14100"/>
          <ac:picMkLst>
            <pc:docMk/>
            <pc:sldMk cId="2915271513" sldId="386"/>
            <ac:picMk id="7" creationId="{CB332905-77A7-4B4D-B422-7DB777F0AFF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39.816" v="290" actId="14100"/>
        <pc:sldMkLst>
          <pc:docMk/>
          <pc:sldMk cId="3747739469" sldId="387"/>
        </pc:sldMkLst>
        <pc:picChg chg="add mod">
          <ac:chgData name="Artanago, Kenwyn" userId="280bbbef-73a8-4da2-b05f-60f93405c8ba" providerId="ADAL" clId="{7A0A163C-5BAC-46C4-B51C-B27C04650638}" dt="2023-07-16T08:25:39.816" v="290" actId="14100"/>
          <ac:picMkLst>
            <pc:docMk/>
            <pc:sldMk cId="3747739469" sldId="387"/>
            <ac:picMk id="7" creationId="{396889DC-CAF9-47B0-BAEE-1F33B013CED0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49.632" v="295" actId="14100"/>
        <pc:sldMkLst>
          <pc:docMk/>
          <pc:sldMk cId="2268274077" sldId="388"/>
        </pc:sldMkLst>
        <pc:picChg chg="add mod">
          <ac:chgData name="Artanago, Kenwyn" userId="280bbbef-73a8-4da2-b05f-60f93405c8ba" providerId="ADAL" clId="{7A0A163C-5BAC-46C4-B51C-B27C04650638}" dt="2023-07-16T08:25:49.632" v="295" actId="14100"/>
          <ac:picMkLst>
            <pc:docMk/>
            <pc:sldMk cId="2268274077" sldId="388"/>
            <ac:picMk id="7" creationId="{EB3AC9F6-47A9-4485-AB52-705F0D07F7F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5:58.353" v="300" actId="14100"/>
        <pc:sldMkLst>
          <pc:docMk/>
          <pc:sldMk cId="4123100765" sldId="389"/>
        </pc:sldMkLst>
        <pc:picChg chg="add mod">
          <ac:chgData name="Artanago, Kenwyn" userId="280bbbef-73a8-4da2-b05f-60f93405c8ba" providerId="ADAL" clId="{7A0A163C-5BAC-46C4-B51C-B27C04650638}" dt="2023-07-16T08:25:58.353" v="300" actId="14100"/>
          <ac:picMkLst>
            <pc:docMk/>
            <pc:sldMk cId="4123100765" sldId="389"/>
            <ac:picMk id="7" creationId="{AC8FB3DD-2794-47B0-A709-9E93A56807C4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07.382" v="305" actId="14100"/>
        <pc:sldMkLst>
          <pc:docMk/>
          <pc:sldMk cId="1167368597" sldId="390"/>
        </pc:sldMkLst>
        <pc:picChg chg="add mod">
          <ac:chgData name="Artanago, Kenwyn" userId="280bbbef-73a8-4da2-b05f-60f93405c8ba" providerId="ADAL" clId="{7A0A163C-5BAC-46C4-B51C-B27C04650638}" dt="2023-07-16T08:26:07.382" v="305" actId="14100"/>
          <ac:picMkLst>
            <pc:docMk/>
            <pc:sldMk cId="1167368597" sldId="390"/>
            <ac:picMk id="7" creationId="{C93FB76E-F8D4-495B-935E-FD89C00DF73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26:17.059" v="310" actId="14100"/>
        <pc:sldMkLst>
          <pc:docMk/>
          <pc:sldMk cId="2202194069" sldId="391"/>
        </pc:sldMkLst>
        <pc:picChg chg="add mod">
          <ac:chgData name="Artanago, Kenwyn" userId="280bbbef-73a8-4da2-b05f-60f93405c8ba" providerId="ADAL" clId="{7A0A163C-5BAC-46C4-B51C-B27C04650638}" dt="2023-07-16T08:26:17.059" v="310" actId="14100"/>
          <ac:picMkLst>
            <pc:docMk/>
            <pc:sldMk cId="2202194069" sldId="391"/>
            <ac:picMk id="8" creationId="{6A663E29-2AB9-4BC5-AD60-D8E0C0932DFE}"/>
          </ac:picMkLst>
        </pc:picChg>
      </pc:sldChg>
      <pc:sldChg chg="del">
        <pc:chgData name="Artanago, Kenwyn" userId="280bbbef-73a8-4da2-b05f-60f93405c8ba" providerId="ADAL" clId="{7A0A163C-5BAC-46C4-B51C-B27C04650638}" dt="2023-07-16T08:26:46.628" v="311" actId="2696"/>
        <pc:sldMkLst>
          <pc:docMk/>
          <pc:sldMk cId="2588376745" sldId="392"/>
        </pc:sldMkLst>
      </pc:sldChg>
      <pc:sldChg chg="mod modShow">
        <pc:chgData name="Artanago, Kenwyn" userId="280bbbef-73a8-4da2-b05f-60f93405c8ba" providerId="ADAL" clId="{7A0A163C-5BAC-46C4-B51C-B27C04650638}" dt="2023-07-16T08:28:59.896" v="312" actId="729"/>
        <pc:sldMkLst>
          <pc:docMk/>
          <pc:sldMk cId="1201868625" sldId="393"/>
        </pc:sldMkLst>
      </pc:sldChg>
      <pc:sldChg chg="addSp modSp mod">
        <pc:chgData name="Artanago, Kenwyn" userId="280bbbef-73a8-4da2-b05f-60f93405c8ba" providerId="ADAL" clId="{7A0A163C-5BAC-46C4-B51C-B27C04650638}" dt="2023-07-16T08:06:27.262" v="66" actId="962"/>
        <pc:sldMkLst>
          <pc:docMk/>
          <pc:sldMk cId="3947617216" sldId="394"/>
        </pc:sldMkLst>
        <pc:picChg chg="add mod">
          <ac:chgData name="Artanago, Kenwyn" userId="280bbbef-73a8-4da2-b05f-60f93405c8ba" providerId="ADAL" clId="{7A0A163C-5BAC-46C4-B51C-B27C04650638}" dt="2023-07-16T08:06:27.262" v="66" actId="962"/>
          <ac:picMkLst>
            <pc:docMk/>
            <pc:sldMk cId="3947617216" sldId="394"/>
            <ac:picMk id="7" creationId="{08D7E78E-225A-443D-A782-C3E7B97910D2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17.777" v="185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7A0A163C-5BAC-46C4-B51C-B27C04650638}" dt="2023-07-16T08:19:17.777" v="185" actId="27614"/>
          <ac:picMkLst>
            <pc:docMk/>
            <pc:sldMk cId="1042451822" sldId="395"/>
            <ac:picMk id="7" creationId="{35034E99-F463-4EC3-B9C6-0DDD2A421751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1.300" v="188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7A0A163C-5BAC-46C4-B51C-B27C04650638}" dt="2023-07-16T08:19:21.300" v="188" actId="962"/>
          <ac:picMkLst>
            <pc:docMk/>
            <pc:sldMk cId="3510275573" sldId="396"/>
            <ac:picMk id="7" creationId="{251766A7-D1C2-447E-9AC2-D46B544BB8A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27.791" v="191" actId="962"/>
        <pc:sldMkLst>
          <pc:docMk/>
          <pc:sldMk cId="2070663167" sldId="397"/>
        </pc:sldMkLst>
        <pc:picChg chg="add mod">
          <ac:chgData name="Artanago, Kenwyn" userId="280bbbef-73a8-4da2-b05f-60f93405c8ba" providerId="ADAL" clId="{7A0A163C-5BAC-46C4-B51C-B27C04650638}" dt="2023-07-16T08:19:27.791" v="191" actId="962"/>
          <ac:picMkLst>
            <pc:docMk/>
            <pc:sldMk cId="2070663167" sldId="397"/>
            <ac:picMk id="7" creationId="{F375D645-2C2F-4A77-9EF6-0CBACA964117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1.402" v="194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7A0A163C-5BAC-46C4-B51C-B27C04650638}" dt="2023-07-16T08:19:31.402" v="194" actId="962"/>
          <ac:picMkLst>
            <pc:docMk/>
            <pc:sldMk cId="3313265396" sldId="398"/>
            <ac:picMk id="7" creationId="{E1BD2D39-68AC-474C-8763-C86292A78E89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35.770" v="196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7A0A163C-5BAC-46C4-B51C-B27C04650638}" dt="2023-07-16T08:19:35.770" v="196" actId="27614"/>
          <ac:picMkLst>
            <pc:docMk/>
            <pc:sldMk cId="959628280" sldId="399"/>
            <ac:picMk id="7" creationId="{AB3A5FC8-59F5-42B4-9737-D8F15ACA0B7A}"/>
          </ac:picMkLst>
        </pc:picChg>
      </pc:sldChg>
      <pc:sldChg chg="addSp modSp mod">
        <pc:chgData name="Artanago, Kenwyn" userId="280bbbef-73a8-4da2-b05f-60f93405c8ba" providerId="ADAL" clId="{7A0A163C-5BAC-46C4-B51C-B27C04650638}" dt="2023-07-16T08:19:40.174" v="199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7A0A163C-5BAC-46C4-B51C-B27C04650638}" dt="2023-07-16T08:19:40.174" v="199" actId="962"/>
          <ac:picMkLst>
            <pc:docMk/>
            <pc:sldMk cId="3606197727" sldId="400"/>
            <ac:picMk id="7" creationId="{0357CDF9-37AA-4D47-B2D0-3970FA24EB5C}"/>
          </ac:picMkLst>
        </pc:picChg>
      </pc:sldChg>
      <pc:sldChg chg="modSp add mod">
        <pc:chgData name="Artanago, Kenwyn" userId="280bbbef-73a8-4da2-b05f-60f93405c8ba" providerId="ADAL" clId="{7A0A163C-5BAC-46C4-B51C-B27C04650638}" dt="2023-07-16T08:14:58.878" v="154"/>
        <pc:sldMkLst>
          <pc:docMk/>
          <pc:sldMk cId="3598211448" sldId="403"/>
        </pc:sldMkLst>
        <pc:spChg chg="mod">
          <ac:chgData name="Artanago, Kenwyn" userId="280bbbef-73a8-4da2-b05f-60f93405c8ba" providerId="ADAL" clId="{7A0A163C-5BAC-46C4-B51C-B27C04650638}" dt="2023-07-16T08:14:58.878" v="154"/>
          <ac:spMkLst>
            <pc:docMk/>
            <pc:sldMk cId="3598211448" sldId="403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41.601" v="151"/>
        <pc:sldMkLst>
          <pc:docMk/>
          <pc:sldMk cId="1770506626" sldId="404"/>
        </pc:sldMkLst>
        <pc:spChg chg="mod">
          <ac:chgData name="Artanago, Kenwyn" userId="280bbbef-73a8-4da2-b05f-60f93405c8ba" providerId="ADAL" clId="{7A0A163C-5BAC-46C4-B51C-B27C04650638}" dt="2023-07-16T08:14:41.601" v="151"/>
          <ac:spMkLst>
            <pc:docMk/>
            <pc:sldMk cId="1770506626" sldId="404"/>
            <ac:spMk id="289" creationId="{00000000-0000-0000-0000-000000000000}"/>
          </ac:spMkLst>
        </pc:spChg>
      </pc:sldChg>
      <pc:sldChg chg="modSp add mod">
        <pc:chgData name="Artanago, Kenwyn" userId="280bbbef-73a8-4da2-b05f-60f93405c8ba" providerId="ADAL" clId="{7A0A163C-5BAC-46C4-B51C-B27C04650638}" dt="2023-07-16T08:14:28.294" v="148"/>
        <pc:sldMkLst>
          <pc:docMk/>
          <pc:sldMk cId="3660272692" sldId="405"/>
        </pc:sldMkLst>
        <pc:spChg chg="mod">
          <ac:chgData name="Artanago, Kenwyn" userId="280bbbef-73a8-4da2-b05f-60f93405c8ba" providerId="ADAL" clId="{7A0A163C-5BAC-46C4-B51C-B27C04650638}" dt="2023-07-16T08:14:28.294" v="148"/>
          <ac:spMkLst>
            <pc:docMk/>
            <pc:sldMk cId="3660272692" sldId="405"/>
            <ac:spMk id="289" creationId="{00000000-0000-0000-0000-000000000000}"/>
          </ac:spMkLst>
        </pc:spChg>
      </pc:sldChg>
      <pc:sldChg chg="addSp modSp add mod">
        <pc:chgData name="Artanago, Kenwyn" userId="280bbbef-73a8-4da2-b05f-60f93405c8ba" providerId="ADAL" clId="{7A0A163C-5BAC-46C4-B51C-B27C04650638}" dt="2023-07-16T09:25:15.690" v="453" actId="962"/>
        <pc:sldMkLst>
          <pc:docMk/>
          <pc:sldMk cId="279105068" sldId="406"/>
        </pc:sldMkLst>
        <pc:picChg chg="add mod">
          <ac:chgData name="Artanago, Kenwyn" userId="280bbbef-73a8-4da2-b05f-60f93405c8ba" providerId="ADAL" clId="{7A0A163C-5BAC-46C4-B51C-B27C04650638}" dt="2023-07-16T09:25:15.690" v="453" actId="962"/>
          <ac:picMkLst>
            <pc:docMk/>
            <pc:sldMk cId="279105068" sldId="406"/>
            <ac:picMk id="6" creationId="{AD0CF7D0-67BD-48BB-8F78-98EC0E8C16EA}"/>
          </ac:picMkLst>
        </pc:picChg>
      </pc:sldChg>
      <pc:sldMasterChg chg="modSldLayout">
        <pc:chgData name="Artanago, Kenwyn" userId="280bbbef-73a8-4da2-b05f-60f93405c8ba" providerId="ADAL" clId="{7A0A163C-5BAC-46C4-B51C-B27C04650638}" dt="2023-07-16T08:04:29.165" v="2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7A0A163C-5BAC-46C4-B51C-B27C04650638}" dt="2023-07-16T08:04:29.165" v="2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7A0A163C-5BAC-46C4-B51C-B27C04650638}" dt="2023-07-16T08:04:29.165" v="2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  <pc:docChgLst>
    <pc:chgData name="Artanago, Kenwyn" userId="280bbbef-73a8-4da2-b05f-60f93405c8ba" providerId="ADAL" clId="{90396D97-E750-4C3D-8AE3-AA8D8721BFDF}"/>
    <pc:docChg chg="undo custSel addSld delSld modSld sldOrd modMainMaster">
      <pc:chgData name="Artanago, Kenwyn" userId="280bbbef-73a8-4da2-b05f-60f93405c8ba" providerId="ADAL" clId="{90396D97-E750-4C3D-8AE3-AA8D8721BFDF}" dt="2023-07-09T10:29:22.197" v="282" actId="729"/>
      <pc:docMkLst>
        <pc:docMk/>
      </pc:docMkLst>
      <pc:sldChg chg="addSp modSp mod">
        <pc:chgData name="Artanago, Kenwyn" userId="280bbbef-73a8-4da2-b05f-60f93405c8ba" providerId="ADAL" clId="{90396D97-E750-4C3D-8AE3-AA8D8721BFDF}" dt="2023-07-09T10:13:14.443" v="3" actId="27614"/>
        <pc:sldMkLst>
          <pc:docMk/>
          <pc:sldMk cId="0" sldId="258"/>
        </pc:sldMkLst>
        <pc:picChg chg="add mod">
          <ac:chgData name="Artanago, Kenwyn" userId="280bbbef-73a8-4da2-b05f-60f93405c8ba" providerId="ADAL" clId="{90396D97-E750-4C3D-8AE3-AA8D8721BFDF}" dt="2023-07-09T10:13:14.443" v="3" actId="27614"/>
          <ac:picMkLst>
            <pc:docMk/>
            <pc:sldMk cId="0" sldId="258"/>
            <ac:picMk id="4" creationId="{6420ADC6-94FF-4019-947D-07A4321E9B6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16.835" v="6" actId="962"/>
        <pc:sldMkLst>
          <pc:docMk/>
          <pc:sldMk cId="0" sldId="259"/>
        </pc:sldMkLst>
        <pc:picChg chg="add mod">
          <ac:chgData name="Artanago, Kenwyn" userId="280bbbef-73a8-4da2-b05f-60f93405c8ba" providerId="ADAL" clId="{90396D97-E750-4C3D-8AE3-AA8D8721BFDF}" dt="2023-07-09T10:13:16.835" v="6" actId="962"/>
          <ac:picMkLst>
            <pc:docMk/>
            <pc:sldMk cId="0" sldId="259"/>
            <ac:picMk id="3" creationId="{97AAE4DE-6497-4230-A8B2-FED6DE5CB9A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0.809" v="9" actId="962"/>
        <pc:sldMkLst>
          <pc:docMk/>
          <pc:sldMk cId="0" sldId="260"/>
        </pc:sldMkLst>
        <pc:picChg chg="add mod">
          <ac:chgData name="Artanago, Kenwyn" userId="280bbbef-73a8-4da2-b05f-60f93405c8ba" providerId="ADAL" clId="{90396D97-E750-4C3D-8AE3-AA8D8721BFDF}" dt="2023-07-09T10:13:20.809" v="9" actId="962"/>
          <ac:picMkLst>
            <pc:docMk/>
            <pc:sldMk cId="0" sldId="260"/>
            <ac:picMk id="4" creationId="{9725AFFB-58D6-4129-9964-EFCF562866F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3.811" v="12" actId="962"/>
        <pc:sldMkLst>
          <pc:docMk/>
          <pc:sldMk cId="0" sldId="261"/>
        </pc:sldMkLst>
        <pc:picChg chg="add mod">
          <ac:chgData name="Artanago, Kenwyn" userId="280bbbef-73a8-4da2-b05f-60f93405c8ba" providerId="ADAL" clId="{90396D97-E750-4C3D-8AE3-AA8D8721BFDF}" dt="2023-07-09T10:13:23.811" v="12" actId="962"/>
          <ac:picMkLst>
            <pc:docMk/>
            <pc:sldMk cId="0" sldId="261"/>
            <ac:picMk id="5" creationId="{C37B4DBE-F88B-4602-9B19-36B32BFDE49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28.505" v="14" actId="27614"/>
        <pc:sldMkLst>
          <pc:docMk/>
          <pc:sldMk cId="0" sldId="262"/>
        </pc:sldMkLst>
        <pc:picChg chg="add mod">
          <ac:chgData name="Artanago, Kenwyn" userId="280bbbef-73a8-4da2-b05f-60f93405c8ba" providerId="ADAL" clId="{90396D97-E750-4C3D-8AE3-AA8D8721BFDF}" dt="2023-07-09T10:13:28.505" v="14" actId="27614"/>
          <ac:picMkLst>
            <pc:docMk/>
            <pc:sldMk cId="0" sldId="262"/>
            <ac:picMk id="5" creationId="{5BC1CCEE-4BAB-4D26-A4B3-6D3C2B1A5042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1.771" v="17" actId="962"/>
        <pc:sldMkLst>
          <pc:docMk/>
          <pc:sldMk cId="0" sldId="263"/>
        </pc:sldMkLst>
        <pc:picChg chg="add mod">
          <ac:chgData name="Artanago, Kenwyn" userId="280bbbef-73a8-4da2-b05f-60f93405c8ba" providerId="ADAL" clId="{90396D97-E750-4C3D-8AE3-AA8D8721BFDF}" dt="2023-07-09T10:13:31.771" v="17" actId="962"/>
          <ac:picMkLst>
            <pc:docMk/>
            <pc:sldMk cId="0" sldId="263"/>
            <ac:picMk id="5" creationId="{76649406-33C6-4314-BE29-4FE44E13C78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5.693" v="20" actId="962"/>
        <pc:sldMkLst>
          <pc:docMk/>
          <pc:sldMk cId="0" sldId="264"/>
        </pc:sldMkLst>
        <pc:picChg chg="add mod">
          <ac:chgData name="Artanago, Kenwyn" userId="280bbbef-73a8-4da2-b05f-60f93405c8ba" providerId="ADAL" clId="{90396D97-E750-4C3D-8AE3-AA8D8721BFDF}" dt="2023-07-09T10:13:35.693" v="20" actId="962"/>
          <ac:picMkLst>
            <pc:docMk/>
            <pc:sldMk cId="0" sldId="264"/>
            <ac:picMk id="5" creationId="{755D0104-D1B1-4F41-AC59-BB45A6C9108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38.988" v="23" actId="962"/>
        <pc:sldMkLst>
          <pc:docMk/>
          <pc:sldMk cId="0" sldId="265"/>
        </pc:sldMkLst>
        <pc:picChg chg="add mod">
          <ac:chgData name="Artanago, Kenwyn" userId="280bbbef-73a8-4da2-b05f-60f93405c8ba" providerId="ADAL" clId="{90396D97-E750-4C3D-8AE3-AA8D8721BFDF}" dt="2023-07-09T10:13:38.988" v="23" actId="962"/>
          <ac:picMkLst>
            <pc:docMk/>
            <pc:sldMk cId="0" sldId="265"/>
            <ac:picMk id="5" creationId="{A0CD3CF6-2614-4EC7-BF8B-1110E7768DE8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3:44.931" v="26" actId="962"/>
        <pc:sldMkLst>
          <pc:docMk/>
          <pc:sldMk cId="0" sldId="266"/>
        </pc:sldMkLst>
        <pc:picChg chg="add mod">
          <ac:chgData name="Artanago, Kenwyn" userId="280bbbef-73a8-4da2-b05f-60f93405c8ba" providerId="ADAL" clId="{90396D97-E750-4C3D-8AE3-AA8D8721BFDF}" dt="2023-07-09T10:13:44.931" v="26" actId="962"/>
          <ac:picMkLst>
            <pc:docMk/>
            <pc:sldMk cId="0" sldId="266"/>
            <ac:picMk id="5" creationId="{B7F077E7-A411-49EE-B253-EEC4966A859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18.315" v="29" actId="962"/>
        <pc:sldMkLst>
          <pc:docMk/>
          <pc:sldMk cId="0" sldId="267"/>
        </pc:sldMkLst>
        <pc:picChg chg="add mod">
          <ac:chgData name="Artanago, Kenwyn" userId="280bbbef-73a8-4da2-b05f-60f93405c8ba" providerId="ADAL" clId="{90396D97-E750-4C3D-8AE3-AA8D8721BFDF}" dt="2023-07-09T10:14:18.315" v="29" actId="962"/>
          <ac:picMkLst>
            <pc:docMk/>
            <pc:sldMk cId="0" sldId="267"/>
            <ac:picMk id="5" creationId="{4B338D43-8F94-46B4-A368-86D7E7128BC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29.432" v="31" actId="27614"/>
        <pc:sldMkLst>
          <pc:docMk/>
          <pc:sldMk cId="0" sldId="268"/>
        </pc:sldMkLst>
        <pc:picChg chg="add mod">
          <ac:chgData name="Artanago, Kenwyn" userId="280bbbef-73a8-4da2-b05f-60f93405c8ba" providerId="ADAL" clId="{90396D97-E750-4C3D-8AE3-AA8D8721BFDF}" dt="2023-07-09T10:14:29.432" v="31" actId="27614"/>
          <ac:picMkLst>
            <pc:docMk/>
            <pc:sldMk cId="0" sldId="268"/>
            <ac:picMk id="5" creationId="{58D45BAF-81EE-4CC4-8FBD-A35EA67E547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4:32.263" v="34" actId="962"/>
        <pc:sldMkLst>
          <pc:docMk/>
          <pc:sldMk cId="0" sldId="269"/>
        </pc:sldMkLst>
        <pc:picChg chg="add mod">
          <ac:chgData name="Artanago, Kenwyn" userId="280bbbef-73a8-4da2-b05f-60f93405c8ba" providerId="ADAL" clId="{90396D97-E750-4C3D-8AE3-AA8D8721BFDF}" dt="2023-07-09T10:14:32.263" v="34" actId="962"/>
          <ac:picMkLst>
            <pc:docMk/>
            <pc:sldMk cId="0" sldId="269"/>
            <ac:picMk id="5" creationId="{CB117C9D-89C9-4BF5-B11F-10E323858EF5}"/>
          </ac:picMkLst>
        </pc:picChg>
      </pc:sldChg>
      <pc:sldChg chg="addSp delSp modSp mod">
        <pc:chgData name="Artanago, Kenwyn" userId="280bbbef-73a8-4da2-b05f-60f93405c8ba" providerId="ADAL" clId="{90396D97-E750-4C3D-8AE3-AA8D8721BFDF}" dt="2023-07-09T10:16:40.551" v="43" actId="14100"/>
        <pc:sldMkLst>
          <pc:docMk/>
          <pc:sldMk cId="0" sldId="271"/>
        </pc:sldMkLst>
        <pc:picChg chg="add del mod">
          <ac:chgData name="Artanago, Kenwyn" userId="280bbbef-73a8-4da2-b05f-60f93405c8ba" providerId="ADAL" clId="{90396D97-E750-4C3D-8AE3-AA8D8721BFDF}" dt="2023-07-09T10:16:14.440" v="38" actId="478"/>
          <ac:picMkLst>
            <pc:docMk/>
            <pc:sldMk cId="0" sldId="271"/>
            <ac:picMk id="5" creationId="{CAF7135B-4FF7-41BE-AC3C-6AC49CFD0CBC}"/>
          </ac:picMkLst>
        </pc:picChg>
        <pc:picChg chg="add mod">
          <ac:chgData name="Artanago, Kenwyn" userId="280bbbef-73a8-4da2-b05f-60f93405c8ba" providerId="ADAL" clId="{90396D97-E750-4C3D-8AE3-AA8D8721BFDF}" dt="2023-07-09T10:16:40.551" v="43" actId="14100"/>
          <ac:picMkLst>
            <pc:docMk/>
            <pc:sldMk cId="0" sldId="271"/>
            <ac:picMk id="7" creationId="{7F178205-9F17-42E1-95F4-32372446BFE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6:52.298" v="48" actId="14100"/>
        <pc:sldMkLst>
          <pc:docMk/>
          <pc:sldMk cId="0" sldId="272"/>
        </pc:sldMkLst>
        <pc:picChg chg="add mod">
          <ac:chgData name="Artanago, Kenwyn" userId="280bbbef-73a8-4da2-b05f-60f93405c8ba" providerId="ADAL" clId="{90396D97-E750-4C3D-8AE3-AA8D8721BFDF}" dt="2023-07-09T10:16:52.298" v="48" actId="14100"/>
          <ac:picMkLst>
            <pc:docMk/>
            <pc:sldMk cId="0" sldId="272"/>
            <ac:picMk id="5" creationId="{2BDAEA6B-FF91-42B9-AF28-0A14117EE6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02.553" v="53" actId="14100"/>
        <pc:sldMkLst>
          <pc:docMk/>
          <pc:sldMk cId="0" sldId="273"/>
        </pc:sldMkLst>
        <pc:picChg chg="add mod">
          <ac:chgData name="Artanago, Kenwyn" userId="280bbbef-73a8-4da2-b05f-60f93405c8ba" providerId="ADAL" clId="{90396D97-E750-4C3D-8AE3-AA8D8721BFDF}" dt="2023-07-09T10:17:02.553" v="53" actId="14100"/>
          <ac:picMkLst>
            <pc:docMk/>
            <pc:sldMk cId="0" sldId="273"/>
            <ac:picMk id="5" creationId="{9824AB3D-FC32-48E0-A0C1-FB36A70BC17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13.613" v="58" actId="14100"/>
        <pc:sldMkLst>
          <pc:docMk/>
          <pc:sldMk cId="0" sldId="274"/>
        </pc:sldMkLst>
        <pc:picChg chg="add mod">
          <ac:chgData name="Artanago, Kenwyn" userId="280bbbef-73a8-4da2-b05f-60f93405c8ba" providerId="ADAL" clId="{90396D97-E750-4C3D-8AE3-AA8D8721BFDF}" dt="2023-07-09T10:17:13.613" v="58" actId="14100"/>
          <ac:picMkLst>
            <pc:docMk/>
            <pc:sldMk cId="0" sldId="274"/>
            <ac:picMk id="5" creationId="{8422990C-58C3-4BC6-9787-ED46D4733B2E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26.170" v="63" actId="14100"/>
        <pc:sldMkLst>
          <pc:docMk/>
          <pc:sldMk cId="0" sldId="275"/>
        </pc:sldMkLst>
        <pc:picChg chg="add mod">
          <ac:chgData name="Artanago, Kenwyn" userId="280bbbef-73a8-4da2-b05f-60f93405c8ba" providerId="ADAL" clId="{90396D97-E750-4C3D-8AE3-AA8D8721BFDF}" dt="2023-07-09T10:17:26.170" v="63" actId="14100"/>
          <ac:picMkLst>
            <pc:docMk/>
            <pc:sldMk cId="0" sldId="275"/>
            <ac:picMk id="5" creationId="{73692636-481A-4945-88DA-0633C2DF9CD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36.420" v="68" actId="14100"/>
        <pc:sldMkLst>
          <pc:docMk/>
          <pc:sldMk cId="0" sldId="276"/>
        </pc:sldMkLst>
        <pc:picChg chg="add mod">
          <ac:chgData name="Artanago, Kenwyn" userId="280bbbef-73a8-4da2-b05f-60f93405c8ba" providerId="ADAL" clId="{90396D97-E750-4C3D-8AE3-AA8D8721BFDF}" dt="2023-07-09T10:17:36.420" v="68" actId="14100"/>
          <ac:picMkLst>
            <pc:docMk/>
            <pc:sldMk cId="0" sldId="276"/>
            <ac:picMk id="5" creationId="{ED717F3B-9AEC-4418-B9E7-2CE4D95ACA6A}"/>
          </ac:picMkLst>
        </pc:picChg>
      </pc:sldChg>
      <pc:sldChg chg="modSp mod">
        <pc:chgData name="Artanago, Kenwyn" userId="280bbbef-73a8-4da2-b05f-60f93405c8ba" providerId="ADAL" clId="{90396D97-E750-4C3D-8AE3-AA8D8721BFDF}" dt="2023-07-09T10:18:50.834" v="90" actId="20577"/>
        <pc:sldMkLst>
          <pc:docMk/>
          <pc:sldMk cId="0" sldId="283"/>
        </pc:sldMkLst>
        <pc:spChg chg="mod">
          <ac:chgData name="Artanago, Kenwyn" userId="280bbbef-73a8-4da2-b05f-60f93405c8ba" providerId="ADAL" clId="{90396D97-E750-4C3D-8AE3-AA8D8721BFDF}" dt="2023-07-09T10:18:50.834" v="90" actId="20577"/>
          <ac:spMkLst>
            <pc:docMk/>
            <pc:sldMk cId="0" sldId="283"/>
            <ac:spMk id="268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06.635" v="101"/>
        <pc:sldMkLst>
          <pc:docMk/>
          <pc:sldMk cId="0" sldId="284"/>
        </pc:sldMkLst>
        <pc:spChg chg="mod">
          <ac:chgData name="Artanago, Kenwyn" userId="280bbbef-73a8-4da2-b05f-60f93405c8ba" providerId="ADAL" clId="{90396D97-E750-4C3D-8AE3-AA8D8721BFDF}" dt="2023-07-09T10:21:06.635" v="101"/>
          <ac:spMkLst>
            <pc:docMk/>
            <pc:sldMk cId="0" sldId="284"/>
            <ac:spMk id="27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16.969" v="104"/>
        <pc:sldMkLst>
          <pc:docMk/>
          <pc:sldMk cId="0" sldId="285"/>
        </pc:sldMkLst>
        <pc:spChg chg="mod">
          <ac:chgData name="Artanago, Kenwyn" userId="280bbbef-73a8-4da2-b05f-60f93405c8ba" providerId="ADAL" clId="{90396D97-E750-4C3D-8AE3-AA8D8721BFDF}" dt="2023-07-09T10:21:16.969" v="104"/>
          <ac:spMkLst>
            <pc:docMk/>
            <pc:sldMk cId="0" sldId="285"/>
            <ac:spMk id="2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27.448" v="107"/>
        <pc:sldMkLst>
          <pc:docMk/>
          <pc:sldMk cId="0" sldId="286"/>
        </pc:sldMkLst>
        <pc:spChg chg="mod">
          <ac:chgData name="Artanago, Kenwyn" userId="280bbbef-73a8-4da2-b05f-60f93405c8ba" providerId="ADAL" clId="{90396D97-E750-4C3D-8AE3-AA8D8721BFDF}" dt="2023-07-09T10:21:27.448" v="107"/>
          <ac:spMkLst>
            <pc:docMk/>
            <pc:sldMk cId="0" sldId="286"/>
            <ac:spMk id="284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1:39.553" v="110"/>
        <pc:sldMkLst>
          <pc:docMk/>
          <pc:sldMk cId="0" sldId="287"/>
        </pc:sldMkLst>
        <pc:spChg chg="mod">
          <ac:chgData name="Artanago, Kenwyn" userId="280bbbef-73a8-4da2-b05f-60f93405c8ba" providerId="ADAL" clId="{90396D97-E750-4C3D-8AE3-AA8D8721BFDF}" dt="2023-07-09T10:21:39.553" v="110"/>
          <ac:spMkLst>
            <pc:docMk/>
            <pc:sldMk cId="0" sldId="287"/>
            <ac:spMk id="289" creationId="{00000000-0000-0000-0000-000000000000}"/>
          </ac:spMkLst>
        </pc:spChg>
      </pc:sldChg>
      <pc:sldChg chg="addSp modSp mod">
        <pc:chgData name="Artanago, Kenwyn" userId="280bbbef-73a8-4da2-b05f-60f93405c8ba" providerId="ADAL" clId="{90396D97-E750-4C3D-8AE3-AA8D8721BFDF}" dt="2023-07-09T10:22:31.363" v="114" actId="962"/>
        <pc:sldMkLst>
          <pc:docMk/>
          <pc:sldMk cId="0" sldId="289"/>
        </pc:sldMkLst>
        <pc:picChg chg="add mod">
          <ac:chgData name="Artanago, Kenwyn" userId="280bbbef-73a8-4da2-b05f-60f93405c8ba" providerId="ADAL" clId="{90396D97-E750-4C3D-8AE3-AA8D8721BFDF}" dt="2023-07-09T10:22:31.363" v="114" actId="962"/>
          <ac:picMkLst>
            <pc:docMk/>
            <pc:sldMk cId="0" sldId="289"/>
            <ac:picMk id="5" creationId="{D9C208C2-207D-4930-BF73-CA503EED1136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36.039" v="117" actId="962"/>
        <pc:sldMkLst>
          <pc:docMk/>
          <pc:sldMk cId="0" sldId="290"/>
        </pc:sldMkLst>
        <pc:picChg chg="add mod">
          <ac:chgData name="Artanago, Kenwyn" userId="280bbbef-73a8-4da2-b05f-60f93405c8ba" providerId="ADAL" clId="{90396D97-E750-4C3D-8AE3-AA8D8721BFDF}" dt="2023-07-09T10:22:36.039" v="117" actId="962"/>
          <ac:picMkLst>
            <pc:docMk/>
            <pc:sldMk cId="0" sldId="290"/>
            <ac:picMk id="5" creationId="{32887D63-37EE-4FA7-A654-EE41FE76E98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0.596" v="119" actId="27614"/>
        <pc:sldMkLst>
          <pc:docMk/>
          <pc:sldMk cId="0" sldId="293"/>
        </pc:sldMkLst>
        <pc:picChg chg="add mod">
          <ac:chgData name="Artanago, Kenwyn" userId="280bbbef-73a8-4da2-b05f-60f93405c8ba" providerId="ADAL" clId="{90396D97-E750-4C3D-8AE3-AA8D8721BFDF}" dt="2023-07-09T10:22:40.596" v="119" actId="27614"/>
          <ac:picMkLst>
            <pc:docMk/>
            <pc:sldMk cId="0" sldId="293"/>
            <ac:picMk id="5" creationId="{18BAE9A6-1888-4BDA-AF54-EF093FA833C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4.550" v="121" actId="27614"/>
        <pc:sldMkLst>
          <pc:docMk/>
          <pc:sldMk cId="0" sldId="294"/>
        </pc:sldMkLst>
        <pc:picChg chg="add mod">
          <ac:chgData name="Artanago, Kenwyn" userId="280bbbef-73a8-4da2-b05f-60f93405c8ba" providerId="ADAL" clId="{90396D97-E750-4C3D-8AE3-AA8D8721BFDF}" dt="2023-07-09T10:22:44.550" v="121" actId="27614"/>
          <ac:picMkLst>
            <pc:docMk/>
            <pc:sldMk cId="0" sldId="294"/>
            <ac:picMk id="5" creationId="{DEBD2520-2D07-4F17-A216-293AD86D558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48.378" v="124" actId="962"/>
        <pc:sldMkLst>
          <pc:docMk/>
          <pc:sldMk cId="0" sldId="295"/>
        </pc:sldMkLst>
        <pc:picChg chg="add mod">
          <ac:chgData name="Artanago, Kenwyn" userId="280bbbef-73a8-4da2-b05f-60f93405c8ba" providerId="ADAL" clId="{90396D97-E750-4C3D-8AE3-AA8D8721BFDF}" dt="2023-07-09T10:22:48.378" v="124" actId="962"/>
          <ac:picMkLst>
            <pc:docMk/>
            <pc:sldMk cId="0" sldId="295"/>
            <ac:picMk id="5" creationId="{CEAEE308-75FC-4874-A3FA-5D9903E3CB6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2:56.247" v="127" actId="962"/>
        <pc:sldMkLst>
          <pc:docMk/>
          <pc:sldMk cId="0" sldId="296"/>
        </pc:sldMkLst>
        <pc:picChg chg="add mod">
          <ac:chgData name="Artanago, Kenwyn" userId="280bbbef-73a8-4da2-b05f-60f93405c8ba" providerId="ADAL" clId="{90396D97-E750-4C3D-8AE3-AA8D8721BFDF}" dt="2023-07-09T10:22:56.247" v="127" actId="962"/>
          <ac:picMkLst>
            <pc:docMk/>
            <pc:sldMk cId="0" sldId="296"/>
            <ac:picMk id="5" creationId="{82794D30-4699-4142-8A1F-073D144AD3C1}"/>
          </ac:picMkLst>
        </pc:picChg>
      </pc:sldChg>
      <pc:sldChg chg="modSp mod">
        <pc:chgData name="Artanago, Kenwyn" userId="280bbbef-73a8-4da2-b05f-60f93405c8ba" providerId="ADAL" clId="{90396D97-E750-4C3D-8AE3-AA8D8721BFDF}" dt="2023-07-09T10:24:44.468" v="216" actId="20577"/>
        <pc:sldMkLst>
          <pc:docMk/>
          <pc:sldMk cId="0" sldId="302"/>
        </pc:sldMkLst>
        <pc:spChg chg="mod">
          <ac:chgData name="Artanago, Kenwyn" userId="280bbbef-73a8-4da2-b05f-60f93405c8ba" providerId="ADAL" clId="{90396D97-E750-4C3D-8AE3-AA8D8721BFDF}" dt="2023-07-09T10:24:44.468" v="216" actId="20577"/>
          <ac:spMkLst>
            <pc:docMk/>
            <pc:sldMk cId="0" sldId="302"/>
            <ac:spMk id="362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4:59.802" v="218" actId="729"/>
        <pc:sldMkLst>
          <pc:docMk/>
          <pc:sldMk cId="0" sldId="311"/>
        </pc:sldMkLst>
      </pc:sldChg>
      <pc:sldChg chg="mod modShow">
        <pc:chgData name="Artanago, Kenwyn" userId="280bbbef-73a8-4da2-b05f-60f93405c8ba" providerId="ADAL" clId="{90396D97-E750-4C3D-8AE3-AA8D8721BFDF}" dt="2023-07-09T10:24:57.302" v="217" actId="729"/>
        <pc:sldMkLst>
          <pc:docMk/>
          <pc:sldMk cId="0" sldId="312"/>
        </pc:sldMkLst>
      </pc:sldChg>
      <pc:sldChg chg="addSp modSp mod">
        <pc:chgData name="Artanago, Kenwyn" userId="280bbbef-73a8-4da2-b05f-60f93405c8ba" providerId="ADAL" clId="{90396D97-E750-4C3D-8AE3-AA8D8721BFDF}" dt="2023-07-09T10:26:14.078" v="220" actId="27614"/>
        <pc:sldMkLst>
          <pc:docMk/>
          <pc:sldMk cId="0" sldId="316"/>
        </pc:sldMkLst>
        <pc:picChg chg="add mod">
          <ac:chgData name="Artanago, Kenwyn" userId="280bbbef-73a8-4da2-b05f-60f93405c8ba" providerId="ADAL" clId="{90396D97-E750-4C3D-8AE3-AA8D8721BFDF}" dt="2023-07-09T10:26:14.078" v="220" actId="27614"/>
          <ac:picMkLst>
            <pc:docMk/>
            <pc:sldMk cId="0" sldId="316"/>
            <ac:picMk id="6" creationId="{E3C36F39-9A57-4424-BFF3-3B8E361C1CC4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19.456" v="223" actId="962"/>
        <pc:sldMkLst>
          <pc:docMk/>
          <pc:sldMk cId="0" sldId="317"/>
        </pc:sldMkLst>
        <pc:picChg chg="add mod">
          <ac:chgData name="Artanago, Kenwyn" userId="280bbbef-73a8-4da2-b05f-60f93405c8ba" providerId="ADAL" clId="{90396D97-E750-4C3D-8AE3-AA8D8721BFDF}" dt="2023-07-09T10:26:19.456" v="223" actId="962"/>
          <ac:picMkLst>
            <pc:docMk/>
            <pc:sldMk cId="0" sldId="317"/>
            <ac:picMk id="5" creationId="{A0EEE2B9-7D45-485F-A6CC-C32F1CF3D4D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3.390" v="225" actId="27614"/>
        <pc:sldMkLst>
          <pc:docMk/>
          <pc:sldMk cId="0" sldId="318"/>
        </pc:sldMkLst>
        <pc:picChg chg="add mod">
          <ac:chgData name="Artanago, Kenwyn" userId="280bbbef-73a8-4da2-b05f-60f93405c8ba" providerId="ADAL" clId="{90396D97-E750-4C3D-8AE3-AA8D8721BFDF}" dt="2023-07-09T10:26:23.390" v="225" actId="27614"/>
          <ac:picMkLst>
            <pc:docMk/>
            <pc:sldMk cId="0" sldId="318"/>
            <ac:picMk id="5" creationId="{E6E8A6E8-489C-4C48-88D8-10D1A4126C40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6.845" v="228" actId="962"/>
        <pc:sldMkLst>
          <pc:docMk/>
          <pc:sldMk cId="0" sldId="319"/>
        </pc:sldMkLst>
        <pc:picChg chg="add mod">
          <ac:chgData name="Artanago, Kenwyn" userId="280bbbef-73a8-4da2-b05f-60f93405c8ba" providerId="ADAL" clId="{90396D97-E750-4C3D-8AE3-AA8D8721BFDF}" dt="2023-07-09T10:26:26.845" v="228" actId="962"/>
          <ac:picMkLst>
            <pc:docMk/>
            <pc:sldMk cId="0" sldId="319"/>
            <ac:picMk id="5" creationId="{87E5CFC1-2171-4BEF-B6F2-709C68ACC7E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29.995" v="231" actId="962"/>
        <pc:sldMkLst>
          <pc:docMk/>
          <pc:sldMk cId="0" sldId="320"/>
        </pc:sldMkLst>
        <pc:picChg chg="add mod">
          <ac:chgData name="Artanago, Kenwyn" userId="280bbbef-73a8-4da2-b05f-60f93405c8ba" providerId="ADAL" clId="{90396D97-E750-4C3D-8AE3-AA8D8721BFDF}" dt="2023-07-09T10:26:29.995" v="231" actId="962"/>
          <ac:picMkLst>
            <pc:docMk/>
            <pc:sldMk cId="0" sldId="320"/>
            <ac:picMk id="5" creationId="{6F12E10B-CE23-4130-AC1F-8A53E70EA24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4.382" v="233" actId="27614"/>
        <pc:sldMkLst>
          <pc:docMk/>
          <pc:sldMk cId="0" sldId="321"/>
        </pc:sldMkLst>
        <pc:picChg chg="add mod">
          <ac:chgData name="Artanago, Kenwyn" userId="280bbbef-73a8-4da2-b05f-60f93405c8ba" providerId="ADAL" clId="{90396D97-E750-4C3D-8AE3-AA8D8721BFDF}" dt="2023-07-09T10:26:34.382" v="233" actId="27614"/>
          <ac:picMkLst>
            <pc:docMk/>
            <pc:sldMk cId="0" sldId="321"/>
            <ac:picMk id="5" creationId="{BD7FC223-EDC4-4724-9682-C1744728753B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37.429" v="235" actId="27614"/>
        <pc:sldMkLst>
          <pc:docMk/>
          <pc:sldMk cId="0" sldId="322"/>
        </pc:sldMkLst>
        <pc:picChg chg="add mod">
          <ac:chgData name="Artanago, Kenwyn" userId="280bbbef-73a8-4da2-b05f-60f93405c8ba" providerId="ADAL" clId="{90396D97-E750-4C3D-8AE3-AA8D8721BFDF}" dt="2023-07-09T10:26:37.429" v="235" actId="27614"/>
          <ac:picMkLst>
            <pc:docMk/>
            <pc:sldMk cId="0" sldId="322"/>
            <ac:picMk id="5" creationId="{DD0A12AF-3A2D-4305-B956-94EA47873A8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0.530" v="237" actId="27614"/>
        <pc:sldMkLst>
          <pc:docMk/>
          <pc:sldMk cId="0" sldId="324"/>
        </pc:sldMkLst>
        <pc:picChg chg="add mod">
          <ac:chgData name="Artanago, Kenwyn" userId="280bbbef-73a8-4da2-b05f-60f93405c8ba" providerId="ADAL" clId="{90396D97-E750-4C3D-8AE3-AA8D8721BFDF}" dt="2023-07-09T10:26:40.530" v="237" actId="27614"/>
          <ac:picMkLst>
            <pc:docMk/>
            <pc:sldMk cId="0" sldId="324"/>
            <ac:picMk id="5" creationId="{B496E930-761C-4511-8051-19CE27E50C3D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3.760" v="239" actId="27614"/>
        <pc:sldMkLst>
          <pc:docMk/>
          <pc:sldMk cId="0" sldId="325"/>
        </pc:sldMkLst>
        <pc:picChg chg="add mod">
          <ac:chgData name="Artanago, Kenwyn" userId="280bbbef-73a8-4da2-b05f-60f93405c8ba" providerId="ADAL" clId="{90396D97-E750-4C3D-8AE3-AA8D8721BFDF}" dt="2023-07-09T10:26:43.760" v="239" actId="27614"/>
          <ac:picMkLst>
            <pc:docMk/>
            <pc:sldMk cId="0" sldId="325"/>
            <ac:picMk id="5" creationId="{62B322EB-7AAF-4DE0-B917-A714AC2C9EDF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49.220" v="257" actId="962"/>
        <pc:sldMkLst>
          <pc:docMk/>
          <pc:sldMk cId="0" sldId="333"/>
        </pc:sldMkLst>
        <pc:picChg chg="add mod">
          <ac:chgData name="Artanago, Kenwyn" userId="280bbbef-73a8-4da2-b05f-60f93405c8ba" providerId="ADAL" clId="{90396D97-E750-4C3D-8AE3-AA8D8721BFDF}" dt="2023-07-09T10:27:49.220" v="257" actId="962"/>
          <ac:picMkLst>
            <pc:docMk/>
            <pc:sldMk cId="0" sldId="333"/>
            <ac:picMk id="4" creationId="{EDE0BB35-2B6E-4CCE-A628-83E10D34A0A5}"/>
          </ac:picMkLst>
        </pc:picChg>
      </pc:sldChg>
      <pc:sldChg chg="mod modShow">
        <pc:chgData name="Artanago, Kenwyn" userId="280bbbef-73a8-4da2-b05f-60f93405c8ba" providerId="ADAL" clId="{90396D97-E750-4C3D-8AE3-AA8D8721BFDF}" dt="2023-07-09T10:28:42.249" v="269" actId="729"/>
        <pc:sldMkLst>
          <pc:docMk/>
          <pc:sldMk cId="0" sldId="339"/>
        </pc:sldMkLst>
      </pc:sldChg>
      <pc:sldChg chg="mod modShow">
        <pc:chgData name="Artanago, Kenwyn" userId="280bbbef-73a8-4da2-b05f-60f93405c8ba" providerId="ADAL" clId="{90396D97-E750-4C3D-8AE3-AA8D8721BFDF}" dt="2023-07-09T10:28:44.953" v="270" actId="729"/>
        <pc:sldMkLst>
          <pc:docMk/>
          <pc:sldMk cId="0" sldId="340"/>
        </pc:sldMkLst>
      </pc:sldChg>
      <pc:sldChg chg="mod ord modShow">
        <pc:chgData name="Artanago, Kenwyn" userId="280bbbef-73a8-4da2-b05f-60f93405c8ba" providerId="ADAL" clId="{90396D97-E750-4C3D-8AE3-AA8D8721BFDF}" dt="2023-07-09T10:29:17.081" v="281"/>
        <pc:sldMkLst>
          <pc:docMk/>
          <pc:sldMk cId="0" sldId="342"/>
        </pc:sldMkLst>
      </pc:sldChg>
      <pc:sldChg chg="modSp mod">
        <pc:chgData name="Artanago, Kenwyn" userId="280bbbef-73a8-4da2-b05f-60f93405c8ba" providerId="ADAL" clId="{90396D97-E750-4C3D-8AE3-AA8D8721BFDF}" dt="2023-07-09T10:29:03.676" v="274" actId="20577"/>
        <pc:sldMkLst>
          <pc:docMk/>
          <pc:sldMk cId="0" sldId="343"/>
        </pc:sldMkLst>
        <pc:spChg chg="mod">
          <ac:chgData name="Artanago, Kenwyn" userId="280bbbef-73a8-4da2-b05f-60f93405c8ba" providerId="ADAL" clId="{90396D97-E750-4C3D-8AE3-AA8D8721BFDF}" dt="2023-07-09T10:29:00.874" v="272" actId="20577"/>
          <ac:spMkLst>
            <pc:docMk/>
            <pc:sldMk cId="0" sldId="343"/>
            <ac:spMk id="578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03.676" v="274" actId="20577"/>
          <ac:spMkLst>
            <pc:docMk/>
            <pc:sldMk cId="0" sldId="343"/>
            <ac:spMk id="579" creationId="{00000000-0000-0000-0000-000000000000}"/>
          </ac:spMkLst>
        </pc:spChg>
      </pc:sldChg>
      <pc:sldChg chg="modSp mod">
        <pc:chgData name="Artanago, Kenwyn" userId="280bbbef-73a8-4da2-b05f-60f93405c8ba" providerId="ADAL" clId="{90396D97-E750-4C3D-8AE3-AA8D8721BFDF}" dt="2023-07-09T10:29:10.312" v="278" actId="20577"/>
        <pc:sldMkLst>
          <pc:docMk/>
          <pc:sldMk cId="0" sldId="344"/>
        </pc:sldMkLst>
        <pc:spChg chg="mod">
          <ac:chgData name="Artanago, Kenwyn" userId="280bbbef-73a8-4da2-b05f-60f93405c8ba" providerId="ADAL" clId="{90396D97-E750-4C3D-8AE3-AA8D8721BFDF}" dt="2023-07-09T10:29:08.345" v="276" actId="20577"/>
          <ac:spMkLst>
            <pc:docMk/>
            <pc:sldMk cId="0" sldId="344"/>
            <ac:spMk id="585" creationId="{00000000-0000-0000-0000-000000000000}"/>
          </ac:spMkLst>
        </pc:spChg>
        <pc:spChg chg="mod">
          <ac:chgData name="Artanago, Kenwyn" userId="280bbbef-73a8-4da2-b05f-60f93405c8ba" providerId="ADAL" clId="{90396D97-E750-4C3D-8AE3-AA8D8721BFDF}" dt="2023-07-09T10:29:10.312" v="278" actId="20577"/>
          <ac:spMkLst>
            <pc:docMk/>
            <pc:sldMk cId="0" sldId="344"/>
            <ac:spMk id="586" creationId="{00000000-0000-0000-0000-000000000000}"/>
          </ac:spMkLst>
        </pc:spChg>
      </pc:sldChg>
      <pc:sldChg chg="mod modShow">
        <pc:chgData name="Artanago, Kenwyn" userId="280bbbef-73a8-4da2-b05f-60f93405c8ba" providerId="ADAL" clId="{90396D97-E750-4C3D-8AE3-AA8D8721BFDF}" dt="2023-07-09T10:29:22.197" v="282" actId="729"/>
        <pc:sldMkLst>
          <pc:docMk/>
          <pc:sldMk cId="0" sldId="345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2863320528" sldId="350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280947483" sldId="351"/>
        </pc:sldMkLst>
      </pc:sldChg>
      <pc:sldChg chg="del">
        <pc:chgData name="Artanago, Kenwyn" userId="280bbbef-73a8-4da2-b05f-60f93405c8ba" providerId="ADAL" clId="{90396D97-E750-4C3D-8AE3-AA8D8721BFDF}" dt="2023-07-09T10:21:45.720" v="111" actId="2696"/>
        <pc:sldMkLst>
          <pc:docMk/>
          <pc:sldMk cId="1034347261" sldId="353"/>
        </pc:sldMkLst>
      </pc:sldChg>
      <pc:sldChg chg="addSp modSp mod">
        <pc:chgData name="Artanago, Kenwyn" userId="280bbbef-73a8-4da2-b05f-60f93405c8ba" providerId="ADAL" clId="{90396D97-E750-4C3D-8AE3-AA8D8721BFDF}" dt="2023-07-09T10:17:46.343" v="73" actId="14100"/>
        <pc:sldMkLst>
          <pc:docMk/>
          <pc:sldMk cId="2138632321" sldId="384"/>
        </pc:sldMkLst>
        <pc:picChg chg="add mod">
          <ac:chgData name="Artanago, Kenwyn" userId="280bbbef-73a8-4da2-b05f-60f93405c8ba" providerId="ADAL" clId="{90396D97-E750-4C3D-8AE3-AA8D8721BFDF}" dt="2023-07-09T10:17:46.343" v="73" actId="14100"/>
          <ac:picMkLst>
            <pc:docMk/>
            <pc:sldMk cId="2138632321" sldId="384"/>
            <ac:picMk id="5" creationId="{E342967C-A7F8-4CEB-9116-157DBC01685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17:57.398" v="78" actId="14100"/>
        <pc:sldMkLst>
          <pc:docMk/>
          <pc:sldMk cId="2287554166" sldId="385"/>
        </pc:sldMkLst>
        <pc:picChg chg="add mod">
          <ac:chgData name="Artanago, Kenwyn" userId="280bbbef-73a8-4da2-b05f-60f93405c8ba" providerId="ADAL" clId="{90396D97-E750-4C3D-8AE3-AA8D8721BFDF}" dt="2023-07-09T10:17:57.398" v="78" actId="14100"/>
          <ac:picMkLst>
            <pc:docMk/>
            <pc:sldMk cId="2287554166" sldId="385"/>
            <ac:picMk id="5" creationId="{D81E5494-0BBF-4333-BDDC-F91C3E3C905C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47.255" v="241" actId="27614"/>
        <pc:sldMkLst>
          <pc:docMk/>
          <pc:sldMk cId="2915271513" sldId="386"/>
        </pc:sldMkLst>
        <pc:picChg chg="add mod">
          <ac:chgData name="Artanago, Kenwyn" userId="280bbbef-73a8-4da2-b05f-60f93405c8ba" providerId="ADAL" clId="{90396D97-E750-4C3D-8AE3-AA8D8721BFDF}" dt="2023-07-09T10:26:47.255" v="241" actId="27614"/>
          <ac:picMkLst>
            <pc:docMk/>
            <pc:sldMk cId="2915271513" sldId="386"/>
            <ac:picMk id="6" creationId="{51823EF4-ED7A-48A9-B487-D7F34B072127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0.564" v="243" actId="27614"/>
        <pc:sldMkLst>
          <pc:docMk/>
          <pc:sldMk cId="3747739469" sldId="387"/>
        </pc:sldMkLst>
        <pc:picChg chg="add mod">
          <ac:chgData name="Artanago, Kenwyn" userId="280bbbef-73a8-4da2-b05f-60f93405c8ba" providerId="ADAL" clId="{90396D97-E750-4C3D-8AE3-AA8D8721BFDF}" dt="2023-07-09T10:26:50.564" v="243" actId="27614"/>
          <ac:picMkLst>
            <pc:docMk/>
            <pc:sldMk cId="3747739469" sldId="387"/>
            <ac:picMk id="6" creationId="{C9815606-D020-4E56-9888-20FD575C65C5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4.072" v="245" actId="27614"/>
        <pc:sldMkLst>
          <pc:docMk/>
          <pc:sldMk cId="2268274077" sldId="388"/>
        </pc:sldMkLst>
        <pc:picChg chg="add mod">
          <ac:chgData name="Artanago, Kenwyn" userId="280bbbef-73a8-4da2-b05f-60f93405c8ba" providerId="ADAL" clId="{90396D97-E750-4C3D-8AE3-AA8D8721BFDF}" dt="2023-07-09T10:26:54.072" v="245" actId="27614"/>
          <ac:picMkLst>
            <pc:docMk/>
            <pc:sldMk cId="2268274077" sldId="388"/>
            <ac:picMk id="6" creationId="{C2A8DFBA-64A9-4480-90E0-368093D1629A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6:57.700" v="247" actId="27614"/>
        <pc:sldMkLst>
          <pc:docMk/>
          <pc:sldMk cId="4123100765" sldId="389"/>
        </pc:sldMkLst>
        <pc:picChg chg="add mod">
          <ac:chgData name="Artanago, Kenwyn" userId="280bbbef-73a8-4da2-b05f-60f93405c8ba" providerId="ADAL" clId="{90396D97-E750-4C3D-8AE3-AA8D8721BFDF}" dt="2023-07-09T10:26:57.700" v="247" actId="27614"/>
          <ac:picMkLst>
            <pc:docMk/>
            <pc:sldMk cId="4123100765" sldId="389"/>
            <ac:picMk id="6" creationId="{891FA4DA-17C2-4254-929B-76E4B70A0BE3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1.784" v="249" actId="27614"/>
        <pc:sldMkLst>
          <pc:docMk/>
          <pc:sldMk cId="1167368597" sldId="390"/>
        </pc:sldMkLst>
        <pc:picChg chg="add mod">
          <ac:chgData name="Artanago, Kenwyn" userId="280bbbef-73a8-4da2-b05f-60f93405c8ba" providerId="ADAL" clId="{90396D97-E750-4C3D-8AE3-AA8D8721BFDF}" dt="2023-07-09T10:27:01.784" v="249" actId="27614"/>
          <ac:picMkLst>
            <pc:docMk/>
            <pc:sldMk cId="1167368597" sldId="390"/>
            <ac:picMk id="6" creationId="{05B86B4C-32A2-4CC0-8325-0FEDA120D5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5.183" v="251" actId="27614"/>
        <pc:sldMkLst>
          <pc:docMk/>
          <pc:sldMk cId="2202194069" sldId="391"/>
        </pc:sldMkLst>
        <pc:picChg chg="add mod">
          <ac:chgData name="Artanago, Kenwyn" userId="280bbbef-73a8-4da2-b05f-60f93405c8ba" providerId="ADAL" clId="{90396D97-E750-4C3D-8AE3-AA8D8721BFDF}" dt="2023-07-09T10:27:05.183" v="251" actId="27614"/>
          <ac:picMkLst>
            <pc:docMk/>
            <pc:sldMk cId="2202194069" sldId="391"/>
            <ac:picMk id="7" creationId="{4EFB2615-E76D-451E-B4F6-44738F99D829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7:08.915" v="254" actId="962"/>
        <pc:sldMkLst>
          <pc:docMk/>
          <pc:sldMk cId="2588376745" sldId="392"/>
        </pc:sldMkLst>
        <pc:picChg chg="add mod">
          <ac:chgData name="Artanago, Kenwyn" userId="280bbbef-73a8-4da2-b05f-60f93405c8ba" providerId="ADAL" clId="{90396D97-E750-4C3D-8AE3-AA8D8721BFDF}" dt="2023-07-09T10:27:08.915" v="254" actId="962"/>
          <ac:picMkLst>
            <pc:docMk/>
            <pc:sldMk cId="2588376745" sldId="392"/>
            <ac:picMk id="7" creationId="{CF199D84-0D92-4DEF-B1A6-BB26FBE94331}"/>
          </ac:picMkLst>
        </pc:picChg>
      </pc:sldChg>
      <pc:sldChg chg="addSp modSp mod">
        <pc:chgData name="Artanago, Kenwyn" userId="280bbbef-73a8-4da2-b05f-60f93405c8ba" providerId="ADAL" clId="{90396D97-E750-4C3D-8AE3-AA8D8721BFDF}" dt="2023-07-09T10:28:36.171" v="268" actId="962"/>
        <pc:sldMkLst>
          <pc:docMk/>
          <pc:sldMk cId="1201868625" sldId="393"/>
        </pc:sldMkLst>
        <pc:picChg chg="add mod">
          <ac:chgData name="Artanago, Kenwyn" userId="280bbbef-73a8-4da2-b05f-60f93405c8ba" providerId="ADAL" clId="{90396D97-E750-4C3D-8AE3-AA8D8721BFDF}" dt="2023-07-09T10:28:36.171" v="268" actId="962"/>
          <ac:picMkLst>
            <pc:docMk/>
            <pc:sldMk cId="1201868625" sldId="393"/>
            <ac:picMk id="4" creationId="{E85B54D5-2645-443E-A3D8-35064FDAA880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18:10.705" v="84" actId="14100"/>
        <pc:sldMkLst>
          <pc:docMk/>
          <pc:sldMk cId="3947617216" sldId="394"/>
        </pc:sldMkLst>
        <pc:picChg chg="add mod">
          <ac:chgData name="Artanago, Kenwyn" userId="280bbbef-73a8-4da2-b05f-60f93405c8ba" providerId="ADAL" clId="{90396D97-E750-4C3D-8AE3-AA8D8721BFDF}" dt="2023-07-09T10:18:10.705" v="84" actId="14100"/>
          <ac:picMkLst>
            <pc:docMk/>
            <pc:sldMk cId="3947617216" sldId="394"/>
            <ac:picMk id="6" creationId="{C7B27025-0F21-4748-BB29-461CE6F29393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35.676" v="131" actId="27614"/>
        <pc:sldMkLst>
          <pc:docMk/>
          <pc:sldMk cId="1042451822" sldId="395"/>
        </pc:sldMkLst>
        <pc:picChg chg="add mod">
          <ac:chgData name="Artanago, Kenwyn" userId="280bbbef-73a8-4da2-b05f-60f93405c8ba" providerId="ADAL" clId="{90396D97-E750-4C3D-8AE3-AA8D8721BFDF}" dt="2023-07-09T10:23:35.676" v="131" actId="27614"/>
          <ac:picMkLst>
            <pc:docMk/>
            <pc:sldMk cId="1042451822" sldId="395"/>
            <ac:picMk id="6" creationId="{D384400C-9F0A-4B55-83B0-62BC973F0AA0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39.831" v="134" actId="962"/>
        <pc:sldMkLst>
          <pc:docMk/>
          <pc:sldMk cId="3510275573" sldId="396"/>
        </pc:sldMkLst>
        <pc:picChg chg="add mod">
          <ac:chgData name="Artanago, Kenwyn" userId="280bbbef-73a8-4da2-b05f-60f93405c8ba" providerId="ADAL" clId="{90396D97-E750-4C3D-8AE3-AA8D8721BFDF}" dt="2023-07-09T10:23:39.831" v="134" actId="962"/>
          <ac:picMkLst>
            <pc:docMk/>
            <pc:sldMk cId="3510275573" sldId="396"/>
            <ac:picMk id="6" creationId="{D32D0371-829D-4547-BFD2-230440DD2B07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43.887" v="136" actId="27614"/>
        <pc:sldMkLst>
          <pc:docMk/>
          <pc:sldMk cId="2070663167" sldId="397"/>
        </pc:sldMkLst>
        <pc:picChg chg="add mod">
          <ac:chgData name="Artanago, Kenwyn" userId="280bbbef-73a8-4da2-b05f-60f93405c8ba" providerId="ADAL" clId="{90396D97-E750-4C3D-8AE3-AA8D8721BFDF}" dt="2023-07-09T10:23:43.887" v="136" actId="27614"/>
          <ac:picMkLst>
            <pc:docMk/>
            <pc:sldMk cId="2070663167" sldId="397"/>
            <ac:picMk id="6" creationId="{92321FA1-AA09-43A0-8A59-30BEEBF6C32B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3:47.999" v="139" actId="962"/>
        <pc:sldMkLst>
          <pc:docMk/>
          <pc:sldMk cId="3313265396" sldId="398"/>
        </pc:sldMkLst>
        <pc:picChg chg="add mod">
          <ac:chgData name="Artanago, Kenwyn" userId="280bbbef-73a8-4da2-b05f-60f93405c8ba" providerId="ADAL" clId="{90396D97-E750-4C3D-8AE3-AA8D8721BFDF}" dt="2023-07-09T10:23:47.999" v="139" actId="962"/>
          <ac:picMkLst>
            <pc:docMk/>
            <pc:sldMk cId="3313265396" sldId="398"/>
            <ac:picMk id="6" creationId="{EBB0130C-4872-47D5-96D3-3A1E05D9EC31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2.146" v="141" actId="27614"/>
        <pc:sldMkLst>
          <pc:docMk/>
          <pc:sldMk cId="959628280" sldId="399"/>
        </pc:sldMkLst>
        <pc:picChg chg="add mod">
          <ac:chgData name="Artanago, Kenwyn" userId="280bbbef-73a8-4da2-b05f-60f93405c8ba" providerId="ADAL" clId="{90396D97-E750-4C3D-8AE3-AA8D8721BFDF}" dt="2023-07-09T10:23:52.146" v="141" actId="27614"/>
          <ac:picMkLst>
            <pc:docMk/>
            <pc:sldMk cId="959628280" sldId="399"/>
            <ac:picMk id="6" creationId="{DC879329-B4B3-4BBE-9B63-C29A77D5B806}"/>
          </ac:picMkLst>
        </pc:picChg>
      </pc:sldChg>
      <pc:sldChg chg="addSp modSp add mod replId">
        <pc:chgData name="Artanago, Kenwyn" userId="280bbbef-73a8-4da2-b05f-60f93405c8ba" providerId="ADAL" clId="{90396D97-E750-4C3D-8AE3-AA8D8721BFDF}" dt="2023-07-09T10:23:56.920" v="144" actId="962"/>
        <pc:sldMkLst>
          <pc:docMk/>
          <pc:sldMk cId="3606197727" sldId="400"/>
        </pc:sldMkLst>
        <pc:picChg chg="add mod">
          <ac:chgData name="Artanago, Kenwyn" userId="280bbbef-73a8-4da2-b05f-60f93405c8ba" providerId="ADAL" clId="{90396D97-E750-4C3D-8AE3-AA8D8721BFDF}" dt="2023-07-09T10:23:56.920" v="144" actId="962"/>
          <ac:picMkLst>
            <pc:docMk/>
            <pc:sldMk cId="3606197727" sldId="400"/>
            <ac:picMk id="6" creationId="{EA1C0A22-B939-434C-AA72-6B07C333FEFD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0.245" v="262" actId="962"/>
        <pc:sldMkLst>
          <pc:docMk/>
          <pc:sldMk cId="1163777359" sldId="401"/>
        </pc:sldMkLst>
        <pc:picChg chg="add mod">
          <ac:chgData name="Artanago, Kenwyn" userId="280bbbef-73a8-4da2-b05f-60f93405c8ba" providerId="ADAL" clId="{90396D97-E750-4C3D-8AE3-AA8D8721BFDF}" dt="2023-07-09T10:28:00.245" v="262" actId="962"/>
          <ac:picMkLst>
            <pc:docMk/>
            <pc:sldMk cId="1163777359" sldId="401"/>
            <ac:picMk id="5" creationId="{04DD9E67-12ED-4E7C-A7A5-D4BB9E830CAA}"/>
          </ac:picMkLst>
        </pc:picChg>
      </pc:sldChg>
      <pc:sldChg chg="addSp modSp add mod">
        <pc:chgData name="Artanago, Kenwyn" userId="280bbbef-73a8-4da2-b05f-60f93405c8ba" providerId="ADAL" clId="{90396D97-E750-4C3D-8AE3-AA8D8721BFDF}" dt="2023-07-09T10:28:04.223" v="265" actId="962"/>
        <pc:sldMkLst>
          <pc:docMk/>
          <pc:sldMk cId="837145516" sldId="402"/>
        </pc:sldMkLst>
        <pc:picChg chg="add mod">
          <ac:chgData name="Artanago, Kenwyn" userId="280bbbef-73a8-4da2-b05f-60f93405c8ba" providerId="ADAL" clId="{90396D97-E750-4C3D-8AE3-AA8D8721BFDF}" dt="2023-07-09T10:28:04.223" v="265" actId="962"/>
          <ac:picMkLst>
            <pc:docMk/>
            <pc:sldMk cId="837145516" sldId="402"/>
            <ac:picMk id="5" creationId="{FC878435-FD64-4EC3-904E-B8758D2CB918}"/>
          </ac:picMkLst>
        </pc:picChg>
      </pc:sldChg>
      <pc:sldMasterChg chg="modSldLayout">
        <pc:chgData name="Artanago, Kenwyn" userId="280bbbef-73a8-4da2-b05f-60f93405c8ba" providerId="ADAL" clId="{90396D97-E750-4C3D-8AE3-AA8D8721BFDF}" dt="2023-07-09T09:40:13.315" v="1" actId="20577"/>
        <pc:sldMasterMkLst>
          <pc:docMk/>
          <pc:sldMasterMk cId="0" sldId="2147483648"/>
        </pc:sldMasterMkLst>
        <pc:sldLayoutChg chg="modSp mod">
          <pc:chgData name="Artanago, Kenwyn" userId="280bbbef-73a8-4da2-b05f-60f93405c8ba" providerId="ADAL" clId="{90396D97-E750-4C3D-8AE3-AA8D8721BFDF}" dt="2023-07-09T09:40:13.315" v="1" actId="20577"/>
          <pc:sldLayoutMkLst>
            <pc:docMk/>
            <pc:sldMasterMk cId="0" sldId="2147483648"/>
            <pc:sldLayoutMk cId="0" sldId="2147483650"/>
          </pc:sldLayoutMkLst>
          <pc:spChg chg="mod">
            <ac:chgData name="Artanago, Kenwyn" userId="280bbbef-73a8-4da2-b05f-60f93405c8ba" providerId="ADAL" clId="{90396D97-E750-4C3D-8AE3-AA8D8721BFDF}" dt="2023-07-09T09:40:13.315" v="1" actId="20577"/>
            <ac:spMkLst>
              <pc:docMk/>
              <pc:sldMasterMk cId="0" sldId="2147483648"/>
              <pc:sldLayoutMk cId="0" sldId="2147483650"/>
              <ac:spMk id="18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1.wdp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 preserve="1">
  <p:cSld name="TITLE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7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 dirty="0"/>
          </a:p>
        </p:txBody>
      </p:sp>
      <p:sp>
        <p:nvSpPr>
          <p:cNvPr id="30" name="Google Shape;30;p97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1" name="Google Shape;31;p9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8142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gin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A62578A-D730-60EA-6EF4-91A8737058E9}"/>
              </a:ext>
            </a:extLst>
          </p:cNvPr>
          <p:cNvSpPr txBox="1"/>
          <p:nvPr userDrawn="1"/>
        </p:nvSpPr>
        <p:spPr>
          <a:xfrm>
            <a:off x="0" y="1690062"/>
            <a:ext cx="1219200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de-DE" sz="6000" b="1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Gottesdienst beginnt in Kürze</a:t>
            </a:r>
            <a:b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endParaRPr lang="de-DE" sz="4000" b="0" i="0" u="none" strike="noStrike" cap="none" dirty="0">
              <a:solidFill>
                <a:srgbClr val="F3F3F3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Wir möchten alle daran erinnern,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ihre Telefone auf lautlos zu stellen </a:t>
            </a:r>
            <a:endParaRPr lang="de-DE"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de-DE" sz="4000" b="0" i="0" u="none" strike="noStrike" cap="none" dirty="0">
                <a:solidFill>
                  <a:srgbClr val="F3F3F3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während des Gottesdienstes nicht zu essen.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3FF4AA-CA19-2EE1-03AE-410C26186227}"/>
              </a:ext>
            </a:extLst>
          </p:cNvPr>
          <p:cNvSpPr txBox="1"/>
          <p:nvPr userDrawn="1"/>
        </p:nvSpPr>
        <p:spPr>
          <a:xfrm>
            <a:off x="9522373" y="6287289"/>
            <a:ext cx="25918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Created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by</a:t>
            </a:r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 GRII Slide Maker</a:t>
            </a:r>
          </a:p>
          <a:p>
            <a:pPr algn="r"/>
            <a:r>
              <a:rPr lang="de-DE" dirty="0">
                <a:solidFill>
                  <a:schemeClr val="tx1">
                    <a:lumMod val="50000"/>
                  </a:schemeClr>
                </a:solidFill>
              </a:rPr>
              <a:t>- </a:t>
            </a:r>
            <a:r>
              <a:rPr lang="de-DE" dirty="0" err="1">
                <a:solidFill>
                  <a:schemeClr val="tx1">
                    <a:lumMod val="50000"/>
                  </a:schemeClr>
                </a:solidFill>
              </a:rPr>
              <a:t>Awan</a:t>
            </a:r>
            <a:endParaRPr lang="de-DE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74290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ACH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522630-79F3-99A7-6BFE-936552A592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486" y="2971800"/>
            <a:ext cx="11307028" cy="914400"/>
          </a:xfrm>
        </p:spPr>
        <p:txBody>
          <a:bodyPr/>
          <a:lstStyle>
            <a:lvl1pPr marL="114300" marR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de-DE" sz="5400" b="1" i="0" u="sng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Predigt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FF77A9-34E4-D320-C5C7-20C7AD2C99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56726" y="4156782"/>
            <a:ext cx="6078548" cy="674337"/>
          </a:xfrm>
        </p:spPr>
        <p:txBody>
          <a:bodyPr/>
          <a:lstStyle>
            <a:lvl1pPr marL="114300" indent="0" algn="ctr">
              <a:buNone/>
              <a:defRPr lang="de-DE" sz="28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1359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R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53F822B-6C3A-A79C-85B1-D6727056016E}"/>
              </a:ext>
            </a:extLst>
          </p:cNvPr>
          <p:cNvSpPr txBox="1"/>
          <p:nvPr userDrawn="1"/>
        </p:nvSpPr>
        <p:spPr>
          <a:xfrm>
            <a:off x="0" y="2159821"/>
            <a:ext cx="1219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 sz="2400" b="0" i="1" u="none" strike="noStrike" cap="none" dirty="0" err="1">
                <a:solidFill>
                  <a:schemeClr val="lt2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Bibellesung</a:t>
            </a:r>
            <a:endParaRPr lang="en-US" sz="2400" b="0" i="1" u="none" strike="noStrike" cap="none" dirty="0">
              <a:solidFill>
                <a:schemeClr val="lt2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C9682E-1B95-700A-B294-80EFB991C6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436" y="2909649"/>
            <a:ext cx="9467128" cy="914400"/>
          </a:xfrm>
        </p:spPr>
        <p:txBody>
          <a:bodyPr anchor="t"/>
          <a:lstStyle>
            <a:lvl1pPr marL="114300" indent="0" algn="ctr">
              <a:buNone/>
              <a:defRPr lang="en-US" sz="5400" b="1" i="0" u="sng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</a:lstStyle>
          <a:p>
            <a:pPr lvl="0"/>
            <a:r>
              <a:rPr lang="en-US" dirty="0" err="1"/>
              <a:t>Jesaya</a:t>
            </a:r>
            <a:r>
              <a:rPr lang="en-US"/>
              <a:t> 43, 1-2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2968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E_VER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6DD7C-C4E9-DA2C-8BCB-2F91173856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3420" y="634712"/>
            <a:ext cx="5243491" cy="5562888"/>
          </a:xfrm>
        </p:spPr>
        <p:txBody>
          <a:bodyPr/>
          <a:lstStyle>
            <a:lvl1pPr marL="114300" indent="0">
              <a:buNone/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CE6A4D9-9CE3-6AD9-7C7C-17968268DAD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1118" y="634710"/>
            <a:ext cx="5397462" cy="556288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191295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7890E638-BD11-0954-D411-25CB025CCD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8003" y="647558"/>
            <a:ext cx="11020978" cy="2340739"/>
          </a:xfrm>
        </p:spPr>
        <p:txBody>
          <a:bodyPr/>
          <a:lstStyle>
            <a:lvl1pPr marL="114300" indent="0">
              <a:buNone/>
              <a:def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2pPr>
            <a:lvl3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3pPr>
            <a:lvl4pPr>
              <a:defRPr lang="en-US" sz="3000" b="1" i="0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4pPr>
            <a:lvl5pPr>
              <a:defRPr lang="de-DE" sz="30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  <a:endParaRPr lang="de-DE" dirty="0"/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0F9D402A-E310-6EFF-1AF1-B5B8BE1591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08003" y="3429000"/>
            <a:ext cx="11020978" cy="2863927"/>
          </a:xfrm>
        </p:spPr>
        <p:txBody>
          <a:bodyPr/>
          <a:lstStyle>
            <a:lvl1pPr marL="114300" marR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lang="en-US" sz="3600" b="0" i="1" u="none" strike="noStrike" cap="none" dirty="0" smtClean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Arial"/>
              </a:defRPr>
            </a:lvl1pPr>
            <a:lvl2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2pPr>
            <a:lvl3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3pPr>
            <a:lvl4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en-US" sz="3000" b="0" i="1" u="none" strike="noStrike" cap="none" dirty="0" smtClean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4pPr>
            <a:lvl5pPr marR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lang="de-DE" sz="3000" b="0" i="1" u="none" strike="noStrike" cap="none" dirty="0">
                <a:solidFill>
                  <a:schemeClr val="tx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Arial"/>
              </a:defRPr>
            </a:lvl5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651289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Bapa kami yang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dikuduskanlah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nama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datanglah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Kerajaan-Mu,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jadilah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kehendak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-Mu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sorga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1204574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Vater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geheiligt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werde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Name.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Dein Reich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komme.Dein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Wille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geschehe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800" b="1" i="0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im</a:t>
            </a:r>
            <a:r>
              <a:rPr lang="en-US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Himmel, so auf Erden. </a:t>
            </a:r>
            <a:endParaRPr lang="de-DE" sz="3800" b="1" i="0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  <p:extLst>
      <p:ext uri="{BB962C8B-B14F-4D97-AF65-F5344CB8AC3E}">
        <p14:creationId xmlns:p14="http://schemas.microsoft.com/office/powerpoint/2010/main" val="177511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2" y="3334328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Berikanlah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pada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hari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makanan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secukupnya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ampunilah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kesalahan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seperti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juga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mengampuni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bersalah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2" y="770465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Unser tägliches Brot gib uns heute,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vergib uns unsre Schuld,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wie auch wir vergeben unseren Schuldigern.</a:t>
            </a:r>
          </a:p>
        </p:txBody>
      </p:sp>
    </p:spTree>
    <p:extLst>
      <p:ext uri="{BB962C8B-B14F-4D97-AF65-F5344CB8AC3E}">
        <p14:creationId xmlns:p14="http://schemas.microsoft.com/office/powerpoint/2010/main" val="1726207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PA_KAMI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janganlah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membawa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dalam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pencobaan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  <a:p>
            <a:pPr>
              <a:buSzPts val="4800"/>
            </a:pP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tetapi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lepaskanlah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kami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daripada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jahat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Karena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Engkaulah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empunya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Kerajaan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kuasa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kemuliaan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sampai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selama-lamanya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 Amin.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585049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führe uns nicht in Versuchung,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sondern erlöse uns von dem Bösen.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Denn dein ist das Reich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die Kraft und die Herrlichkeit in Ewigkeit.</a:t>
            </a:r>
          </a:p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Amen.</a:t>
            </a:r>
          </a:p>
        </p:txBody>
      </p:sp>
    </p:spTree>
    <p:extLst>
      <p:ext uri="{BB962C8B-B14F-4D97-AF65-F5344CB8AC3E}">
        <p14:creationId xmlns:p14="http://schemas.microsoft.com/office/powerpoint/2010/main" val="38554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percaya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Allah, Bapa yang Maha Kuasa,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khalik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langit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bumi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.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kepada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Yesus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Kristus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Anak-Nya yang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tunggal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b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Tuhan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r>
              <a:rPr lang="en-US" sz="3600" b="0" i="1" u="none" strike="noStrike" cap="none" dirty="0" err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kita</a:t>
            </a:r>
            <a:r>
              <a:rPr lang="en-US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09142"/>
            <a:ext cx="1040992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Gott, den Vater, den Allmächtigen,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den Schöpfer des Himmels und der Erde.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an Jesus Christus,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seinen eingeborenen Sohn, unsern Herrn,</a:t>
            </a:r>
          </a:p>
        </p:txBody>
      </p:sp>
    </p:spTree>
    <p:extLst>
      <p:ext uri="{BB962C8B-B14F-4D97-AF65-F5344CB8AC3E}">
        <p14:creationId xmlns:p14="http://schemas.microsoft.com/office/powerpoint/2010/main" val="559587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dikandung dari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lahir dari anak dara Maria.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Yang menderita sengsara di bawah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pemerintahan Pontius Pilatus,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empfangen durch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geboren von der Jungfrau Maria,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gelitten unter Pontius Pilatus,</a:t>
            </a:r>
          </a:p>
        </p:txBody>
      </p:sp>
    </p:spTree>
    <p:extLst>
      <p:ext uri="{BB962C8B-B14F-4D97-AF65-F5344CB8AC3E}">
        <p14:creationId xmlns:p14="http://schemas.microsoft.com/office/powerpoint/2010/main" val="606949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disalibkan, mati, dan dikuburkan;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turun ke dalam kerajaan maut.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Pada hari yang ketiga,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bangkit pula dari antara orang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880613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gekreuzigt, gestorben und begraben,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hinabgestiegen in das Reich des Todes,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am dritten Tage auferstanden von den Toten,</a:t>
            </a:r>
          </a:p>
        </p:txBody>
      </p:sp>
    </p:spTree>
    <p:extLst>
      <p:ext uri="{BB962C8B-B14F-4D97-AF65-F5344CB8AC3E}">
        <p14:creationId xmlns:p14="http://schemas.microsoft.com/office/powerpoint/2010/main" val="26507074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617423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Naik ke surga, duduk di sebelah kanan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Allah Bapa yang Maha Kuasa.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dari sana Ia akan datang untuk menghakimi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orang yang hidup dan yang mati.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640377"/>
            <a:ext cx="1040992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aufgefahren in den Himmel;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er sitzt zur Rechten Gottes,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des allmächtigen Vaters;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von dort wird er kommen,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zu richten die Lebenden und die Toten.</a:t>
            </a:r>
          </a:p>
        </p:txBody>
      </p:sp>
    </p:spTree>
    <p:extLst>
      <p:ext uri="{BB962C8B-B14F-4D97-AF65-F5344CB8AC3E}">
        <p14:creationId xmlns:p14="http://schemas.microsoft.com/office/powerpoint/2010/main" val="142882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Aku percaya kepada Roh Kudus,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 yang kudus dan am,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persekutuan orang kudus,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Ich glaube an den Heiligen Geist,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die heilige christliche Kirche,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Gemeinschaft der Heiligen,</a:t>
            </a:r>
          </a:p>
        </p:txBody>
      </p:sp>
    </p:spTree>
    <p:extLst>
      <p:ext uri="{BB962C8B-B14F-4D97-AF65-F5344CB8AC3E}">
        <p14:creationId xmlns:p14="http://schemas.microsoft.com/office/powerpoint/2010/main" val="30685483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APOSTLE_CREED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343;p34">
            <a:extLst>
              <a:ext uri="{FF2B5EF4-FFF2-40B4-BE49-F238E27FC236}">
                <a16:creationId xmlns:a16="http://schemas.microsoft.com/office/drawing/2014/main" id="{27E03651-9F19-0E9F-6845-5A9DACA99D1B}"/>
              </a:ext>
            </a:extLst>
          </p:cNvPr>
          <p:cNvSpPr txBox="1">
            <a:spLocks/>
          </p:cNvSpPr>
          <p:nvPr userDrawn="1"/>
        </p:nvSpPr>
        <p:spPr>
          <a:xfrm>
            <a:off x="886691" y="3429000"/>
            <a:ext cx="10409920" cy="2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4800"/>
            </a:pP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pengampunan dosa,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kebangkitan tubuh,</a:t>
            </a:r>
            <a:b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sv-SE" sz="3600" b="0" i="1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dan hidup yang kekal. Amin.</a:t>
            </a:r>
            <a:endParaRPr lang="en-US" sz="3600" b="0" i="1" u="none" strike="noStrike" cap="none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B42EA6-742F-F61E-F603-071714F390A5}"/>
              </a:ext>
            </a:extLst>
          </p:cNvPr>
          <p:cNvSpPr txBox="1"/>
          <p:nvPr userDrawn="1"/>
        </p:nvSpPr>
        <p:spPr>
          <a:xfrm>
            <a:off x="886691" y="1393918"/>
            <a:ext cx="1040992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Vergebung der Sünden,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Auferstehung der Toten </a:t>
            </a:r>
            <a:b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</a:br>
            <a:r>
              <a:rPr lang="de-DE" sz="3800" b="1" i="0" u="none" strike="noStrike" cap="none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und das ewige Leben. Amen.</a:t>
            </a:r>
          </a:p>
        </p:txBody>
      </p:sp>
    </p:spTree>
    <p:extLst>
      <p:ext uri="{BB962C8B-B14F-4D97-AF65-F5344CB8AC3E}">
        <p14:creationId xmlns:p14="http://schemas.microsoft.com/office/powerpoint/2010/main" val="416719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NGINJI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08;p40">
            <a:extLst>
              <a:ext uri="{FF2B5EF4-FFF2-40B4-BE49-F238E27FC236}">
                <a16:creationId xmlns:a16="http://schemas.microsoft.com/office/drawing/2014/main" id="{87FB86D5-32DD-72CF-836B-B2F76685381C}"/>
              </a:ext>
            </a:extLst>
          </p:cNvPr>
          <p:cNvSpPr txBox="1"/>
          <p:nvPr userDrawn="1"/>
        </p:nvSpPr>
        <p:spPr>
          <a:xfrm>
            <a:off x="415650" y="4132073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Penginjilan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AE93-89A8-E3C3-5505-619E958DAD4F}"/>
              </a:ext>
            </a:extLst>
          </p:cNvPr>
          <p:cNvSpPr txBox="1"/>
          <p:nvPr userDrawn="1"/>
        </p:nvSpPr>
        <p:spPr>
          <a:xfrm>
            <a:off x="540327" y="3068995"/>
            <a:ext cx="1111134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Evangelisation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0060FE-7A8C-F775-ABCC-FF5F1346B7C9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98356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SEKOL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F13407FD-FA82-CF2C-B8B5-76E175CB455E}"/>
              </a:ext>
            </a:extLst>
          </p:cNvPr>
          <p:cNvSpPr txBox="1">
            <a:spLocks/>
          </p:cNvSpPr>
          <p:nvPr userDrawn="1"/>
        </p:nvSpPr>
        <p:spPr>
          <a:xfrm>
            <a:off x="212691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de-DE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Theologische Schule (blau)</a:t>
            </a:r>
            <a:endParaRPr lang="de-DE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15;p42">
            <a:extLst>
              <a:ext uri="{FF2B5EF4-FFF2-40B4-BE49-F238E27FC236}">
                <a16:creationId xmlns:a16="http://schemas.microsoft.com/office/drawing/2014/main" id="{5A2CB274-C3AE-FB9E-CF5C-C6228A810AA2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Sekolah Teologi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45BDC8-1B46-315D-7696-90B46EA617F8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789895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MAND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20;p44">
            <a:extLst>
              <a:ext uri="{FF2B5EF4-FFF2-40B4-BE49-F238E27FC236}">
                <a16:creationId xmlns:a16="http://schemas.microsoft.com/office/drawing/2014/main" id="{1DA032EB-F898-9535-7567-66BB02205987}"/>
              </a:ext>
            </a:extLst>
          </p:cNvPr>
          <p:cNvSpPr txBox="1">
            <a:spLocks/>
          </p:cNvSpPr>
          <p:nvPr userDrawn="1"/>
        </p:nvSpPr>
        <p:spPr>
          <a:xfrm>
            <a:off x="334030" y="2789238"/>
            <a:ext cx="11360150" cy="119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5200"/>
            </a:pPr>
            <a:r>
              <a:rPr lang="nn-NO" sz="4000" b="1" u="sng"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Kulturelle Mandate (blau)</a:t>
            </a:r>
            <a:endParaRPr lang="nn-NO" sz="4800" b="1" u="sng"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6" name="Google Shape;422;p44">
            <a:extLst>
              <a:ext uri="{FF2B5EF4-FFF2-40B4-BE49-F238E27FC236}">
                <a16:creationId xmlns:a16="http://schemas.microsoft.com/office/drawing/2014/main" id="{0ECC02AD-1FDC-1D75-598B-42DA374B67B7}"/>
              </a:ext>
            </a:extLst>
          </p:cNvPr>
          <p:cNvSpPr txBox="1"/>
          <p:nvPr userDrawn="1"/>
        </p:nvSpPr>
        <p:spPr>
          <a:xfrm>
            <a:off x="333755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Mandat Budaya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65898D-20AD-64F3-C280-265D148523E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340217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PEMBANGUN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29;p45">
            <a:extLst>
              <a:ext uri="{FF2B5EF4-FFF2-40B4-BE49-F238E27FC236}">
                <a16:creationId xmlns:a16="http://schemas.microsoft.com/office/drawing/2014/main" id="{97A8C1C8-5736-E2AF-22DD-478AA7FAF5E9}"/>
              </a:ext>
            </a:extLst>
          </p:cNvPr>
          <p:cNvSpPr txBox="1"/>
          <p:nvPr userDrawn="1"/>
        </p:nvSpPr>
        <p:spPr>
          <a:xfrm>
            <a:off x="415658" y="37832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merah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 &amp; Pembangunan Gedung 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Gereja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lang="en-US" sz="2667" b="0" i="0" u="none" strike="noStrike" cap="none" dirty="0" err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biru</a:t>
            </a:r>
            <a:r>
              <a:rPr lang="en-US" sz="2667" b="0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sz="2667" b="0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ECCAB4-A5FA-944B-B8D3-D0CEB252C1F0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7D02A6-D1AA-A9E5-D493-45BD963A76D2}"/>
              </a:ext>
            </a:extLst>
          </p:cNvPr>
          <p:cNvSpPr txBox="1"/>
          <p:nvPr userDrawn="1"/>
        </p:nvSpPr>
        <p:spPr>
          <a:xfrm>
            <a:off x="877454" y="3075057"/>
            <a:ext cx="104370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Kirchengebäude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78853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_DIAKO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36;p46">
            <a:extLst>
              <a:ext uri="{FF2B5EF4-FFF2-40B4-BE49-F238E27FC236}">
                <a16:creationId xmlns:a16="http://schemas.microsoft.com/office/drawing/2014/main" id="{94E7028D-0D5E-467D-866B-43030379D653}"/>
              </a:ext>
            </a:extLst>
          </p:cNvPr>
          <p:cNvSpPr txBox="1"/>
          <p:nvPr userDrawn="1"/>
        </p:nvSpPr>
        <p:spPr>
          <a:xfrm>
            <a:off x="212416" y="3797129"/>
            <a:ext cx="11360700" cy="8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67"/>
              <a:buFont typeface="Arial"/>
              <a:buNone/>
            </a:pPr>
            <a:r>
              <a:rPr lang="en-US" sz="2667" b="0" i="0" u="none" strike="noStrike" cap="none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MRII Hamburg (merah) &amp; Diakonia (biru)</a:t>
            </a:r>
            <a:endParaRPr sz="2667" b="0" i="0" u="none" strike="noStrike" cap="none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1E54573-A059-9466-99A7-04D6BDA2F233}"/>
              </a:ext>
            </a:extLst>
          </p:cNvPr>
          <p:cNvSpPr txBox="1"/>
          <p:nvPr userDrawn="1"/>
        </p:nvSpPr>
        <p:spPr>
          <a:xfrm>
            <a:off x="3048000" y="2395640"/>
            <a:ext cx="6096000" cy="37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1867" b="0" i="1" u="none" strike="noStrike" kern="0" cap="none" spc="0" normalizeH="0" baseline="0" noProof="0" dirty="0" err="1">
                <a:ln>
                  <a:noFill/>
                </a:ln>
                <a:solidFill>
                  <a:srgbClr val="ADADAD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Kollekte</a:t>
            </a:r>
            <a:endParaRPr lang="de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492213-D06A-A1DD-8EAB-0CF46ED58A54}"/>
              </a:ext>
            </a:extLst>
          </p:cNvPr>
          <p:cNvSpPr txBox="1"/>
          <p:nvPr userDrawn="1"/>
        </p:nvSpPr>
        <p:spPr>
          <a:xfrm>
            <a:off x="1311564" y="3084293"/>
            <a:ext cx="95688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MRII Hamburg (rot) &amp; 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Diakonie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 (</a:t>
            </a:r>
            <a:r>
              <a:rPr kumimoji="0" lang="en-US" sz="40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blau</a:t>
            </a:r>
            <a:r>
              <a:rPr kumimoji="0" lang="en-US" sz="4000" b="1" i="0" u="sng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59220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543C5-98D6-87AA-F92C-0BF2349EC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BB34E5-D037-83E2-5D8A-C6E5ADB73A6A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F8DDB14-A30F-7D72-41CA-53A3DC86DD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37992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3615-D61C-767F-3EB6-44297A305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50D969-5511-A3D7-4E20-1C5E8306457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C682C76-F978-7C12-0093-3100BF7556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5573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6C2EA-8572-53B9-B6AD-14C362E96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9FD34C-68F1-B43D-3518-C97518BF6343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B9721-7942-76BD-02EA-D32A7C0FFF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2085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XOLO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705D3-000D-A747-4BE8-6A409807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A90F3DB-7856-0647-2AD8-367DAB06A41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4" name="Google Shape;539;p83" descr="Diagram&#10;&#10;Description automatically generated">
            <a:extLst>
              <a:ext uri="{FF2B5EF4-FFF2-40B4-BE49-F238E27FC236}">
                <a16:creationId xmlns:a16="http://schemas.microsoft.com/office/drawing/2014/main" id="{B864D24E-3491-C15E-143F-C2E0987CFC0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946078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0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B5893542-C173-D283-60F0-78B3311E64FE}"/>
              </a:ext>
            </a:extLst>
          </p:cNvPr>
          <p:cNvSpPr txBox="1"/>
          <p:nvPr userDrawn="1"/>
        </p:nvSpPr>
        <p:spPr>
          <a:xfrm>
            <a:off x="3047987" y="2598003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800" b="1" i="0" u="sng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Bekanntmachung</a:t>
            </a: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EB4856-D749-EC0C-7B37-F75D44C6B67C}"/>
              </a:ext>
            </a:extLst>
          </p:cNvPr>
          <p:cNvSpPr txBox="1"/>
          <p:nvPr userDrawn="1"/>
        </p:nvSpPr>
        <p:spPr>
          <a:xfrm>
            <a:off x="3047987" y="3772640"/>
            <a:ext cx="6096000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667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Warta </a:t>
            </a:r>
            <a:r>
              <a:rPr kumimoji="0" lang="en-US" sz="2667" b="0" i="1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Condensed"/>
                <a:ea typeface="Roboto Condensed"/>
                <a:cs typeface="Roboto Condensed"/>
                <a:sym typeface="Roboto Condensed"/>
              </a:rPr>
              <a:t>Jemaat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2644384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592;p55">
            <a:extLst>
              <a:ext uri="{FF2B5EF4-FFF2-40B4-BE49-F238E27FC236}">
                <a16:creationId xmlns:a16="http://schemas.microsoft.com/office/drawing/2014/main" id="{BC7649FF-8896-646D-A144-B7FCE7E2B577}"/>
              </a:ext>
            </a:extLst>
          </p:cNvPr>
          <p:cNvGrpSpPr/>
          <p:nvPr userDrawn="1"/>
        </p:nvGrpSpPr>
        <p:grpSpPr>
          <a:xfrm>
            <a:off x="2683251" y="0"/>
            <a:ext cx="6825499" cy="6858000"/>
            <a:chOff x="2683251" y="0"/>
            <a:chExt cx="6825499" cy="6858000"/>
          </a:xfrm>
        </p:grpSpPr>
        <p:pic>
          <p:nvPicPr>
            <p:cNvPr id="4" name="Google Shape;593;p55">
              <a:extLst>
                <a:ext uri="{FF2B5EF4-FFF2-40B4-BE49-F238E27FC236}">
                  <a16:creationId xmlns:a16="http://schemas.microsoft.com/office/drawing/2014/main" id="{60C13581-1C9D-0EAD-1CFB-348A59515045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683251" y="0"/>
              <a:ext cx="6825499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" name="Google Shape;594;p55">
              <a:extLst>
                <a:ext uri="{FF2B5EF4-FFF2-40B4-BE49-F238E27FC236}">
                  <a16:creationId xmlns:a16="http://schemas.microsoft.com/office/drawing/2014/main" id="{E1A918C8-1F88-ABC3-4CAA-6FD8810624E5}"/>
                </a:ext>
              </a:extLst>
            </p:cNvPr>
            <p:cNvSpPr/>
            <p:nvPr/>
          </p:nvSpPr>
          <p:spPr>
            <a:xfrm>
              <a:off x="4539916" y="5245768"/>
              <a:ext cx="3192300" cy="8181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" name="Google Shape;595;p55">
              <a:extLst>
                <a:ext uri="{FF2B5EF4-FFF2-40B4-BE49-F238E27FC236}">
                  <a16:creationId xmlns:a16="http://schemas.microsoft.com/office/drawing/2014/main" id="{D5A8B398-6185-58F7-D6CA-DFA4FA420EE9}"/>
                </a:ext>
              </a:extLst>
            </p:cNvPr>
            <p:cNvSpPr/>
            <p:nvPr/>
          </p:nvSpPr>
          <p:spPr>
            <a:xfrm>
              <a:off x="4692315" y="537410"/>
              <a:ext cx="3192300" cy="409200"/>
            </a:xfrm>
            <a:prstGeom prst="rect">
              <a:avLst/>
            </a:prstGeom>
            <a:solidFill>
              <a:srgbClr val="FFFFFF"/>
            </a:solidFill>
            <a:ln w="254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21212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426665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06;p39" descr="patrick-fore-b_SHPU5M3nk-unsplash.jpg">
            <a:extLst>
              <a:ext uri="{FF2B5EF4-FFF2-40B4-BE49-F238E27FC236}">
                <a16:creationId xmlns:a16="http://schemas.microsoft.com/office/drawing/2014/main" id="{C35562CE-C0AF-3917-6DC5-389A50C6D5DB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3148" r="8133"/>
          <a:stretch/>
        </p:blipFill>
        <p:spPr>
          <a:xfrm>
            <a:off x="1524000" y="0"/>
            <a:ext cx="9144000" cy="687121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07;p39">
            <a:extLst>
              <a:ext uri="{FF2B5EF4-FFF2-40B4-BE49-F238E27FC236}">
                <a16:creationId xmlns:a16="http://schemas.microsoft.com/office/drawing/2014/main" id="{BC0A9372-B386-F18F-DF1E-D15ED44157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94122" y="1461957"/>
            <a:ext cx="5232400" cy="1456809"/>
          </a:xfrm>
          <a:prstGeom prst="rect">
            <a:avLst/>
          </a:prstGeom>
          <a:solidFill>
            <a:srgbClr val="FFFFFF">
              <a:alpha val="52549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5" name="Google Shape;508;p39">
            <a:extLst>
              <a:ext uri="{FF2B5EF4-FFF2-40B4-BE49-F238E27FC236}">
                <a16:creationId xmlns:a16="http://schemas.microsoft.com/office/drawing/2014/main" id="{B72347F6-285C-7475-1ED4-5A0A54DB66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494122" y="3135919"/>
            <a:ext cx="5232400" cy="1456809"/>
          </a:xfrm>
          <a:prstGeom prst="rect">
            <a:avLst/>
          </a:prstGeom>
          <a:solidFill>
            <a:srgbClr val="FFFFFF">
              <a:alpha val="52941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4400"/>
            </a:pPr>
            <a:endParaRPr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277C356-5377-C06A-43AE-CD2F4FAD58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4338" y="1462088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Persekutuan</a:t>
            </a:r>
            <a:r>
              <a:rPr lang="de-DE" dirty="0"/>
              <a:t> </a:t>
            </a:r>
            <a:r>
              <a:rPr lang="de-DE" dirty="0" err="1"/>
              <a:t>Doa</a:t>
            </a:r>
            <a:endParaRPr lang="de-DE" dirty="0"/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B314846C-62E5-C959-3239-835344BF2E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Gebetkreis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90F47EB-A461-0C0C-5F26-198E3F5947E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338" y="217011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32" name="Text Placeholder 29">
            <a:extLst>
              <a:ext uri="{FF2B5EF4-FFF2-40B4-BE49-F238E27FC236}">
                <a16:creationId xmlns:a16="http://schemas.microsoft.com/office/drawing/2014/main" id="{679D7D8D-A24B-1294-6BB0-DD01418495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83440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1686638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558;p51" descr="aaron-burden-UIib0bAvWfs-unsplash.jpg">
            <a:extLst>
              <a:ext uri="{FF2B5EF4-FFF2-40B4-BE49-F238E27FC236}">
                <a16:creationId xmlns:a16="http://schemas.microsoft.com/office/drawing/2014/main" id="{5F514B6A-C30B-C5F5-4F94-892F4564F5F0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559;p51">
            <a:extLst>
              <a:ext uri="{FF2B5EF4-FFF2-40B4-BE49-F238E27FC236}">
                <a16:creationId xmlns:a16="http://schemas.microsoft.com/office/drawing/2014/main" id="{74352B10-F48A-65A4-861F-4D0C08647147}"/>
              </a:ext>
            </a:extLst>
          </p:cNvPr>
          <p:cNvSpPr/>
          <p:nvPr userDrawn="1"/>
        </p:nvSpPr>
        <p:spPr>
          <a:xfrm>
            <a:off x="5547300" y="1577076"/>
            <a:ext cx="5120700" cy="1607700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60;p51">
            <a:extLst>
              <a:ext uri="{FF2B5EF4-FFF2-40B4-BE49-F238E27FC236}">
                <a16:creationId xmlns:a16="http://schemas.microsoft.com/office/drawing/2014/main" id="{4237855C-70D7-EB70-5B80-E4F2E75BA6DA}"/>
              </a:ext>
            </a:extLst>
          </p:cNvPr>
          <p:cNvSpPr/>
          <p:nvPr userDrawn="1"/>
        </p:nvSpPr>
        <p:spPr>
          <a:xfrm>
            <a:off x="5557750" y="3428999"/>
            <a:ext cx="5120700" cy="1470923"/>
          </a:xfrm>
          <a:prstGeom prst="rect">
            <a:avLst/>
          </a:prstGeom>
          <a:solidFill>
            <a:srgbClr val="FFFFFF">
              <a:alpha val="47843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8627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orsiva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C64B9234-BA2F-52FC-74ED-BA2B052A70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57750" y="1577076"/>
            <a:ext cx="5120700" cy="708025"/>
          </a:xfrm>
        </p:spPr>
        <p:txBody>
          <a:bodyPr/>
          <a:lstStyle>
            <a:lvl1pPr marL="114300" indent="0" algn="ctr">
              <a:buNone/>
              <a:defRPr sz="36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Seminar </a:t>
            </a:r>
            <a:r>
              <a:rPr lang="de-DE" dirty="0" err="1"/>
              <a:t>Pdt</a:t>
            </a:r>
            <a:r>
              <a:rPr lang="de-DE" dirty="0"/>
              <a:t>. Billy </a:t>
            </a:r>
            <a:r>
              <a:rPr lang="de-DE" dirty="0" err="1"/>
              <a:t>Kristanto</a:t>
            </a:r>
            <a:endParaRPr lang="de-DE" dirty="0"/>
          </a:p>
        </p:txBody>
      </p:sp>
      <p:sp>
        <p:nvSpPr>
          <p:cNvPr id="9" name="Text Placeholder 26">
            <a:extLst>
              <a:ext uri="{FF2B5EF4-FFF2-40B4-BE49-F238E27FC236}">
                <a16:creationId xmlns:a16="http://schemas.microsoft.com/office/drawing/2014/main" id="{40343696-4535-59FE-778B-1666B893C62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36850" y="3425610"/>
            <a:ext cx="5120700" cy="708025"/>
          </a:xfrm>
        </p:spPr>
        <p:txBody>
          <a:bodyPr/>
          <a:lstStyle>
            <a:lvl1pPr marL="114300" indent="0" algn="ctr">
              <a:buNone/>
              <a:defRPr sz="36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Seminary</a:t>
            </a:r>
            <a:r>
              <a:rPr lang="de-DE" dirty="0"/>
              <a:t> </a:t>
            </a:r>
            <a:r>
              <a:rPr lang="de-DE" dirty="0" err="1"/>
              <a:t>Pfr</a:t>
            </a:r>
            <a:r>
              <a:rPr lang="de-DE" dirty="0"/>
              <a:t>. Billy </a:t>
            </a:r>
            <a:r>
              <a:rPr lang="de-DE" dirty="0" err="1"/>
              <a:t>Kristanto</a:t>
            </a:r>
            <a:endParaRPr lang="de-DE" dirty="0"/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9BCAE751-925B-8146-DC9A-BACD6F445B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47516" y="2285101"/>
            <a:ext cx="5120484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5E88F323-8E44-5FE2-1A19-157C3D3D28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26400" y="4121619"/>
            <a:ext cx="51207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7227533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77;g238c28804b7_0_0" descr="akira-hojo-_86u_Y0oAaM-unsplash.jpg">
            <a:extLst>
              <a:ext uri="{FF2B5EF4-FFF2-40B4-BE49-F238E27FC236}">
                <a16:creationId xmlns:a16="http://schemas.microsoft.com/office/drawing/2014/main" id="{7BB6F836-6276-9678-0F0C-7F301C1BAC43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/>
          </a:blip>
          <a:srcRect l="6852" r="4266"/>
          <a:stretch/>
        </p:blipFill>
        <p:spPr>
          <a:xfrm>
            <a:off x="1524001" y="0"/>
            <a:ext cx="9144000" cy="6858002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78;g238c28804b7_0_0">
            <a:extLst>
              <a:ext uri="{FF2B5EF4-FFF2-40B4-BE49-F238E27FC236}">
                <a16:creationId xmlns:a16="http://schemas.microsoft.com/office/drawing/2014/main" id="{0B1971B2-10F1-8B78-CD6A-872D2D3FF5EC}"/>
              </a:ext>
            </a:extLst>
          </p:cNvPr>
          <p:cNvSpPr>
            <a:spLocks/>
          </p:cNvSpPr>
          <p:nvPr userDrawn="1"/>
        </p:nvSpPr>
        <p:spPr>
          <a:xfrm>
            <a:off x="2905474" y="771861"/>
            <a:ext cx="7762500" cy="2349026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79;g238c28804b7_0_0">
            <a:extLst>
              <a:ext uri="{FF2B5EF4-FFF2-40B4-BE49-F238E27FC236}">
                <a16:creationId xmlns:a16="http://schemas.microsoft.com/office/drawing/2014/main" id="{3340BD38-0D34-0DD3-083E-5E4C982134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05539" y="3737114"/>
            <a:ext cx="7762500" cy="1987800"/>
          </a:xfrm>
          <a:prstGeom prst="rect">
            <a:avLst/>
          </a:prstGeom>
          <a:solidFill>
            <a:schemeClr val="dk1">
              <a:alpha val="47843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843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B5989618-EE8D-A309-7653-631BA609EA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05496" y="1015110"/>
            <a:ext cx="7762460" cy="980941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Ibadah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8" name="Text Placeholder 26">
            <a:extLst>
              <a:ext uri="{FF2B5EF4-FFF2-40B4-BE49-F238E27FC236}">
                <a16:creationId xmlns:a16="http://schemas.microsoft.com/office/drawing/2014/main" id="{1533D51C-0561-5F1F-FCCD-8256995D785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05496" y="3759160"/>
            <a:ext cx="7762459" cy="1058494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Sonntagsgottesdienst</a:t>
            </a:r>
          </a:p>
        </p:txBody>
      </p:sp>
      <p:sp>
        <p:nvSpPr>
          <p:cNvPr id="9" name="Text Placeholder 29">
            <a:extLst>
              <a:ext uri="{FF2B5EF4-FFF2-40B4-BE49-F238E27FC236}">
                <a16:creationId xmlns:a16="http://schemas.microsoft.com/office/drawing/2014/main" id="{8ABFA118-4DF0-EF68-D397-3ED8EB97B7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905495" y="2044788"/>
            <a:ext cx="7762459" cy="832817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10" name="Text Placeholder 29">
            <a:extLst>
              <a:ext uri="{FF2B5EF4-FFF2-40B4-BE49-F238E27FC236}">
                <a16:creationId xmlns:a16="http://schemas.microsoft.com/office/drawing/2014/main" id="{0C35CC88-21D9-0F7A-6CD6-497149F3BF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05537" y="4887109"/>
            <a:ext cx="7762459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32292469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584;g247ebc81067_0_0">
            <a:extLst>
              <a:ext uri="{FF2B5EF4-FFF2-40B4-BE49-F238E27FC236}">
                <a16:creationId xmlns:a16="http://schemas.microsoft.com/office/drawing/2014/main" id="{B0628E7E-AB9C-0D73-F146-F35F3CD1EF35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74000"/>
          </a:blip>
          <a:srcRect/>
          <a:stretch/>
        </p:blipFill>
        <p:spPr>
          <a:xfrm>
            <a:off x="1524000" y="0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585;g247ebc81067_0_0">
            <a:extLst>
              <a:ext uri="{FF2B5EF4-FFF2-40B4-BE49-F238E27FC236}">
                <a16:creationId xmlns:a16="http://schemas.microsoft.com/office/drawing/2014/main" id="{5813634B-C1CF-2576-C8A6-91866D56E4BA}"/>
              </a:ext>
            </a:extLst>
          </p:cNvPr>
          <p:cNvSpPr/>
          <p:nvPr userDrawn="1"/>
        </p:nvSpPr>
        <p:spPr>
          <a:xfrm>
            <a:off x="5479398" y="1205264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586;g247ebc81067_0_0">
            <a:extLst>
              <a:ext uri="{FF2B5EF4-FFF2-40B4-BE49-F238E27FC236}">
                <a16:creationId xmlns:a16="http://schemas.microsoft.com/office/drawing/2014/main" id="{85D452FD-1D1D-A063-A01C-62E121A92ABC}"/>
              </a:ext>
            </a:extLst>
          </p:cNvPr>
          <p:cNvSpPr/>
          <p:nvPr userDrawn="1"/>
        </p:nvSpPr>
        <p:spPr>
          <a:xfrm>
            <a:off x="5494222" y="3133896"/>
            <a:ext cx="5232300" cy="1625700"/>
          </a:xfrm>
          <a:prstGeom prst="rect">
            <a:avLst/>
          </a:prstGeom>
          <a:solidFill>
            <a:srgbClr val="FFFFFF">
              <a:alpha val="47450"/>
            </a:srgbClr>
          </a:solidFill>
          <a:ln>
            <a:noFill/>
          </a:ln>
          <a:effectLst>
            <a:outerShdw blurRad="40000" dist="23000" dir="5400000" rotWithShape="0">
              <a:srgbClr val="000000">
                <a:alpha val="294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26E36A7A-50BC-A8A4-8B3A-26639B00E71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94122" y="1239305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 err="1"/>
              <a:t>Sekolah</a:t>
            </a:r>
            <a:r>
              <a:rPr lang="de-DE" dirty="0"/>
              <a:t> </a:t>
            </a:r>
            <a:r>
              <a:rPr lang="de-DE" dirty="0" err="1"/>
              <a:t>Minggu</a:t>
            </a:r>
            <a:endParaRPr lang="de-DE" dirty="0"/>
          </a:p>
        </p:txBody>
      </p:sp>
      <p:sp>
        <p:nvSpPr>
          <p:cNvPr id="4" name="Text Placeholder 26">
            <a:extLst>
              <a:ext uri="{FF2B5EF4-FFF2-40B4-BE49-F238E27FC236}">
                <a16:creationId xmlns:a16="http://schemas.microsoft.com/office/drawing/2014/main" id="{9A6ED105-63CE-8830-117F-294EF966FD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94122" y="3133896"/>
            <a:ext cx="5232400" cy="708025"/>
          </a:xfrm>
        </p:spPr>
        <p:txBody>
          <a:bodyPr/>
          <a:lstStyle>
            <a:lvl1pPr marL="114300" indent="0" algn="ctr">
              <a:buNone/>
              <a:defRPr sz="4000">
                <a:solidFill>
                  <a:schemeClr val="bg1"/>
                </a:solidFill>
                <a:latin typeface="Corsiva" panose="020B0604020202020204" charset="0"/>
              </a:defRPr>
            </a:lvl1pPr>
          </a:lstStyle>
          <a:p>
            <a:pPr lvl="0"/>
            <a:r>
              <a:rPr lang="de-DE" dirty="0"/>
              <a:t>Sonntagsschule</a:t>
            </a:r>
          </a:p>
        </p:txBody>
      </p:sp>
      <p:sp>
        <p:nvSpPr>
          <p:cNvPr id="5" name="Text Placeholder 29">
            <a:extLst>
              <a:ext uri="{FF2B5EF4-FFF2-40B4-BE49-F238E27FC236}">
                <a16:creationId xmlns:a16="http://schemas.microsoft.com/office/drawing/2014/main" id="{4E640DE2-3F21-FEA7-765A-0FDE332A79A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94122" y="2058855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 err="1"/>
              <a:t>Waktu</a:t>
            </a:r>
            <a:endParaRPr lang="de-DE" dirty="0"/>
          </a:p>
          <a:p>
            <a:pPr lvl="0"/>
            <a:r>
              <a:rPr lang="de-DE" dirty="0"/>
              <a:t>Tempat</a:t>
            </a:r>
          </a:p>
        </p:txBody>
      </p:sp>
      <p:sp>
        <p:nvSpPr>
          <p:cNvPr id="8" name="Text Placeholder 29">
            <a:extLst>
              <a:ext uri="{FF2B5EF4-FFF2-40B4-BE49-F238E27FC236}">
                <a16:creationId xmlns:a16="http://schemas.microsoft.com/office/drawing/2014/main" id="{9B4A3C71-1E5B-7DEF-E029-5B3B868091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94122" y="3916583"/>
            <a:ext cx="5232400" cy="768350"/>
          </a:xfrm>
        </p:spPr>
        <p:txBody>
          <a:bodyPr/>
          <a:lstStyle>
            <a:lvl1pPr marL="11430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Zeit</a:t>
            </a:r>
          </a:p>
          <a:p>
            <a:pPr lvl="0"/>
            <a:r>
              <a:rPr lang="de-DE" dirty="0"/>
              <a:t>Ort</a:t>
            </a:r>
          </a:p>
        </p:txBody>
      </p:sp>
    </p:spTree>
    <p:extLst>
      <p:ext uri="{BB962C8B-B14F-4D97-AF65-F5344CB8AC3E}">
        <p14:creationId xmlns:p14="http://schemas.microsoft.com/office/powerpoint/2010/main" val="13015416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610;g23c4c92a5cf_0_24">
            <a:extLst>
              <a:ext uri="{FF2B5EF4-FFF2-40B4-BE49-F238E27FC236}">
                <a16:creationId xmlns:a16="http://schemas.microsoft.com/office/drawing/2014/main" id="{EBFC647D-0F46-888D-279E-4A8602F1E524}"/>
              </a:ext>
            </a:extLst>
          </p:cNvPr>
          <p:cNvPicPr preferRelativeResize="0">
            <a:picLocks noGrp="1" noRot="1" noMove="1" noResize="1" noEditPoints="1" noAdjustHandles="1" noChangeArrowheads="1" noChangeShapeType="1" noCrop="1"/>
          </p:cNvPicPr>
          <p:nvPr userDrawn="1"/>
        </p:nvPicPr>
        <p:blipFill rotWithShape="1">
          <a:blip r:embed="rId2">
            <a:alphaModFix amt="64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152400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613;g23c4c92a5cf_0_24">
            <a:extLst>
              <a:ext uri="{FF2B5EF4-FFF2-40B4-BE49-F238E27FC236}">
                <a16:creationId xmlns:a16="http://schemas.microsoft.com/office/drawing/2014/main" id="{21C1CF7C-B74B-6F48-A274-F6CF29860A7D}"/>
              </a:ext>
            </a:extLst>
          </p:cNvPr>
          <p:cNvSpPr/>
          <p:nvPr userDrawn="1"/>
        </p:nvSpPr>
        <p:spPr>
          <a:xfrm>
            <a:off x="6314185" y="1714488"/>
            <a:ext cx="142800" cy="642900"/>
          </a:xfrm>
          <a:prstGeom prst="rightBrace">
            <a:avLst>
              <a:gd name="adj1" fmla="val 8333"/>
              <a:gd name="adj2" fmla="val 50000"/>
            </a:avLst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614;g23c4c92a5cf_0_24">
            <a:extLst>
              <a:ext uri="{FF2B5EF4-FFF2-40B4-BE49-F238E27FC236}">
                <a16:creationId xmlns:a16="http://schemas.microsoft.com/office/drawing/2014/main" id="{78BB9530-CBFE-8437-79A0-FDD0A8238B27}"/>
              </a:ext>
            </a:extLst>
          </p:cNvPr>
          <p:cNvSpPr txBox="1"/>
          <p:nvPr userDrawn="1"/>
        </p:nvSpPr>
        <p:spPr>
          <a:xfrm>
            <a:off x="6475318" y="1766064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615;g23c4c92a5cf_0_24">
            <a:extLst>
              <a:ext uri="{FF2B5EF4-FFF2-40B4-BE49-F238E27FC236}">
                <a16:creationId xmlns:a16="http://schemas.microsoft.com/office/drawing/2014/main" id="{184A50BE-44CC-D73D-F12F-F9CB0F2C01A1}"/>
              </a:ext>
            </a:extLst>
          </p:cNvPr>
          <p:cNvSpPr/>
          <p:nvPr userDrawn="1"/>
        </p:nvSpPr>
        <p:spPr>
          <a:xfrm>
            <a:off x="6419790" y="4888342"/>
            <a:ext cx="214200" cy="1063200"/>
          </a:xfrm>
          <a:prstGeom prst="rightBrace">
            <a:avLst>
              <a:gd name="adj1" fmla="val 8333"/>
              <a:gd name="adj2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616;g23c4c92a5cf_0_24">
            <a:extLst>
              <a:ext uri="{FF2B5EF4-FFF2-40B4-BE49-F238E27FC236}">
                <a16:creationId xmlns:a16="http://schemas.microsoft.com/office/drawing/2014/main" id="{D58780D2-3A91-BE61-4E67-C3886CD16867}"/>
              </a:ext>
            </a:extLst>
          </p:cNvPr>
          <p:cNvSpPr txBox="1"/>
          <p:nvPr userDrawn="1"/>
        </p:nvSpPr>
        <p:spPr>
          <a:xfrm>
            <a:off x="6662805" y="5179133"/>
            <a:ext cx="486000" cy="4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x2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A87F22-84EE-F298-AC11-1B6A767E2823}"/>
              </a:ext>
            </a:extLst>
          </p:cNvPr>
          <p:cNvSpPr txBox="1"/>
          <p:nvPr userDrawn="1"/>
        </p:nvSpPr>
        <p:spPr>
          <a:xfrm>
            <a:off x="1981200" y="1692276"/>
            <a:ext cx="4216400" cy="4914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Today is your big day, we all love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Be glorified, the name of the Lord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In everything of your life, 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wish you in His name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You‘re a part of body of Christ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really care of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We love you in His name, yes we do</a:t>
            </a:r>
            <a:endParaRPr lang="en-US" sz="1800" dirty="0"/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You are my sister/brother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1800" dirty="0">
                <a:solidFill>
                  <a:srgbClr val="000000"/>
                </a:solidFill>
              </a:rPr>
              <a:t>Happy birthday, happy birthday to you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endParaRPr lang="en-US" sz="1800" dirty="0">
              <a:solidFill>
                <a:srgbClr val="000000"/>
              </a:solidFill>
            </a:endParaRPr>
          </a:p>
          <a:p>
            <a:endParaRPr lang="de-DE" sz="18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BF4BDF-7DDA-7B96-38BD-F01A0CA4FB12}"/>
              </a:ext>
            </a:extLst>
          </p:cNvPr>
          <p:cNvSpPr txBox="1"/>
          <p:nvPr userDrawn="1"/>
        </p:nvSpPr>
        <p:spPr>
          <a:xfrm>
            <a:off x="1524000" y="175491"/>
            <a:ext cx="914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5400" dirty="0">
                <a:latin typeface="Corsiva" panose="020B0604020202020204" charset="0"/>
              </a:rPr>
              <a:t>Happy Birthday</a:t>
            </a:r>
          </a:p>
        </p:txBody>
      </p:sp>
    </p:spTree>
    <p:extLst>
      <p:ext uri="{BB962C8B-B14F-4D97-AF65-F5344CB8AC3E}">
        <p14:creationId xmlns:p14="http://schemas.microsoft.com/office/powerpoint/2010/main" val="199289298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WAR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366A0A-7403-E70C-F0CE-C896606A7A7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4" name="Google Shape;621;p70" descr="Ein Bild, das Himmel, Person, draußen, Gruppe enthält.&#10;&#10;Automatisch generierte Beschreibung">
            <a:extLst>
              <a:ext uri="{FF2B5EF4-FFF2-40B4-BE49-F238E27FC236}">
                <a16:creationId xmlns:a16="http://schemas.microsoft.com/office/drawing/2014/main" id="{D3D997F3-9E66-7028-4F57-1D65ABE916D9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l="3207" t="47418" r="5031" b="3926"/>
          <a:stretch/>
        </p:blipFill>
        <p:spPr>
          <a:xfrm>
            <a:off x="1524000" y="-115576"/>
            <a:ext cx="9144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622;p70">
            <a:extLst>
              <a:ext uri="{FF2B5EF4-FFF2-40B4-BE49-F238E27FC236}">
                <a16:creationId xmlns:a16="http://schemas.microsoft.com/office/drawing/2014/main" id="{6AAA839C-D067-6CDB-CBAF-16114B8619AD}"/>
              </a:ext>
            </a:extLst>
          </p:cNvPr>
          <p:cNvSpPr/>
          <p:nvPr userDrawn="1"/>
        </p:nvSpPr>
        <p:spPr>
          <a:xfrm>
            <a:off x="4998720" y="4564912"/>
            <a:ext cx="5669280" cy="2041452"/>
          </a:xfrm>
          <a:prstGeom prst="rect">
            <a:avLst/>
          </a:prstGeom>
          <a:solidFill>
            <a:schemeClr val="dk1">
              <a:alpha val="45098"/>
            </a:schemeClr>
          </a:solidFill>
          <a:ln>
            <a:noFill/>
          </a:ln>
          <a:effectLst>
            <a:outerShdw blurRad="40000" dist="23000" dir="5400000" rotWithShape="0">
              <a:srgbClr val="000000">
                <a:alpha val="27058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		</a:t>
            </a:r>
            <a:r>
              <a:rPr lang="en-US" sz="4400" b="0" i="0" u="none" strike="noStrike" cap="none" dirty="0" err="1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Kaffezeit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Corsiva"/>
                <a:ea typeface="Corsiva"/>
                <a:cs typeface="Corsiva"/>
                <a:sym typeface="Corsiva"/>
              </a:rPr>
              <a:t>!	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0274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F65-79F8-E7FC-7A0C-FB16C1D09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6D42F8-2AD6-9BDB-05F8-07519BF547EC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539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2">
    <p:bg>
      <p:bgPr>
        <a:solidFill>
          <a:srgbClr val="36060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6;p87">
            <a:extLst>
              <a:ext uri="{FF2B5EF4-FFF2-40B4-BE49-F238E27FC236}">
                <a16:creationId xmlns:a16="http://schemas.microsoft.com/office/drawing/2014/main" id="{07B285F8-41C1-DA9C-D675-7BC21A142D9F}"/>
              </a:ext>
            </a:extLst>
          </p:cNvPr>
          <p:cNvSpPr txBox="1"/>
          <p:nvPr userDrawn="1"/>
        </p:nvSpPr>
        <p:spPr>
          <a:xfrm>
            <a:off x="415600" y="3870118"/>
            <a:ext cx="11360800" cy="11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International Reformed Evangelical Church Hamburg</a:t>
            </a:r>
            <a:endParaRPr sz="3200" b="1" i="0" u="none" strike="noStrike" cap="none" dirty="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pic>
        <p:nvPicPr>
          <p:cNvPr id="5" name="Google Shape;17;p87">
            <a:extLst>
              <a:ext uri="{FF2B5EF4-FFF2-40B4-BE49-F238E27FC236}">
                <a16:creationId xmlns:a16="http://schemas.microsoft.com/office/drawing/2014/main" id="{B444B406-00F0-E1A2-062F-EC6C96D99C3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4114034" y="658862"/>
            <a:ext cx="3963932" cy="3963932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EF26B0-DADB-6E8A-3F4F-040F0C3AF6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907323" y="4947688"/>
            <a:ext cx="6377354" cy="914400"/>
          </a:xfrm>
        </p:spPr>
        <p:txBody>
          <a:bodyPr/>
          <a:lstStyle>
            <a:lvl1pPr marL="114300" indent="0" algn="ctr">
              <a:buNone/>
              <a:defRPr sz="28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716999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AB227-800A-43F3-7319-2C09D186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30E605-D520-989B-CFD9-E8E4E4A846E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64956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8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98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5" name="Google Shape;35;p98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36" name="Google Shape;36;p9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9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0"/>
          <p:cNvSpPr txBox="1">
            <a:spLocks noGrp="1"/>
          </p:cNvSpPr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42" name="Google Shape;42;p100"/>
          <p:cNvSpPr txBox="1">
            <a:spLocks noGrp="1"/>
          </p:cNvSpPr>
          <p:nvPr>
            <p:ph type="body" idx="1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371600" lvl="2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1828800" lvl="3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2286000" lvl="4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2743200" lvl="5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3200400" lvl="6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3657600" lvl="7" indent="-304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4114800" lvl="8" indent="-30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43" name="Google Shape;43;p10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1"/>
          <p:cNvSpPr/>
          <p:nvPr/>
        </p:nvSpPr>
        <p:spPr>
          <a:xfrm>
            <a:off x="6096000" y="33"/>
            <a:ext cx="6096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01"/>
          <p:cNvSpPr txBox="1">
            <a:spLocks noGrp="1"/>
          </p:cNvSpPr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>
            <a:endParaRPr/>
          </a:p>
        </p:txBody>
      </p:sp>
      <p:sp>
        <p:nvSpPr>
          <p:cNvPr id="47" name="Google Shape;47;p101"/>
          <p:cNvSpPr txBox="1">
            <a:spLocks noGrp="1"/>
          </p:cNvSpPr>
          <p:nvPr>
            <p:ph type="subTitle" idx="1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>
            <a:endParaRPr/>
          </a:p>
        </p:txBody>
      </p:sp>
      <p:sp>
        <p:nvSpPr>
          <p:cNvPr id="48" name="Google Shape;48;p101"/>
          <p:cNvSpPr txBox="1">
            <a:spLocks noGrp="1"/>
          </p:cNvSpPr>
          <p:nvPr>
            <p:ph type="body" idx="2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10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2"/>
          <p:cNvSpPr txBox="1">
            <a:spLocks noGrp="1"/>
          </p:cNvSpPr>
          <p:nvPr>
            <p:ph type="body" idx="1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0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3"/>
          <p:cNvSpPr txBox="1">
            <a:spLocks noGrp="1"/>
          </p:cNvSpPr>
          <p:nvPr>
            <p:ph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>
            <a:endParaRPr/>
          </a:p>
        </p:txBody>
      </p:sp>
      <p:sp>
        <p:nvSpPr>
          <p:cNvPr id="55" name="Google Shape;55;p103"/>
          <p:cNvSpPr txBox="1">
            <a:spLocks noGrp="1"/>
          </p:cNvSpPr>
          <p:nvPr>
            <p:ph type="body" idx="1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0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" Type="http://schemas.openxmlformats.org/officeDocument/2006/relationships/slideLayout" Target="../slideLayouts/slideLayout4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8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●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Char char="○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Arial"/>
              <a:buChar char="■"/>
              <a:defRPr sz="1867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8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33"/>
              <a:buFont typeface="Arial"/>
              <a:buNone/>
              <a:defRPr sz="1333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6" r:id="rId1"/>
    <p:sldLayoutId id="2147483672" r:id="rId2"/>
    <p:sldLayoutId id="2147483671" r:id="rId3"/>
    <p:sldLayoutId id="2147483673" r:id="rId4"/>
    <p:sldLayoutId id="2147483674" r:id="rId5"/>
    <p:sldLayoutId id="2147483675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  <p:sldLayoutId id="2147483694" r:id="rId24"/>
    <p:sldLayoutId id="2147483695" r:id="rId25"/>
    <p:sldLayoutId id="2147483706" r:id="rId26"/>
    <p:sldLayoutId id="2147483696" r:id="rId27"/>
    <p:sldLayoutId id="2147483697" r:id="rId28"/>
    <p:sldLayoutId id="2147483698" r:id="rId29"/>
    <p:sldLayoutId id="2147483700" r:id="rId30"/>
    <p:sldLayoutId id="2147483707" r:id="rId31"/>
    <p:sldLayoutId id="2147483702" r:id="rId32"/>
    <p:sldLayoutId id="2147483703" r:id="rId33"/>
    <p:sldLayoutId id="2147483705" r:id="rId34"/>
    <p:sldLayoutId id="2147483701" r:id="rId35"/>
    <p:sldLayoutId id="2147483654" r:id="rId36"/>
    <p:sldLayoutId id="2147483655" r:id="rId37"/>
    <p:sldLayoutId id="2147483656" r:id="rId38"/>
    <p:sldLayoutId id="2147483657" r:id="rId39"/>
    <p:sldLayoutId id="2147483658" r:id="rId40"/>
    <p:sldLayoutId id="2147483659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Kel 1:1-2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1:1 : Dies sind die Namen der Kinder Israel, die mit Jakob nachÄgypten kamen; ein jeglicher kam mit seinem Hause hinein: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1:1 : Inilah nama para anak Israel yang datang ke Mesir bersama-sama dengan Yakub; mereka datang dengan keluarganya masing-masing: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2. Mose 1:2 : Ruben, Simeon, Levi, Juda,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Keluaran 1:2 : Ruben, Simeon, Lewi dan Yehuda;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Pfr.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Pdt. Billy Kristanto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20 August 2023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Persekutuan Doa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Gebetkreis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15:30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Sonntags, 15:30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Seminar Pdt. Billy Kristanto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Seminary Pfr. Billy Kristanto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Minggu 13.08.2023, 15:30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Sonntag 13.08.2023, 15:30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Ibadah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Sonntagsgottesdienst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16:00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Sekolah Minggu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Sonntagsschule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Setiap Minggu, 16:00 CEST </a:t>
            </a:r>
          </a:p>
          <a:p>
            <a:r>
              <a:t> Berner Heerweg 60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Jeden Sonntag, 16:00 CEST </a:t>
            </a:r>
          </a:p>
          <a:p>
            <a:r>
              <a:t> Berner Heerweg 60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6" baseType="lpstr">
      <vt:lpstr>Corsiva</vt:lpstr>
      <vt:lpstr>Roboto</vt:lpstr>
      <vt:lpstr>Roboto Condensed</vt:lpstr>
      <vt:lpstr>Arial</vt:lpstr>
      <vt:lpstr>Calibri</vt:lpstr>
      <vt:lpstr>Simple Dark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Bobby Simarmata</dc:creator>
  <cp:lastModifiedBy>Stephen Kurniawan</cp:lastModifiedBy>
  <cp:revision>53</cp:revision>
  <dcterms:created xsi:type="dcterms:W3CDTF">2021-05-09T21:05:28Z</dcterms:created>
  <dcterms:modified xsi:type="dcterms:W3CDTF">2023-08-13T21:46:22Z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04be5fb-a727-4de8-9a0b-2318b3ae9b1b_Enabled">
    <vt:lpwstr>true</vt:lpwstr>
  </property>
  <property fmtid="{D5CDD505-2E9C-101B-9397-08002B2CF9AE}" pid="3" name="MSIP_Label_604be5fb-a727-4de8-9a0b-2318b3ae9b1b_SetDate">
    <vt:lpwstr>2022-09-01T21:09:35Z</vt:lpwstr>
  </property>
  <property fmtid="{D5CDD505-2E9C-101B-9397-08002B2CF9AE}" pid="4" name="MSIP_Label_604be5fb-a727-4de8-9a0b-2318b3ae9b1b_Method">
    <vt:lpwstr>Standard</vt:lpwstr>
  </property>
  <property fmtid="{D5CDD505-2E9C-101B-9397-08002B2CF9AE}" pid="5" name="MSIP_Label_604be5fb-a727-4de8-9a0b-2318b3ae9b1b_Name">
    <vt:lpwstr>604be5fb-a727-4de8-9a0b-2318b3ae9b1b</vt:lpwstr>
  </property>
  <property fmtid="{D5CDD505-2E9C-101B-9397-08002B2CF9AE}" pid="6" name="MSIP_Label_604be5fb-a727-4de8-9a0b-2318b3ae9b1b_SiteId">
    <vt:lpwstr>e361356b-0fd2-4625-86f0-22ae6904a721</vt:lpwstr>
  </property>
  <property fmtid="{D5CDD505-2E9C-101B-9397-08002B2CF9AE}" pid="7" name="MSIP_Label_604be5fb-a727-4de8-9a0b-2318b3ae9b1b_ActionId">
    <vt:lpwstr>1438cdf0-9406-4d23-95c8-9dc020acdc58</vt:lpwstr>
  </property>
  <property fmtid="{D5CDD505-2E9C-101B-9397-08002B2CF9AE}" pid="8" name="MSIP_Label_604be5fb-a727-4de8-9a0b-2318b3ae9b1b_ContentBits">
    <vt:lpwstr>0</vt:lpwstr>
  </property>
</Properties>
</file>