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77"/>
    <p:sldId id="314" r:id="rId78"/>
    <p:sldId id="315" r:id="rId79"/>
    <p:sldId id="316" r:id="rId80"/>
    <p:sldId id="317" r:id="rId81"/>
    <p:sldId id="318" r:id="rId82"/>
    <p:sldId id="319" r:id="rId83"/>
    <p:sldId id="320" r:id="rId84"/>
    <p:sldId id="321" r:id="rId85"/>
    <p:sldId id="322" r:id="rId86"/>
    <p:sldId id="323" r:id="rId87"/>
    <p:sldId id="324" r:id="rId88"/>
    <p:sldId id="325" r:id="rId89"/>
    <p:sldId id="326" r:id="rId90"/>
    <p:sldId id="327" r:id="rId91"/>
    <p:sldId id="328" r:id="rId92"/>
    <p:sldId id="329" r:id="rId93"/>
    <p:sldId id="330" r:id="rId94"/>
    <p:sldId id="331" r:id="rId95"/>
    <p:sldId id="332" r:id="rId96"/>
    <p:sldId id="333" r:id="rId97"/>
    <p:sldId id="334" r:id="rId98"/>
    <p:sldId id="335" r:id="rId99"/>
    <p:sldId id="336" r:id="rId100"/>
    <p:sldId id="337" r:id="rId101"/>
    <p:sldId id="338" r:id="rId102"/>
    <p:sldId id="339" r:id="rId103"/>
    <p:sldId id="340" r:id="rId104"/>
    <p:sldId id="341" r:id="rId105"/>
    <p:sldId id="342" r:id="rId106"/>
    <p:sldId id="343" r:id="rId107"/>
    <p:sldId id="344" r:id="rId108"/>
    <p:sldId id="345" r:id="rId109"/>
    <p:sldId id="346" r:id="rId110"/>
    <p:sldId id="347" r:id="rId111"/>
    <p:sldId id="348" r:id="rId112"/>
    <p:sldId id="349" r:id="rId113"/>
    <p:sldId id="350" r:id="rId114"/>
    <p:sldId id="351" r:id="rId115"/>
    <p:sldId id="352" r:id="rId116"/>
    <p:sldId id="353" r:id="rId117"/>
  </p:sldIdLst>
  <p:sldSz cx="12192000" cy="6858000"/>
  <p:notesSz cx="6858000" cy="9144000"/>
  <p:embeddedFontLst>
    <p:embeddedFont>
      <p:font typeface="Corsiva" panose="020B0604020202020204" charset="0"/>
      <p:regular r:id="rId3"/>
      <p:bold r:id="rId4"/>
      <p:italic r:id="rId5"/>
      <p:boldItalic r:id="rId6"/>
    </p:embeddedFon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53"/>
    <p:restoredTop sz="94692"/>
  </p:normalViewPr>
  <p:slideViewPr>
    <p:cSldViewPr snapToGrid="0">
      <p:cViewPr varScale="1">
        <p:scale>
          <a:sx n="84" d="100"/>
          <a:sy n="84" d="100"/>
        </p:scale>
        <p:origin x="6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font" Target="fonts/font6.fntdata"/><Relationship Id="rId9" Type="http://schemas.openxmlformats.org/officeDocument/2006/relationships/font" Target="fonts/font7.fntdata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4" Type="http://schemas.openxmlformats.org/officeDocument/2006/relationships/font" Target="fonts/font12.fntdata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schemas.openxmlformats.org/officeDocument/2006/relationships/slide" Target="slides/slide33.xml"/><Relationship Id="rId53" Type="http://schemas.openxmlformats.org/officeDocument/2006/relationships/slide" Target="slides/slide34.xml"/><Relationship Id="rId54" Type="http://schemas.openxmlformats.org/officeDocument/2006/relationships/slide" Target="slides/slide35.xml"/><Relationship Id="rId55" Type="http://schemas.openxmlformats.org/officeDocument/2006/relationships/slide" Target="slides/slide36.xml"/><Relationship Id="rId56" Type="http://schemas.openxmlformats.org/officeDocument/2006/relationships/slide" Target="slides/slide37.xml"/><Relationship Id="rId57" Type="http://schemas.openxmlformats.org/officeDocument/2006/relationships/slide" Target="slides/slide38.xml"/><Relationship Id="rId58" Type="http://schemas.openxmlformats.org/officeDocument/2006/relationships/slide" Target="slides/slide39.xml"/><Relationship Id="rId59" Type="http://schemas.openxmlformats.org/officeDocument/2006/relationships/slide" Target="slides/slide40.xml"/><Relationship Id="rId60" Type="http://schemas.openxmlformats.org/officeDocument/2006/relationships/slide" Target="slides/slide41.xml"/><Relationship Id="rId61" Type="http://schemas.openxmlformats.org/officeDocument/2006/relationships/slide" Target="slides/slide42.xml"/><Relationship Id="rId62" Type="http://schemas.openxmlformats.org/officeDocument/2006/relationships/slide" Target="slides/slide43.xml"/><Relationship Id="rId63" Type="http://schemas.openxmlformats.org/officeDocument/2006/relationships/slide" Target="slides/slide44.xml"/><Relationship Id="rId64" Type="http://schemas.openxmlformats.org/officeDocument/2006/relationships/slide" Target="slides/slide45.xml"/><Relationship Id="rId65" Type="http://schemas.openxmlformats.org/officeDocument/2006/relationships/slide" Target="slides/slide46.xml"/><Relationship Id="rId66" Type="http://schemas.openxmlformats.org/officeDocument/2006/relationships/slide" Target="slides/slide47.xml"/><Relationship Id="rId67" Type="http://schemas.openxmlformats.org/officeDocument/2006/relationships/slide" Target="slides/slide48.xml"/><Relationship Id="rId68" Type="http://schemas.openxmlformats.org/officeDocument/2006/relationships/slide" Target="slides/slide49.xml"/><Relationship Id="rId69" Type="http://schemas.openxmlformats.org/officeDocument/2006/relationships/slide" Target="slides/slide50.xml"/><Relationship Id="rId70" Type="http://schemas.openxmlformats.org/officeDocument/2006/relationships/slide" Target="slides/slide51.xml"/><Relationship Id="rId71" Type="http://schemas.openxmlformats.org/officeDocument/2006/relationships/slide" Target="slides/slide52.xml"/><Relationship Id="rId72" Type="http://schemas.openxmlformats.org/officeDocument/2006/relationships/slide" Target="slides/slide53.xml"/><Relationship Id="rId73" Type="http://schemas.openxmlformats.org/officeDocument/2006/relationships/slide" Target="slides/slide54.xml"/><Relationship Id="rId74" Type="http://schemas.openxmlformats.org/officeDocument/2006/relationships/slide" Target="slides/slide55.xml"/><Relationship Id="rId75" Type="http://schemas.openxmlformats.org/officeDocument/2006/relationships/slide" Target="slides/slide56.xml"/><Relationship Id="rId76" Type="http://schemas.openxmlformats.org/officeDocument/2006/relationships/slide" Target="slides/slide57.xml"/><Relationship Id="rId77" Type="http://schemas.openxmlformats.org/officeDocument/2006/relationships/slide" Target="slides/slide58.xml"/><Relationship Id="rId78" Type="http://schemas.openxmlformats.org/officeDocument/2006/relationships/slide" Target="slides/slide59.xml"/><Relationship Id="rId79" Type="http://schemas.openxmlformats.org/officeDocument/2006/relationships/slide" Target="slides/slide60.xml"/><Relationship Id="rId80" Type="http://schemas.openxmlformats.org/officeDocument/2006/relationships/slide" Target="slides/slide61.xml"/><Relationship Id="rId81" Type="http://schemas.openxmlformats.org/officeDocument/2006/relationships/slide" Target="slides/slide62.xml"/><Relationship Id="rId82" Type="http://schemas.openxmlformats.org/officeDocument/2006/relationships/slide" Target="slides/slide63.xml"/><Relationship Id="rId83" Type="http://schemas.openxmlformats.org/officeDocument/2006/relationships/slide" Target="slides/slide64.xml"/><Relationship Id="rId84" Type="http://schemas.openxmlformats.org/officeDocument/2006/relationships/slide" Target="slides/slide65.xml"/><Relationship Id="rId85" Type="http://schemas.openxmlformats.org/officeDocument/2006/relationships/slide" Target="slides/slide66.xml"/><Relationship Id="rId86" Type="http://schemas.openxmlformats.org/officeDocument/2006/relationships/slide" Target="slides/slide67.xml"/><Relationship Id="rId87" Type="http://schemas.openxmlformats.org/officeDocument/2006/relationships/slide" Target="slides/slide68.xml"/><Relationship Id="rId88" Type="http://schemas.openxmlformats.org/officeDocument/2006/relationships/slide" Target="slides/slide69.xml"/><Relationship Id="rId89" Type="http://schemas.openxmlformats.org/officeDocument/2006/relationships/slide" Target="slides/slide70.xml"/><Relationship Id="rId90" Type="http://schemas.openxmlformats.org/officeDocument/2006/relationships/slide" Target="slides/slide71.xml"/><Relationship Id="rId91" Type="http://schemas.openxmlformats.org/officeDocument/2006/relationships/slide" Target="slides/slide72.xml"/><Relationship Id="rId92" Type="http://schemas.openxmlformats.org/officeDocument/2006/relationships/slide" Target="slides/slide73.xml"/><Relationship Id="rId93" Type="http://schemas.openxmlformats.org/officeDocument/2006/relationships/slide" Target="slides/slide74.xml"/><Relationship Id="rId94" Type="http://schemas.openxmlformats.org/officeDocument/2006/relationships/slide" Target="slides/slide75.xml"/><Relationship Id="rId95" Type="http://schemas.openxmlformats.org/officeDocument/2006/relationships/slide" Target="slides/slide76.xml"/><Relationship Id="rId96" Type="http://schemas.openxmlformats.org/officeDocument/2006/relationships/slide" Target="slides/slide77.xml"/><Relationship Id="rId97" Type="http://schemas.openxmlformats.org/officeDocument/2006/relationships/slide" Target="slides/slide78.xml"/><Relationship Id="rId98" Type="http://schemas.openxmlformats.org/officeDocument/2006/relationships/slide" Target="slides/slide79.xml"/><Relationship Id="rId99" Type="http://schemas.openxmlformats.org/officeDocument/2006/relationships/slide" Target="slides/slide80.xml"/><Relationship Id="rId100" Type="http://schemas.openxmlformats.org/officeDocument/2006/relationships/slide" Target="slides/slide81.xml"/><Relationship Id="rId101" Type="http://schemas.openxmlformats.org/officeDocument/2006/relationships/slide" Target="slides/slide82.xml"/><Relationship Id="rId102" Type="http://schemas.openxmlformats.org/officeDocument/2006/relationships/slide" Target="slides/slide83.xml"/><Relationship Id="rId103" Type="http://schemas.openxmlformats.org/officeDocument/2006/relationships/slide" Target="slides/slide84.xml"/><Relationship Id="rId104" Type="http://schemas.openxmlformats.org/officeDocument/2006/relationships/slide" Target="slides/slide85.xml"/><Relationship Id="rId105" Type="http://schemas.openxmlformats.org/officeDocument/2006/relationships/slide" Target="slides/slide86.xml"/><Relationship Id="rId106" Type="http://schemas.openxmlformats.org/officeDocument/2006/relationships/slide" Target="slides/slide87.xml"/><Relationship Id="rId107" Type="http://schemas.openxmlformats.org/officeDocument/2006/relationships/slide" Target="slides/slide88.xml"/><Relationship Id="rId108" Type="http://schemas.openxmlformats.org/officeDocument/2006/relationships/slide" Target="slides/slide89.xml"/><Relationship Id="rId109" Type="http://schemas.openxmlformats.org/officeDocument/2006/relationships/slide" Target="slides/slide90.xml"/><Relationship Id="rId110" Type="http://schemas.openxmlformats.org/officeDocument/2006/relationships/slide" Target="slides/slide91.xml"/><Relationship Id="rId111" Type="http://schemas.openxmlformats.org/officeDocument/2006/relationships/slide" Target="slides/slide92.xml"/><Relationship Id="rId112" Type="http://schemas.openxmlformats.org/officeDocument/2006/relationships/slide" Target="slides/slide93.xml"/><Relationship Id="rId113" Type="http://schemas.openxmlformats.org/officeDocument/2006/relationships/slide" Target="slides/slide94.xml"/><Relationship Id="rId114" Type="http://schemas.openxmlformats.org/officeDocument/2006/relationships/slide" Target="slides/slide95.xml"/><Relationship Id="rId115" Type="http://schemas.openxmlformats.org/officeDocument/2006/relationships/slide" Target="slides/slide96.xml"/><Relationship Id="rId116" Type="http://schemas.openxmlformats.org/officeDocument/2006/relationships/slide" Target="slides/slide97.xml"/><Relationship Id="rId117" Type="http://schemas.openxmlformats.org/officeDocument/2006/relationships/slide" Target="slides/slide98.xml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microsoft.com/office/2007/relationships/hdphoto" Target="../media/hdphoto1.wdp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Created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by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GRII Slide Maker</a:t>
            </a:r>
          </a:p>
        </p:txBody>
      </p:sp>
      <p:sp>
        <p:nvSpPr>
          <p:cNvPr id="3" name="Google Shape;273;p1">
            <a:extLst>
              <a:ext uri="{FF2B5EF4-FFF2-40B4-BE49-F238E27FC236}">
                <a16:creationId xmlns:a16="http://schemas.microsoft.com/office/drawing/2014/main" id="{89946E8B-5AB9-48AE-564E-057D9ECF1FCF}"/>
              </a:ext>
            </a:extLst>
          </p:cNvPr>
          <p:cNvSpPr txBox="1"/>
          <p:nvPr userDrawn="1"/>
        </p:nvSpPr>
        <p:spPr>
          <a:xfrm>
            <a:off x="711000" y="1550513"/>
            <a:ext cx="107700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service will begin shortly</a:t>
            </a:r>
            <a:endParaRPr sz="6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Google Shape;274;p1">
            <a:extLst>
              <a:ext uri="{FF2B5EF4-FFF2-40B4-BE49-F238E27FC236}">
                <a16:creationId xmlns:a16="http://schemas.microsoft.com/office/drawing/2014/main" id="{B7065576-4D52-F64D-E327-B11247A9F146}"/>
              </a:ext>
            </a:extLst>
          </p:cNvPr>
          <p:cNvSpPr txBox="1"/>
          <p:nvPr userDrawn="1"/>
        </p:nvSpPr>
        <p:spPr>
          <a:xfrm>
            <a:off x="711000" y="3079088"/>
            <a:ext cx="107700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would like to remind you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mute your phones 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to not eat during the service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Sermon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Scripture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 dirty="0"/>
              <a:t> 43, 1-2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3C8EA97-1460-4A9F-87D8-B56EB8B6228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2436" y="4049713"/>
            <a:ext cx="9302750" cy="1073150"/>
          </a:xfrm>
        </p:spPr>
        <p:txBody>
          <a:bodyPr/>
          <a:lstStyle>
            <a:lvl1pPr marL="114300" indent="0" algn="ctr">
              <a:buNone/>
              <a:defRPr sz="3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de-DE" dirty="0" err="1"/>
              <a:t>Yesaya</a:t>
            </a:r>
            <a:r>
              <a:rPr lang="de-DE" dirty="0"/>
              <a:t> 43: 1-2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ESSION_PRAY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3420" y="1982146"/>
            <a:ext cx="5243491" cy="4215453"/>
          </a:xfrm>
        </p:spPr>
        <p:txBody>
          <a:bodyPr/>
          <a:lstStyle>
            <a:lvl1pPr marL="628650" indent="-514350" rtl="0">
              <a:buClr>
                <a:srgbClr val="FFFFFF"/>
              </a:buClr>
              <a:buSzPct val="100000"/>
              <a:buFont typeface="+mj-lt"/>
              <a:buAutoNum type="arabicPeriod"/>
              <a:defRPr lang="en-MY" sz="3000" b="1" i="0" u="none" strike="noStrike" smtClean="0">
                <a:effectLst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r>
              <a:rPr lang="en-MY" dirty="0"/>
              <a:t>English topic 1</a:t>
            </a:r>
          </a:p>
          <a:p>
            <a:endParaRPr lang="de-DE" dirty="0"/>
          </a:p>
          <a:p>
            <a:r>
              <a:rPr lang="de-DE" dirty="0"/>
              <a:t>English </a:t>
            </a:r>
            <a:r>
              <a:rPr lang="de-DE" dirty="0" err="1"/>
              <a:t>topic</a:t>
            </a:r>
            <a:r>
              <a:rPr lang="de-DE" dirty="0"/>
              <a:t> 2</a:t>
            </a:r>
          </a:p>
          <a:p>
            <a:endParaRPr lang="de-DE" dirty="0"/>
          </a:p>
          <a:p>
            <a:r>
              <a:rPr lang="de-DE" dirty="0"/>
              <a:t>English </a:t>
            </a:r>
            <a:r>
              <a:rPr lang="de-DE" dirty="0" err="1"/>
              <a:t>topic</a:t>
            </a:r>
            <a:r>
              <a:rPr lang="de-DE" dirty="0"/>
              <a:t> 3</a:t>
            </a:r>
            <a:endParaRPr lang="en-MY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118" y="1982144"/>
            <a:ext cx="5397462" cy="4215453"/>
          </a:xfrm>
        </p:spPr>
        <p:txBody>
          <a:bodyPr/>
          <a:lstStyle>
            <a:lvl1pPr marL="628650" marR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+mj-lt"/>
              <a:buAutoNum type="arabicPeriod"/>
              <a:defRPr lang="en-MY" sz="3000" b="0" i="1" u="none" strike="noStrike" smtClean="0">
                <a:effectLst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r>
              <a:rPr lang="en-MY" dirty="0" err="1"/>
              <a:t>Topik</a:t>
            </a:r>
            <a:r>
              <a:rPr lang="en-MY" dirty="0"/>
              <a:t> Indo 1</a:t>
            </a:r>
          </a:p>
          <a:p>
            <a:endParaRPr lang="en-MY" dirty="0"/>
          </a:p>
          <a:p>
            <a:r>
              <a:rPr lang="en-MY" dirty="0"/>
              <a:t>Topik Indo 2</a:t>
            </a:r>
          </a:p>
          <a:p>
            <a:endParaRPr lang="en-MY" dirty="0"/>
          </a:p>
          <a:p>
            <a:r>
              <a:rPr lang="en-MY" dirty="0"/>
              <a:t>Topik Indo 3</a:t>
            </a:r>
            <a:endParaRPr lang="en-US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561D1A2-C5E5-3862-5BC1-199AA12F1731}"/>
              </a:ext>
            </a:extLst>
          </p:cNvPr>
          <p:cNvSpPr txBox="1"/>
          <p:nvPr userDrawn="1"/>
        </p:nvSpPr>
        <p:spPr>
          <a:xfrm>
            <a:off x="563420" y="550912"/>
            <a:ext cx="5243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b="1" i="0" u="sng" strike="noStrike" cap="none" dirty="0">
                <a:solidFill>
                  <a:schemeClr val="dk1"/>
                </a:solidFill>
                <a:effectLst/>
                <a:latin typeface="Roboto Condensed"/>
                <a:ea typeface="Roboto Condensed"/>
                <a:cs typeface="Roboto Condensed"/>
                <a:sym typeface="Arial"/>
              </a:rPr>
              <a:t>Intercession Prayer</a:t>
            </a:r>
            <a:endParaRPr lang="en-DE" sz="3000" b="1" i="0" u="sng" strike="noStrike" cap="none" dirty="0">
              <a:solidFill>
                <a:schemeClr val="dk1"/>
              </a:solidFill>
              <a:effectLst/>
              <a:latin typeface="Roboto Condensed"/>
              <a:ea typeface="Roboto Condensed"/>
              <a:cs typeface="Roboto Condensed"/>
              <a:sym typeface="Arial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151590-EE29-FA4D-AC5A-0AD326AAA05D}"/>
              </a:ext>
            </a:extLst>
          </p:cNvPr>
          <p:cNvSpPr txBox="1"/>
          <p:nvPr userDrawn="1"/>
        </p:nvSpPr>
        <p:spPr>
          <a:xfrm>
            <a:off x="6231118" y="550912"/>
            <a:ext cx="5243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b="0" i="1" u="sng" strike="noStrike" cap="none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Doa</a:t>
            </a:r>
            <a:r>
              <a:rPr lang="en-MY" sz="3000" b="0" i="1" u="sng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lang="en-MY" sz="3000" b="0" i="1" u="sng" strike="noStrike" cap="none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Syafaat</a:t>
            </a:r>
            <a:endParaRPr lang="en-DE" sz="3000" b="1" i="0" u="sng" strike="noStrike" cap="none" dirty="0">
              <a:solidFill>
                <a:schemeClr val="dk1"/>
              </a:solidFill>
              <a:effectLst/>
              <a:latin typeface="Roboto Condensed"/>
              <a:ea typeface="Roboto Condensed"/>
              <a:cs typeface="Roboto Condensed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029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56800" y="38677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2" name="Google Shape;556;p40">
            <a:extLst>
              <a:ext uri="{FF2B5EF4-FFF2-40B4-BE49-F238E27FC236}">
                <a16:creationId xmlns:a16="http://schemas.microsoft.com/office/drawing/2014/main" id="{E80B5495-D040-EAB1-AFEA-276EA26D8773}"/>
              </a:ext>
            </a:extLst>
          </p:cNvPr>
          <p:cNvSpPr txBox="1"/>
          <p:nvPr userDrawn="1"/>
        </p:nvSpPr>
        <p:spPr>
          <a:xfrm>
            <a:off x="856800" y="764446"/>
            <a:ext cx="10478400" cy="17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Father in heaven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hallowed be your name.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kingdom come,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will be done, on earth as it is in heaven.</a:t>
            </a: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2" name="Google Shape;561;p42">
            <a:extLst>
              <a:ext uri="{FF2B5EF4-FFF2-40B4-BE49-F238E27FC236}">
                <a16:creationId xmlns:a16="http://schemas.microsoft.com/office/drawing/2014/main" id="{8FAA345C-8A70-08DA-04BE-91005D1689CF}"/>
              </a:ext>
            </a:extLst>
          </p:cNvPr>
          <p:cNvSpPr txBox="1"/>
          <p:nvPr userDrawn="1"/>
        </p:nvSpPr>
        <p:spPr>
          <a:xfrm>
            <a:off x="856800" y="737942"/>
            <a:ext cx="10478400" cy="189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Give us today our daily bread,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forgive us our debts,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we also have forgiven our debtors.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9603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2" name="Google Shape;566;p44">
            <a:extLst>
              <a:ext uri="{FF2B5EF4-FFF2-40B4-BE49-F238E27FC236}">
                <a16:creationId xmlns:a16="http://schemas.microsoft.com/office/drawing/2014/main" id="{0DEB30FB-EDF3-AEA8-CBE0-6C8D127A2DE3}"/>
              </a:ext>
            </a:extLst>
          </p:cNvPr>
          <p:cNvSpPr txBox="1"/>
          <p:nvPr userDrawn="1"/>
        </p:nvSpPr>
        <p:spPr>
          <a:xfrm>
            <a:off x="886691" y="540300"/>
            <a:ext cx="10478400" cy="28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lead us not into temptation,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but deliver us from evil.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yours is the kingdom, and the power,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glory forever.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pencipta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2" name="Google Shape;585;p177">
            <a:extLst>
              <a:ext uri="{FF2B5EF4-FFF2-40B4-BE49-F238E27FC236}">
                <a16:creationId xmlns:a16="http://schemas.microsoft.com/office/drawing/2014/main" id="{F93B3073-3F9D-8DFB-64A5-97E0E5EF05AA}"/>
              </a:ext>
            </a:extLst>
          </p:cNvPr>
          <p:cNvSpPr txBox="1"/>
          <p:nvPr userDrawn="1"/>
        </p:nvSpPr>
        <p:spPr>
          <a:xfrm>
            <a:off x="856800" y="741300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God, the Father Almighty,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creator of heaven and earth.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Jesus Christ,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His only Son, our Lord,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0;p178">
            <a:extLst>
              <a:ext uri="{FF2B5EF4-FFF2-40B4-BE49-F238E27FC236}">
                <a16:creationId xmlns:a16="http://schemas.microsoft.com/office/drawing/2014/main" id="{DFA0BD65-F2C8-611C-4D9D-6CBC055D80BB}"/>
              </a:ext>
            </a:extLst>
          </p:cNvPr>
          <p:cNvSpPr txBox="1"/>
          <p:nvPr userDrawn="1"/>
        </p:nvSpPr>
        <p:spPr>
          <a:xfrm>
            <a:off x="856800" y="640377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 was conceived by the Holy Spirit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born of the virgin Mary.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suffered under Pontius Pilate,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5;p179">
            <a:extLst>
              <a:ext uri="{FF2B5EF4-FFF2-40B4-BE49-F238E27FC236}">
                <a16:creationId xmlns:a16="http://schemas.microsoft.com/office/drawing/2014/main" id="{13035864-91B9-F795-1A0B-DD4D0A539906}"/>
              </a:ext>
            </a:extLst>
          </p:cNvPr>
          <p:cNvSpPr txBox="1"/>
          <p:nvPr userDrawn="1"/>
        </p:nvSpPr>
        <p:spPr>
          <a:xfrm>
            <a:off x="856800" y="657902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 crucified, died, and was buried;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descended to hell.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third day he rose again from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0;p180">
            <a:extLst>
              <a:ext uri="{FF2B5EF4-FFF2-40B4-BE49-F238E27FC236}">
                <a16:creationId xmlns:a16="http://schemas.microsoft.com/office/drawing/2014/main" id="{AC33E68C-9C63-EB3F-524A-EF34DE6D38AB}"/>
              </a:ext>
            </a:extLst>
          </p:cNvPr>
          <p:cNvSpPr txBox="1"/>
          <p:nvPr userDrawn="1"/>
        </p:nvSpPr>
        <p:spPr>
          <a:xfrm>
            <a:off x="856800" y="640377"/>
            <a:ext cx="10478400" cy="2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ascended to heaven and is seated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 the right hand of God the Father Almighty.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there He will come to judge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living and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5;p181">
            <a:extLst>
              <a:ext uri="{FF2B5EF4-FFF2-40B4-BE49-F238E27FC236}">
                <a16:creationId xmlns:a16="http://schemas.microsoft.com/office/drawing/2014/main" id="{E768CE0D-F692-384B-6415-C30543EBA96F}"/>
              </a:ext>
            </a:extLst>
          </p:cNvPr>
          <p:cNvSpPr txBox="1"/>
          <p:nvPr userDrawn="1"/>
        </p:nvSpPr>
        <p:spPr>
          <a:xfrm>
            <a:off x="856800" y="828800"/>
            <a:ext cx="10478400" cy="20662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the Holy Spirit,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holy catholic church,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communion of saints,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10;p50">
            <a:extLst>
              <a:ext uri="{FF2B5EF4-FFF2-40B4-BE49-F238E27FC236}">
                <a16:creationId xmlns:a16="http://schemas.microsoft.com/office/drawing/2014/main" id="{6FDDF62C-15EE-C5FF-AFED-9F5A8E08E452}"/>
              </a:ext>
            </a:extLst>
          </p:cNvPr>
          <p:cNvSpPr txBox="1"/>
          <p:nvPr userDrawn="1"/>
        </p:nvSpPr>
        <p:spPr>
          <a:xfrm>
            <a:off x="856800" y="769704"/>
            <a:ext cx="10478400" cy="235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forgiveness of sins,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resurrection of the body,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life everlasting. Amen.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0" y="3143839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Penginjilan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0" y="2080761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(blue)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1407406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2" name="Google Shape;408;p40">
            <a:extLst>
              <a:ext uri="{FF2B5EF4-FFF2-40B4-BE49-F238E27FC236}">
                <a16:creationId xmlns:a16="http://schemas.microsoft.com/office/drawing/2014/main" id="{3E1C0905-8B2D-61B2-69B0-473975D71B7B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0" y="1630620"/>
            <a:ext cx="12191999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&amp;</a:t>
            </a:r>
          </a:p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Theological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Seminary 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0" y="3187678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Sekolah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Teologi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1237022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B4688AE5-DED4-51F2-2A92-5C0264164D84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0" y="1929707"/>
            <a:ext cx="1219200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&amp; Cultural Mandate (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nn-NO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0" y="3027750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Mandat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Budaya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1536109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sz="2000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06B3F376-B846-5494-2C75-3F9E55842B75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16" y="3211039"/>
            <a:ext cx="12191984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1089354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0" y="1768771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</a:p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Church Building Construction (blue)</a:t>
            </a:r>
            <a:endParaRPr lang="de-DE" dirty="0"/>
          </a:p>
        </p:txBody>
      </p:sp>
      <p:sp>
        <p:nvSpPr>
          <p:cNvPr id="2" name="Google Shape;408;p40">
            <a:extLst>
              <a:ext uri="{FF2B5EF4-FFF2-40B4-BE49-F238E27FC236}">
                <a16:creationId xmlns:a16="http://schemas.microsoft.com/office/drawing/2014/main" id="{6E211AF9-02D4-A80D-6F4D-DA12604142CC}"/>
              </a:ext>
            </a:extLst>
          </p:cNvPr>
          <p:cNvSpPr txBox="1"/>
          <p:nvPr userDrawn="1"/>
        </p:nvSpPr>
        <p:spPr>
          <a:xfrm>
            <a:off x="0" y="4776461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0" y="2902488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Diakonia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1333573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" y="2022226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Diakonia (blue)</a:t>
            </a:r>
            <a:endParaRPr lang="de-DE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7887DBE1-8B07-7E08-FA38-605A42FDF00F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5C4C9D-745B-B54F-736C-EB67CB09EF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2219C-F70B-9AF0-FDC1-2E87E0624E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246A0E-441A-F966-9963-80FC2FE90F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61D7F-6050-BC8A-C958-D9A09C4B51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Announcements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2D4F9-FE87-3099-F898-66A1AF91377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oster for a concert&#10;&#10;Description automatically generated">
            <a:extLst>
              <a:ext uri="{FF2B5EF4-FFF2-40B4-BE49-F238E27FC236}">
                <a16:creationId xmlns:a16="http://schemas.microsoft.com/office/drawing/2014/main" id="{994F3E0E-FF84-BE65-9293-E265CE677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6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503647" y="675628"/>
            <a:ext cx="5232400" cy="2239022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675628"/>
            <a:ext cx="5232400" cy="149448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Makan Malam &amp; </a:t>
            </a:r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Dinner &amp; Prayer Meeting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338" y="2170113"/>
            <a:ext cx="5232400" cy="13493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Jumat</a:t>
            </a:r>
            <a:r>
              <a:rPr lang="de-DE" dirty="0"/>
              <a:t> di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Ganjil</a:t>
            </a:r>
            <a:r>
              <a:rPr lang="de-DE" dirty="0"/>
              <a:t>, </a:t>
            </a:r>
          </a:p>
          <a:p>
            <a:r>
              <a:rPr lang="de-DE" dirty="0"/>
              <a:t>18:30 CET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Friday, every 2 weeks</a:t>
            </a:r>
            <a:r>
              <a:rPr lang="en-US" dirty="0">
                <a:solidFill>
                  <a:schemeClr val="lt1"/>
                </a:solidFill>
              </a:rPr>
              <a:t> </a:t>
            </a:r>
            <a:endParaRPr lang="en-US" dirty="0"/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lt1"/>
                </a:solidFill>
              </a:rPr>
              <a:t> 18:30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258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8E3A-2510-FC3B-1DB8-997970FE398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685;g1ef2f85ac88_1_0">
            <a:extLst>
              <a:ext uri="{FF2B5EF4-FFF2-40B4-BE49-F238E27FC236}">
                <a16:creationId xmlns:a16="http://schemas.microsoft.com/office/drawing/2014/main" id="{F2C3D0F0-3DF8-4F86-5413-E0B681B6A8B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8600" y="-72562"/>
            <a:ext cx="12450000" cy="7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B994C5-7F13-497D-917B-F014225512A0}"/>
              </a:ext>
            </a:extLst>
          </p:cNvPr>
          <p:cNvSpPr/>
          <p:nvPr userDrawn="1"/>
        </p:nvSpPr>
        <p:spPr>
          <a:xfrm>
            <a:off x="577271" y="14593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E38C1-03DE-91D9-D265-A2C2AD9171CD}"/>
              </a:ext>
            </a:extLst>
          </p:cNvPr>
          <p:cNvSpPr/>
          <p:nvPr userDrawn="1"/>
        </p:nvSpPr>
        <p:spPr>
          <a:xfrm>
            <a:off x="577271" y="22444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0DEB4-09B8-6390-E097-CC105631A414}"/>
              </a:ext>
            </a:extLst>
          </p:cNvPr>
          <p:cNvSpPr/>
          <p:nvPr userDrawn="1"/>
        </p:nvSpPr>
        <p:spPr>
          <a:xfrm>
            <a:off x="577271" y="36310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54EB2-F5C2-22B7-F225-D82CD0261440}"/>
              </a:ext>
            </a:extLst>
          </p:cNvPr>
          <p:cNvSpPr/>
          <p:nvPr userDrawn="1"/>
        </p:nvSpPr>
        <p:spPr>
          <a:xfrm>
            <a:off x="577271" y="44161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3FDB45-8DB5-EA2D-122A-2E16BC129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850" y="1446213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Latihan </a:t>
            </a: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Koor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9E4F5A-A87C-7583-E41B-4B3AF5772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171" y="222430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Setiap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Minggu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70E468A-5494-0575-8022-B2A49824B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171" y="3621578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Chorübung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CC539DC-57C8-E1BB-31C6-D3539DE2E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171" y="440271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Jeden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Sonntag,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01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160441"/>
            <a:ext cx="5232400" cy="708025"/>
          </a:xfrm>
        </p:spPr>
        <p:txBody>
          <a:bodyPr/>
          <a:lstStyle>
            <a:lvl1pPr marL="114300" marR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lang="de-DE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 err="1"/>
              <a:t>Sabtu</a:t>
            </a:r>
            <a:r>
              <a:rPr lang="de-DE" dirty="0"/>
              <a:t> 15:30 CET</a:t>
            </a:r>
          </a:p>
          <a:p>
            <a:pPr lvl="0"/>
            <a:r>
              <a:rPr lang="de-DE" dirty="0"/>
              <a:t>Berner Heerweg 60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118105"/>
            <a:ext cx="5232400" cy="768350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Bibelstunde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 CEST </a:t>
            </a:r>
          </a:p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 Berner Heerweg 60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5610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0D3E8F6D-30DC-482E-79BE-6690FC3025C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B8056ED0-F4FE-1FD4-AB71-92B5D53E0829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ACC59FA-B992-8699-DA02-89D40CE22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0729C6EF-DA83-8578-34F2-94023D0CC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, 16:00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5ADDBE3-13B6-8021-81C9-6A8AD75A7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A442C29-E40D-E5FB-E30E-1A8104FC3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42593426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87F95481-CA74-40CA-5714-18D7596BD8E5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A39875C0-16A3-04D5-2FDF-90553E3FC152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49E5F9C-13C6-ED13-4150-69BB0FC3C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&amp; </a:t>
            </a:r>
            <a:r>
              <a:rPr lang="de-DE" dirty="0" err="1"/>
              <a:t>Perjamuan</a:t>
            </a:r>
            <a:r>
              <a:rPr lang="de-DE" dirty="0"/>
              <a:t> Kudus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5BAB0EDF-C557-492D-A514-B4F6CB5FCB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9:00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12CFB36-C0B2-BD00-F702-23F25716B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Sonntagsgottesdienst &amp; Abendmahl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32D2238-D56C-2519-8D5C-642290813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</a:t>
            </a:r>
            <a:r>
              <a:rPr lang="de-DE"/>
              <a:t>, 9:00</a:t>
            </a:r>
            <a:endParaRPr lang="de-DE" dirty="0"/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6329251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7;p39">
            <a:extLst>
              <a:ext uri="{FF2B5EF4-FFF2-40B4-BE49-F238E27FC236}">
                <a16:creationId xmlns:a16="http://schemas.microsoft.com/office/drawing/2014/main" id="{84E5BCEA-7CAF-12C0-4D88-FFDD2B1323C4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677DE3C3-388C-0B09-7697-B3044CE13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11EB085-C5B6-4574-D0B7-F562710A31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11:00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9" name="Google Shape;507;p39">
            <a:extLst>
              <a:ext uri="{FF2B5EF4-FFF2-40B4-BE49-F238E27FC236}">
                <a16:creationId xmlns:a16="http://schemas.microsoft.com/office/drawing/2014/main" id="{168EF372-2FDC-9A44-0BC9-18415F4F1792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051E29E-1CDA-0969-AAA0-BE63D80A49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42EDF82-FB1A-2840-CC29-61D523A9F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11:00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31045812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p39">
            <a:extLst>
              <a:ext uri="{FF2B5EF4-FFF2-40B4-BE49-F238E27FC236}">
                <a16:creationId xmlns:a16="http://schemas.microsoft.com/office/drawing/2014/main" id="{3148CB38-9A22-5DA5-8965-700C24FD8B6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69D8103A-A69B-B1CA-2987-689868AC3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B8AB7A4-37F9-8B47-8BA9-5C09F8330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16:00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2" name="Google Shape;507;p39">
            <a:extLst>
              <a:ext uri="{FF2B5EF4-FFF2-40B4-BE49-F238E27FC236}">
                <a16:creationId xmlns:a16="http://schemas.microsoft.com/office/drawing/2014/main" id="{AC618D34-EC52-7050-9752-391795323007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3BFBEE91-5810-A5BE-9B19-8FE79BEEC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FBF6D96-43BC-BF4E-B523-FFD9E84A0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6354984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723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4" r:id="rId24"/>
    <p:sldLayoutId id="2147483695" r:id="rId25"/>
    <p:sldLayoutId id="2147483708" r:id="rId26"/>
    <p:sldLayoutId id="2147483722" r:id="rId27"/>
    <p:sldLayoutId id="2147483714" r:id="rId28"/>
    <p:sldLayoutId id="2147483715" r:id="rId29"/>
    <p:sldLayoutId id="2147483716" r:id="rId30"/>
    <p:sldLayoutId id="2147483717" r:id="rId31"/>
    <p:sldLayoutId id="2147483719" r:id="rId32"/>
    <p:sldLayoutId id="2147483721" r:id="rId33"/>
    <p:sldLayoutId id="2147483707" r:id="rId34"/>
    <p:sldLayoutId id="2147483702" r:id="rId35"/>
    <p:sldLayoutId id="2147483703" r:id="rId36"/>
    <p:sldLayoutId id="2147483705" r:id="rId37"/>
    <p:sldLayoutId id="2147483701" r:id="rId38"/>
    <p:sldLayoutId id="2147483654" r:id="rId39"/>
    <p:sldLayoutId id="2147483655" r:id="rId40"/>
    <p:sldLayoutId id="2147483656" r:id="rId41"/>
    <p:sldLayoutId id="2147483657" r:id="rId42"/>
    <p:sldLayoutId id="2147483658" r:id="rId43"/>
    <p:sldLayoutId id="2147483659" r:id="rId4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Kejadian 1:2-3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1:2 : The earth was without form and void, and darkness was over the face of the deep. And the Spirit of God was hovering over the face of the waters.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1:2 : Bumi belum berbentuk dan kosong; gelap gulita menutupi samudera raya, dan Roh Allah melayang-layang di atas permukaan air.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1:3 : And God said, “Let there be light,” and there was light.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1:3 : Berfirmanlah Allah: "Jadilah terang." Lalu terang itu jadi.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Rev.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28 June 2026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Malam &amp; </a:t>
            </a:r>
          </a:p>
          <a:p>
            <a:r>
              <a:t> 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Dinner &amp; Prayer Meeting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Jumat di minggu genap </a:t>
            </a:r>
          </a:p>
          <a:p>
            <a:r>
              <a:t> 18:30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Fridays on Even week </a:t>
            </a:r>
          </a:p>
          <a:p>
            <a:r>
              <a:t> 18:30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Latihan Koor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Minggu, 14:00 - 15:00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Choir Practice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Sundays, 14:00 - 15:00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Every Sunday, 16:00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 &amp; Perjamuan Kudus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 &amp; Holy Communion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Sunday, 16:00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Siang &amp;Persekutuan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12:30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Lunch &amp; 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Saturday, 12:30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 School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Every Sunday, 16:00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Roboto Condensed</vt:lpstr>
      <vt:lpstr>Corsiva</vt:lpstr>
      <vt:lpstr>Roboto</vt:lpstr>
      <vt:lpstr>Arial</vt:lpstr>
      <vt:lpstr>Calibri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76</cp:revision>
  <dcterms:created xsi:type="dcterms:W3CDTF">2021-05-09T21:05:28Z</dcterms:created>
  <dcterms:modified xsi:type="dcterms:W3CDTF">2025-12-16T20:54:32Z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