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"/>
  </p:notes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285" r:id="rId49"/>
    <p:sldId id="286" r:id="rId50"/>
    <p:sldId id="287" r:id="rId51"/>
    <p:sldId id="288" r:id="rId52"/>
    <p:sldId id="289" r:id="rId53"/>
    <p:sldId id="290" r:id="rId54"/>
    <p:sldId id="291" r:id="rId55"/>
    <p:sldId id="292" r:id="rId56"/>
    <p:sldId id="293" r:id="rId57"/>
    <p:sldId id="294" r:id="rId58"/>
    <p:sldId id="295" r:id="rId59"/>
    <p:sldId id="296" r:id="rId60"/>
    <p:sldId id="297" r:id="rId61"/>
    <p:sldId id="298" r:id="rId62"/>
    <p:sldId id="299" r:id="rId63"/>
    <p:sldId id="300" r:id="rId64"/>
    <p:sldId id="301" r:id="rId65"/>
    <p:sldId id="302" r:id="rId66"/>
    <p:sldId id="303" r:id="rId67"/>
    <p:sldId id="304" r:id="rId68"/>
    <p:sldId id="305" r:id="rId69"/>
    <p:sldId id="306" r:id="rId70"/>
    <p:sldId id="307" r:id="rId71"/>
    <p:sldId id="308" r:id="rId72"/>
    <p:sldId id="309" r:id="rId73"/>
    <p:sldId id="310" r:id="rId74"/>
    <p:sldId id="311" r:id="rId75"/>
    <p:sldId id="312" r:id="rId76"/>
    <p:sldId id="313" r:id="rId77"/>
    <p:sldId id="314" r:id="rId78"/>
    <p:sldId id="315" r:id="rId79"/>
    <p:sldId id="316" r:id="rId80"/>
    <p:sldId id="317" r:id="rId81"/>
    <p:sldId id="318" r:id="rId82"/>
    <p:sldId id="319" r:id="rId83"/>
    <p:sldId id="320" r:id="rId84"/>
    <p:sldId id="321" r:id="rId85"/>
    <p:sldId id="322" r:id="rId86"/>
    <p:sldId id="323" r:id="rId87"/>
    <p:sldId id="324" r:id="rId88"/>
    <p:sldId id="325" r:id="rId89"/>
    <p:sldId id="326" r:id="rId90"/>
    <p:sldId id="327" r:id="rId91"/>
    <p:sldId id="328" r:id="rId92"/>
    <p:sldId id="329" r:id="rId93"/>
    <p:sldId id="330" r:id="rId94"/>
    <p:sldId id="331" r:id="rId95"/>
    <p:sldId id="332" r:id="rId96"/>
    <p:sldId id="333" r:id="rId97"/>
    <p:sldId id="334" r:id="rId98"/>
    <p:sldId id="335" r:id="rId99"/>
    <p:sldId id="336" r:id="rId100"/>
    <p:sldId id="337" r:id="rId101"/>
    <p:sldId id="338" r:id="rId102"/>
    <p:sldId id="339" r:id="rId103"/>
    <p:sldId id="340" r:id="rId104"/>
    <p:sldId id="341" r:id="rId105"/>
    <p:sldId id="342" r:id="rId106"/>
    <p:sldId id="343" r:id="rId107"/>
    <p:sldId id="344" r:id="rId108"/>
    <p:sldId id="345" r:id="rId109"/>
    <p:sldId id="346" r:id="rId110"/>
    <p:sldId id="347" r:id="rId111"/>
  </p:sldIdLst>
  <p:sldSz cx="12192000" cy="6858000"/>
  <p:notesSz cx="6858000" cy="9144000"/>
  <p:embeddedFontLst>
    <p:embeddedFont>
      <p:font typeface="Corsiva" panose="020B0604020202020204" charset="0"/>
      <p:regular r:id="rId3"/>
      <p:bold r:id="rId4"/>
      <p:italic r:id="rId5"/>
      <p:boldItalic r:id="rId6"/>
    </p:embeddedFont>
    <p:embeddedFont>
      <p:font typeface="Roboto" panose="02000000000000000000" pitchFamily="2" charset="0"/>
      <p:regular r:id="rId7"/>
      <p:bold r:id="rId8"/>
      <p:italic r:id="rId9"/>
      <p:boldItalic r:id="rId10"/>
    </p:embeddedFont>
    <p:embeddedFont>
      <p:font typeface="Roboto Condensed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3" roundtripDataSignature="AMtx7mhX8iAqc25r3+O3XsHp1GR43/i1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53"/>
    <p:restoredTop sz="94692"/>
  </p:normalViewPr>
  <p:slideViewPr>
    <p:cSldViewPr snapToGrid="0">
      <p:cViewPr varScale="1">
        <p:scale>
          <a:sx n="84" d="100"/>
          <a:sy n="84" d="100"/>
        </p:scale>
        <p:origin x="6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font" Target="fonts/font4.fntdata"/><Relationship Id="rId7" Type="http://schemas.openxmlformats.org/officeDocument/2006/relationships/font" Target="fonts/font5.fntdata"/><Relationship Id="rId8" Type="http://schemas.openxmlformats.org/officeDocument/2006/relationships/font" Target="fonts/font6.fntdata"/><Relationship Id="rId9" Type="http://schemas.openxmlformats.org/officeDocument/2006/relationships/font" Target="fonts/font7.fntdata"/><Relationship Id="rId10" Type="http://schemas.openxmlformats.org/officeDocument/2006/relationships/font" Target="fonts/font8.fntdata"/><Relationship Id="rId11" Type="http://schemas.openxmlformats.org/officeDocument/2006/relationships/font" Target="fonts/font9.fntdata"/><Relationship Id="rId12" Type="http://schemas.openxmlformats.org/officeDocument/2006/relationships/font" Target="fonts/font10.fntdata"/><Relationship Id="rId13" Type="http://schemas.openxmlformats.org/officeDocument/2006/relationships/font" Target="fonts/font11.fntdata"/><Relationship Id="rId14" Type="http://schemas.openxmlformats.org/officeDocument/2006/relationships/font" Target="fonts/font12.fntdata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Relationship Id="rId40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3" Type="http://schemas.openxmlformats.org/officeDocument/2006/relationships/slide" Target="slides/slide24.xml"/><Relationship Id="rId44" Type="http://schemas.openxmlformats.org/officeDocument/2006/relationships/slide" Target="slides/slide25.xml"/><Relationship Id="rId45" Type="http://schemas.openxmlformats.org/officeDocument/2006/relationships/slide" Target="slides/slide26.xml"/><Relationship Id="rId46" Type="http://schemas.openxmlformats.org/officeDocument/2006/relationships/slide" Target="slides/slide27.xml"/><Relationship Id="rId47" Type="http://schemas.openxmlformats.org/officeDocument/2006/relationships/slide" Target="slides/slide28.xml"/><Relationship Id="rId48" Type="http://schemas.openxmlformats.org/officeDocument/2006/relationships/slide" Target="slides/slide29.xml"/><Relationship Id="rId49" Type="http://schemas.openxmlformats.org/officeDocument/2006/relationships/slide" Target="slides/slide30.xml"/><Relationship Id="rId50" Type="http://schemas.openxmlformats.org/officeDocument/2006/relationships/slide" Target="slides/slide31.xml"/><Relationship Id="rId51" Type="http://schemas.openxmlformats.org/officeDocument/2006/relationships/slide" Target="slides/slide32.xml"/><Relationship Id="rId52" Type="http://schemas.openxmlformats.org/officeDocument/2006/relationships/slide" Target="slides/slide33.xml"/><Relationship Id="rId53" Type="http://schemas.openxmlformats.org/officeDocument/2006/relationships/slide" Target="slides/slide34.xml"/><Relationship Id="rId54" Type="http://schemas.openxmlformats.org/officeDocument/2006/relationships/slide" Target="slides/slide35.xml"/><Relationship Id="rId55" Type="http://schemas.openxmlformats.org/officeDocument/2006/relationships/slide" Target="slides/slide36.xml"/><Relationship Id="rId56" Type="http://schemas.openxmlformats.org/officeDocument/2006/relationships/slide" Target="slides/slide37.xml"/><Relationship Id="rId57" Type="http://schemas.openxmlformats.org/officeDocument/2006/relationships/slide" Target="slides/slide38.xml"/><Relationship Id="rId58" Type="http://schemas.openxmlformats.org/officeDocument/2006/relationships/slide" Target="slides/slide39.xml"/><Relationship Id="rId59" Type="http://schemas.openxmlformats.org/officeDocument/2006/relationships/slide" Target="slides/slide40.xml"/><Relationship Id="rId60" Type="http://schemas.openxmlformats.org/officeDocument/2006/relationships/slide" Target="slides/slide41.xml"/><Relationship Id="rId61" Type="http://schemas.openxmlformats.org/officeDocument/2006/relationships/slide" Target="slides/slide42.xml"/><Relationship Id="rId62" Type="http://schemas.openxmlformats.org/officeDocument/2006/relationships/slide" Target="slides/slide43.xml"/><Relationship Id="rId63" Type="http://schemas.openxmlformats.org/officeDocument/2006/relationships/slide" Target="slides/slide44.xml"/><Relationship Id="rId64" Type="http://schemas.openxmlformats.org/officeDocument/2006/relationships/slide" Target="slides/slide45.xml"/><Relationship Id="rId65" Type="http://schemas.openxmlformats.org/officeDocument/2006/relationships/slide" Target="slides/slide46.xml"/><Relationship Id="rId66" Type="http://schemas.openxmlformats.org/officeDocument/2006/relationships/slide" Target="slides/slide47.xml"/><Relationship Id="rId67" Type="http://schemas.openxmlformats.org/officeDocument/2006/relationships/slide" Target="slides/slide48.xml"/><Relationship Id="rId68" Type="http://schemas.openxmlformats.org/officeDocument/2006/relationships/slide" Target="slides/slide49.xml"/><Relationship Id="rId69" Type="http://schemas.openxmlformats.org/officeDocument/2006/relationships/slide" Target="slides/slide50.xml"/><Relationship Id="rId70" Type="http://schemas.openxmlformats.org/officeDocument/2006/relationships/slide" Target="slides/slide51.xml"/><Relationship Id="rId71" Type="http://schemas.openxmlformats.org/officeDocument/2006/relationships/slide" Target="slides/slide52.xml"/><Relationship Id="rId72" Type="http://schemas.openxmlformats.org/officeDocument/2006/relationships/slide" Target="slides/slide53.xml"/><Relationship Id="rId73" Type="http://schemas.openxmlformats.org/officeDocument/2006/relationships/slide" Target="slides/slide54.xml"/><Relationship Id="rId74" Type="http://schemas.openxmlformats.org/officeDocument/2006/relationships/slide" Target="slides/slide55.xml"/><Relationship Id="rId75" Type="http://schemas.openxmlformats.org/officeDocument/2006/relationships/slide" Target="slides/slide56.xml"/><Relationship Id="rId76" Type="http://schemas.openxmlformats.org/officeDocument/2006/relationships/slide" Target="slides/slide57.xml"/><Relationship Id="rId77" Type="http://schemas.openxmlformats.org/officeDocument/2006/relationships/slide" Target="slides/slide58.xml"/><Relationship Id="rId78" Type="http://schemas.openxmlformats.org/officeDocument/2006/relationships/slide" Target="slides/slide59.xml"/><Relationship Id="rId79" Type="http://schemas.openxmlformats.org/officeDocument/2006/relationships/slide" Target="slides/slide60.xml"/><Relationship Id="rId80" Type="http://schemas.openxmlformats.org/officeDocument/2006/relationships/slide" Target="slides/slide61.xml"/><Relationship Id="rId81" Type="http://schemas.openxmlformats.org/officeDocument/2006/relationships/slide" Target="slides/slide62.xml"/><Relationship Id="rId82" Type="http://schemas.openxmlformats.org/officeDocument/2006/relationships/slide" Target="slides/slide63.xml"/><Relationship Id="rId83" Type="http://schemas.openxmlformats.org/officeDocument/2006/relationships/slide" Target="slides/slide64.xml"/><Relationship Id="rId84" Type="http://schemas.openxmlformats.org/officeDocument/2006/relationships/slide" Target="slides/slide65.xml"/><Relationship Id="rId85" Type="http://schemas.openxmlformats.org/officeDocument/2006/relationships/slide" Target="slides/slide66.xml"/><Relationship Id="rId86" Type="http://schemas.openxmlformats.org/officeDocument/2006/relationships/slide" Target="slides/slide67.xml"/><Relationship Id="rId87" Type="http://schemas.openxmlformats.org/officeDocument/2006/relationships/slide" Target="slides/slide68.xml"/><Relationship Id="rId88" Type="http://schemas.openxmlformats.org/officeDocument/2006/relationships/slide" Target="slides/slide69.xml"/><Relationship Id="rId89" Type="http://schemas.openxmlformats.org/officeDocument/2006/relationships/slide" Target="slides/slide70.xml"/><Relationship Id="rId90" Type="http://schemas.openxmlformats.org/officeDocument/2006/relationships/slide" Target="slides/slide71.xml"/><Relationship Id="rId91" Type="http://schemas.openxmlformats.org/officeDocument/2006/relationships/slide" Target="slides/slide72.xml"/><Relationship Id="rId92" Type="http://schemas.openxmlformats.org/officeDocument/2006/relationships/slide" Target="slides/slide73.xml"/><Relationship Id="rId93" Type="http://schemas.openxmlformats.org/officeDocument/2006/relationships/slide" Target="slides/slide74.xml"/><Relationship Id="rId94" Type="http://schemas.openxmlformats.org/officeDocument/2006/relationships/slide" Target="slides/slide75.xml"/><Relationship Id="rId95" Type="http://schemas.openxmlformats.org/officeDocument/2006/relationships/slide" Target="slides/slide76.xml"/><Relationship Id="rId96" Type="http://schemas.openxmlformats.org/officeDocument/2006/relationships/slide" Target="slides/slide77.xml"/><Relationship Id="rId97" Type="http://schemas.openxmlformats.org/officeDocument/2006/relationships/slide" Target="slides/slide78.xml"/><Relationship Id="rId98" Type="http://schemas.openxmlformats.org/officeDocument/2006/relationships/slide" Target="slides/slide79.xml"/><Relationship Id="rId99" Type="http://schemas.openxmlformats.org/officeDocument/2006/relationships/slide" Target="slides/slide80.xml"/><Relationship Id="rId100" Type="http://schemas.openxmlformats.org/officeDocument/2006/relationships/slide" Target="slides/slide81.xml"/><Relationship Id="rId101" Type="http://schemas.openxmlformats.org/officeDocument/2006/relationships/slide" Target="slides/slide82.xml"/><Relationship Id="rId102" Type="http://schemas.openxmlformats.org/officeDocument/2006/relationships/slide" Target="slides/slide83.xml"/><Relationship Id="rId103" Type="http://schemas.openxmlformats.org/officeDocument/2006/relationships/slide" Target="slides/slide84.xml"/><Relationship Id="rId104" Type="http://schemas.openxmlformats.org/officeDocument/2006/relationships/slide" Target="slides/slide85.xml"/><Relationship Id="rId105" Type="http://schemas.openxmlformats.org/officeDocument/2006/relationships/slide" Target="slides/slide86.xml"/><Relationship Id="rId106" Type="http://schemas.openxmlformats.org/officeDocument/2006/relationships/slide" Target="slides/slide87.xml"/><Relationship Id="rId107" Type="http://schemas.openxmlformats.org/officeDocument/2006/relationships/slide" Target="slides/slide88.xml"/><Relationship Id="rId108" Type="http://schemas.openxmlformats.org/officeDocument/2006/relationships/slide" Target="slides/slide89.xml"/><Relationship Id="rId109" Type="http://schemas.openxmlformats.org/officeDocument/2006/relationships/slide" Target="slides/slide90.xml"/><Relationship Id="rId110" Type="http://schemas.openxmlformats.org/officeDocument/2006/relationships/slide" Target="slides/slide91.xml"/><Relationship Id="rId111" Type="http://schemas.openxmlformats.org/officeDocument/2006/relationships/slide" Target="slides/slide92.xml"/><Relationship Id="rId133" Type="http://customschemas.google.com/relationships/presentationmetadata" Target="metadata"/><Relationship Id="rId134" Type="http://schemas.openxmlformats.org/officeDocument/2006/relationships/presProps" Target="presProps.xml"/><Relationship Id="rId135" Type="http://schemas.openxmlformats.org/officeDocument/2006/relationships/viewProps" Target="viewProps.xml"/><Relationship Id="rId136" Type="http://schemas.openxmlformats.org/officeDocument/2006/relationships/theme" Target="theme/theme1.xml"/><Relationship Id="rId1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jpg"/><Relationship Id="rId4" Type="http://schemas.openxmlformats.org/officeDocument/2006/relationships/image" Target="../media/image11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microsoft.com/office/2007/relationships/hdphoto" Target="../media/hdphoto1.wdp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30" name="Google Shape;30;p9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1" name="Google Shape;31;p9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14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gin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3FF4AA-CA19-2EE1-03AE-410C26186227}"/>
              </a:ext>
            </a:extLst>
          </p:cNvPr>
          <p:cNvSpPr txBox="1"/>
          <p:nvPr userDrawn="1"/>
        </p:nvSpPr>
        <p:spPr>
          <a:xfrm>
            <a:off x="9522373" y="6287289"/>
            <a:ext cx="2591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 err="1">
                <a:solidFill>
                  <a:schemeClr val="accent2">
                    <a:lumMod val="10000"/>
                  </a:schemeClr>
                </a:solidFill>
              </a:rPr>
              <a:t>Created</a:t>
            </a:r>
            <a:r>
              <a:rPr lang="de-DE" dirty="0">
                <a:solidFill>
                  <a:schemeClr val="accent2">
                    <a:lumMod val="1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2">
                    <a:lumMod val="10000"/>
                  </a:schemeClr>
                </a:solidFill>
              </a:rPr>
              <a:t>by</a:t>
            </a:r>
            <a:r>
              <a:rPr lang="de-DE" dirty="0">
                <a:solidFill>
                  <a:schemeClr val="accent2">
                    <a:lumMod val="10000"/>
                  </a:schemeClr>
                </a:solidFill>
              </a:rPr>
              <a:t> GRII Slide Maker</a:t>
            </a:r>
          </a:p>
        </p:txBody>
      </p:sp>
      <p:sp>
        <p:nvSpPr>
          <p:cNvPr id="3" name="Google Shape;273;p1">
            <a:extLst>
              <a:ext uri="{FF2B5EF4-FFF2-40B4-BE49-F238E27FC236}">
                <a16:creationId xmlns:a16="http://schemas.microsoft.com/office/drawing/2014/main" id="{89946E8B-5AB9-48AE-564E-057D9ECF1FCF}"/>
              </a:ext>
            </a:extLst>
          </p:cNvPr>
          <p:cNvSpPr txBox="1"/>
          <p:nvPr userDrawn="1"/>
        </p:nvSpPr>
        <p:spPr>
          <a:xfrm>
            <a:off x="711000" y="1550513"/>
            <a:ext cx="10770000" cy="11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Our service will begin shortly</a:t>
            </a:r>
            <a:endParaRPr sz="6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Google Shape;274;p1">
            <a:extLst>
              <a:ext uri="{FF2B5EF4-FFF2-40B4-BE49-F238E27FC236}">
                <a16:creationId xmlns:a16="http://schemas.microsoft.com/office/drawing/2014/main" id="{B7065576-4D52-F64D-E327-B11247A9F146}"/>
              </a:ext>
            </a:extLst>
          </p:cNvPr>
          <p:cNvSpPr txBox="1"/>
          <p:nvPr userDrawn="1"/>
        </p:nvSpPr>
        <p:spPr>
          <a:xfrm>
            <a:off x="711000" y="3079088"/>
            <a:ext cx="10770000" cy="22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 would like to remind you</a:t>
            </a:r>
            <a:endParaRPr sz="41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mute your phones </a:t>
            </a:r>
            <a:endParaRPr sz="41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to not eat during the service</a:t>
            </a:r>
            <a:endParaRPr sz="41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47429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AC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22630-79F3-99A7-6BFE-936552A592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486" y="2971800"/>
            <a:ext cx="11307028" cy="914400"/>
          </a:xfrm>
        </p:spPr>
        <p:txBody>
          <a:bodyPr/>
          <a:lstStyle>
            <a:lvl1pPr marL="1143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de-DE" sz="5400" b="1" i="0" u="sng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Sermon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FF77A9-34E4-D320-C5C7-20C7AD2C99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6726" y="4156782"/>
            <a:ext cx="6078548" cy="674337"/>
          </a:xfrm>
        </p:spPr>
        <p:txBody>
          <a:bodyPr/>
          <a:lstStyle>
            <a:lvl1pPr marL="114300" indent="0" algn="ctr">
              <a:buNone/>
              <a:defRPr lang="de-DE" sz="28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135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R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Scripture Reading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9682E-1B95-700A-B294-80EFB991C6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436" y="2909649"/>
            <a:ext cx="9467128" cy="914400"/>
          </a:xfrm>
        </p:spPr>
        <p:txBody>
          <a:bodyPr anchor="t"/>
          <a:lstStyle>
            <a:lvl1pPr marL="114300" indent="0" algn="ctr">
              <a:buNone/>
              <a:defRPr lang="en-US" sz="5400" b="1" i="0" u="sng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 err="1"/>
              <a:t>Jesaya</a:t>
            </a:r>
            <a:r>
              <a:rPr lang="en-US" dirty="0"/>
              <a:t> 43, 1-2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3C8EA97-1460-4A9F-87D8-B56EB8B6228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62436" y="4049713"/>
            <a:ext cx="9302750" cy="1073150"/>
          </a:xfrm>
        </p:spPr>
        <p:txBody>
          <a:bodyPr/>
          <a:lstStyle>
            <a:lvl1pPr marL="114300" indent="0" algn="ctr">
              <a:buNone/>
              <a:defRPr sz="3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lvl="0"/>
            <a:r>
              <a:rPr lang="de-DE" dirty="0" err="1"/>
              <a:t>Yesaya</a:t>
            </a:r>
            <a:r>
              <a:rPr lang="de-DE" dirty="0"/>
              <a:t> 43: 1-2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12968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6DD7C-C4E9-DA2C-8BCB-2F91173856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3420" y="634712"/>
            <a:ext cx="5243491" cy="5562888"/>
          </a:xfrm>
        </p:spPr>
        <p:txBody>
          <a:bodyPr/>
          <a:lstStyle>
            <a:lvl1pPr marL="114300" indent="0">
              <a:buNone/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E6A4D9-9CE3-6AD9-7C7C-17968268DA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118" y="634710"/>
            <a:ext cx="5397462" cy="556288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19129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890E638-BD11-0954-D411-25CB025CCD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3" y="647558"/>
            <a:ext cx="11020978" cy="2340739"/>
          </a:xfrm>
        </p:spPr>
        <p:txBody>
          <a:bodyPr/>
          <a:lstStyle>
            <a:lvl1pPr marL="114300" indent="0">
              <a:buNone/>
              <a:def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F9D402A-E310-6EFF-1AF1-B5B8BE1591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8003" y="3429000"/>
            <a:ext cx="11020978" cy="286392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600" b="0" i="1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65128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ESSION_PRAY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6DD7C-C4E9-DA2C-8BCB-2F91173856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3420" y="1982146"/>
            <a:ext cx="5243491" cy="4215453"/>
          </a:xfrm>
        </p:spPr>
        <p:txBody>
          <a:bodyPr/>
          <a:lstStyle>
            <a:lvl1pPr marL="628650" indent="-514350" rtl="0">
              <a:buClr>
                <a:srgbClr val="FFFFFF"/>
              </a:buClr>
              <a:buSzPct val="100000"/>
              <a:buFont typeface="+mj-lt"/>
              <a:buAutoNum type="arabicPeriod"/>
              <a:defRPr lang="en-MY" sz="3000" b="1" i="0" u="none" strike="noStrike" smtClean="0">
                <a:effectLst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r>
              <a:rPr lang="en-MY" dirty="0"/>
              <a:t>English topic 1</a:t>
            </a:r>
          </a:p>
          <a:p>
            <a:endParaRPr lang="de-DE" dirty="0"/>
          </a:p>
          <a:p>
            <a:r>
              <a:rPr lang="de-DE" dirty="0"/>
              <a:t>English </a:t>
            </a:r>
            <a:r>
              <a:rPr lang="de-DE" dirty="0" err="1"/>
              <a:t>topic</a:t>
            </a:r>
            <a:r>
              <a:rPr lang="de-DE" dirty="0"/>
              <a:t> 2</a:t>
            </a:r>
          </a:p>
          <a:p>
            <a:endParaRPr lang="de-DE" dirty="0"/>
          </a:p>
          <a:p>
            <a:r>
              <a:rPr lang="de-DE" dirty="0"/>
              <a:t>English </a:t>
            </a:r>
            <a:r>
              <a:rPr lang="de-DE" dirty="0" err="1"/>
              <a:t>topic</a:t>
            </a:r>
            <a:r>
              <a:rPr lang="de-DE" dirty="0"/>
              <a:t> 3</a:t>
            </a:r>
            <a:endParaRPr lang="en-MY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E6A4D9-9CE3-6AD9-7C7C-17968268DA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118" y="1982144"/>
            <a:ext cx="5397462" cy="4215453"/>
          </a:xfrm>
        </p:spPr>
        <p:txBody>
          <a:bodyPr/>
          <a:lstStyle>
            <a:lvl1pPr marL="628650" marR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+mj-lt"/>
              <a:buAutoNum type="arabicPeriod"/>
              <a:defRPr lang="en-MY" sz="3000" b="0" i="1" u="none" strike="noStrike" smtClean="0">
                <a:effectLst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r>
              <a:rPr lang="en-MY" dirty="0" err="1"/>
              <a:t>Topik</a:t>
            </a:r>
            <a:r>
              <a:rPr lang="en-MY" dirty="0"/>
              <a:t> Indo 1</a:t>
            </a:r>
          </a:p>
          <a:p>
            <a:endParaRPr lang="en-MY" dirty="0"/>
          </a:p>
          <a:p>
            <a:r>
              <a:rPr lang="en-MY" dirty="0"/>
              <a:t>Topik Indo 2</a:t>
            </a:r>
          </a:p>
          <a:p>
            <a:endParaRPr lang="en-MY" dirty="0"/>
          </a:p>
          <a:p>
            <a:r>
              <a:rPr lang="en-MY" dirty="0"/>
              <a:t>Topik Indo 3</a:t>
            </a:r>
            <a:endParaRPr lang="en-US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561D1A2-C5E5-3862-5BC1-199AA12F1731}"/>
              </a:ext>
            </a:extLst>
          </p:cNvPr>
          <p:cNvSpPr txBox="1"/>
          <p:nvPr userDrawn="1"/>
        </p:nvSpPr>
        <p:spPr>
          <a:xfrm>
            <a:off x="563420" y="550912"/>
            <a:ext cx="52434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000" b="1" i="0" u="sng" strike="noStrike" cap="none" dirty="0">
                <a:solidFill>
                  <a:schemeClr val="dk1"/>
                </a:solidFill>
                <a:effectLst/>
                <a:latin typeface="Roboto Condensed"/>
                <a:ea typeface="Roboto Condensed"/>
                <a:cs typeface="Roboto Condensed"/>
                <a:sym typeface="Arial"/>
              </a:rPr>
              <a:t>Intercession Prayer</a:t>
            </a:r>
            <a:endParaRPr lang="en-DE" sz="3000" b="1" i="0" u="sng" strike="noStrike" cap="none" dirty="0">
              <a:solidFill>
                <a:schemeClr val="dk1"/>
              </a:solidFill>
              <a:effectLst/>
              <a:latin typeface="Roboto Condensed"/>
              <a:ea typeface="Roboto Condensed"/>
              <a:cs typeface="Roboto Condensed"/>
              <a:sym typeface="Arial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151590-EE29-FA4D-AC5A-0AD326AAA05D}"/>
              </a:ext>
            </a:extLst>
          </p:cNvPr>
          <p:cNvSpPr txBox="1"/>
          <p:nvPr userDrawn="1"/>
        </p:nvSpPr>
        <p:spPr>
          <a:xfrm>
            <a:off x="6231118" y="550912"/>
            <a:ext cx="52434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000" b="0" i="1" u="sng" strike="noStrike" cap="none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Doa</a:t>
            </a:r>
            <a:r>
              <a:rPr lang="en-MY" sz="3000" b="0" i="1" u="sng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 </a:t>
            </a:r>
            <a:r>
              <a:rPr lang="en-MY" sz="3000" b="0" i="1" u="sng" strike="noStrike" cap="none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Syafaat</a:t>
            </a:r>
            <a:endParaRPr lang="en-DE" sz="3000" b="1" i="0" u="sng" strike="noStrike" cap="none" dirty="0">
              <a:solidFill>
                <a:schemeClr val="dk1"/>
              </a:solidFill>
              <a:effectLst/>
              <a:latin typeface="Roboto Condensed"/>
              <a:ea typeface="Roboto Condensed"/>
              <a:cs typeface="Roboto Condensed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029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Bapa kami yang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dikuduskanlah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nama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datanglah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Kerajaan-Mu,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jadilah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kehendak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id="2" name="Google Shape;556;p40">
            <a:extLst>
              <a:ext uri="{FF2B5EF4-FFF2-40B4-BE49-F238E27FC236}">
                <a16:creationId xmlns:a16="http://schemas.microsoft.com/office/drawing/2014/main" id="{E80B5495-D040-EAB1-AFEA-276EA26D8773}"/>
              </a:ext>
            </a:extLst>
          </p:cNvPr>
          <p:cNvSpPr txBox="1"/>
          <p:nvPr userDrawn="1"/>
        </p:nvSpPr>
        <p:spPr>
          <a:xfrm>
            <a:off x="856800" y="764446"/>
            <a:ext cx="10478400" cy="179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Our Father, who art in heaven,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hallowed be thy name.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Thy kingdom come.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Thy will be done on earth, as it is in heaven.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7511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Berikanlah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pada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makanan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secukupnya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ampunilah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kesalahan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juga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mengampuni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bersalah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kami;</a:t>
            </a:r>
          </a:p>
        </p:txBody>
      </p:sp>
      <p:sp>
        <p:nvSpPr>
          <p:cNvPr id="2" name="Google Shape;561;p42">
            <a:extLst>
              <a:ext uri="{FF2B5EF4-FFF2-40B4-BE49-F238E27FC236}">
                <a16:creationId xmlns:a16="http://schemas.microsoft.com/office/drawing/2014/main" id="{8FAA345C-8A70-08DA-04BE-91005D1689CF}"/>
              </a:ext>
            </a:extLst>
          </p:cNvPr>
          <p:cNvSpPr txBox="1"/>
          <p:nvPr userDrawn="1"/>
        </p:nvSpPr>
        <p:spPr>
          <a:xfrm>
            <a:off x="856800" y="737942"/>
            <a:ext cx="10478400" cy="189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Give us this day our daily bread,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forgive us our trespasses,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 we forgive those who trespass against us,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26207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janganlah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membawa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dalam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pencobaan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tetapi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lepaskanlah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daripada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jahat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Karena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Engkaulah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empunya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kuasa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kemuliaan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sampai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selama-lamanya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Amin.</a:t>
            </a:r>
          </a:p>
        </p:txBody>
      </p:sp>
      <p:sp>
        <p:nvSpPr>
          <p:cNvPr id="2" name="Google Shape;566;p44">
            <a:extLst>
              <a:ext uri="{FF2B5EF4-FFF2-40B4-BE49-F238E27FC236}">
                <a16:creationId xmlns:a16="http://schemas.microsoft.com/office/drawing/2014/main" id="{0DEB30FB-EDF3-AEA8-CBE0-6C8D127A2DE3}"/>
              </a:ext>
            </a:extLst>
          </p:cNvPr>
          <p:cNvSpPr txBox="1"/>
          <p:nvPr userDrawn="1"/>
        </p:nvSpPr>
        <p:spPr>
          <a:xfrm>
            <a:off x="856800" y="728723"/>
            <a:ext cx="10478400" cy="288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lead us not into temptation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but deliver us from evil.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thine is the kingdom, and the power,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the glory forever and ever.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Amen.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855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percaya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Allah, Bapa yang Maha Kuasa,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pencipta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langit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Yesus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Kristus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Anak-Nya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tunggal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kita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</p:txBody>
      </p:sp>
      <p:sp>
        <p:nvSpPr>
          <p:cNvPr id="2" name="Google Shape;585;p177">
            <a:extLst>
              <a:ext uri="{FF2B5EF4-FFF2-40B4-BE49-F238E27FC236}">
                <a16:creationId xmlns:a16="http://schemas.microsoft.com/office/drawing/2014/main" id="{F93B3073-3F9D-8DFB-64A5-97E0E5EF05AA}"/>
              </a:ext>
            </a:extLst>
          </p:cNvPr>
          <p:cNvSpPr txBox="1"/>
          <p:nvPr userDrawn="1"/>
        </p:nvSpPr>
        <p:spPr>
          <a:xfrm>
            <a:off x="856800" y="741300"/>
            <a:ext cx="10478400" cy="26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 believe in God, the Father Almighty,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creator of heaven and earth.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 believe in Jesus Christ, 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His only Son, our Lord,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559587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dikandung dari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lahir dari anak dara Maria.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menderita sengsara di bawah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pemerintahan Pontius Pilatus,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590;p178">
            <a:extLst>
              <a:ext uri="{FF2B5EF4-FFF2-40B4-BE49-F238E27FC236}">
                <a16:creationId xmlns:a16="http://schemas.microsoft.com/office/drawing/2014/main" id="{DFA0BD65-F2C8-611C-4D9D-6CBC055D80BB}"/>
              </a:ext>
            </a:extLst>
          </p:cNvPr>
          <p:cNvSpPr txBox="1"/>
          <p:nvPr userDrawn="1"/>
        </p:nvSpPr>
        <p:spPr>
          <a:xfrm>
            <a:off x="856800" y="640377"/>
            <a:ext cx="10478400" cy="26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who was conceived by the Holy Spirit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born of the virgin Mary.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 suffered under Pontius Pilate,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606949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disalibkan, mati, dan dikuburkan;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turun ke dalam kerajaan maut.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Pada hari yang ketiga,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bangkit pula dari antara orang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595;p179">
            <a:extLst>
              <a:ext uri="{FF2B5EF4-FFF2-40B4-BE49-F238E27FC236}">
                <a16:creationId xmlns:a16="http://schemas.microsoft.com/office/drawing/2014/main" id="{13035864-91B9-F795-1A0B-DD4D0A539906}"/>
              </a:ext>
            </a:extLst>
          </p:cNvPr>
          <p:cNvSpPr txBox="1"/>
          <p:nvPr userDrawn="1"/>
        </p:nvSpPr>
        <p:spPr>
          <a:xfrm>
            <a:off x="856800" y="657902"/>
            <a:ext cx="10478400" cy="26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was crucified, died, and was buried;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 descended to hell.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third day he rose again from the dead.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650707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Naik ke surga, duduk di sebelah kanan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Allah Bapa yang Maha Kuasa.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dari sana Ia akan datang untuk menghakimi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hidup dan yang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600;p180">
            <a:extLst>
              <a:ext uri="{FF2B5EF4-FFF2-40B4-BE49-F238E27FC236}">
                <a16:creationId xmlns:a16="http://schemas.microsoft.com/office/drawing/2014/main" id="{AC33E68C-9C63-EB3F-524A-EF34DE6D38AB}"/>
              </a:ext>
            </a:extLst>
          </p:cNvPr>
          <p:cNvSpPr txBox="1"/>
          <p:nvPr userDrawn="1"/>
        </p:nvSpPr>
        <p:spPr>
          <a:xfrm>
            <a:off x="856800" y="640377"/>
            <a:ext cx="10478400" cy="26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 ascended to heaven and is seated 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at the right hand of God the Father Almighty.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From there He will come to judge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living and the dead.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428823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percaya kepada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 yang kudus dan am,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persekutuan orang kudus,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605;p181">
            <a:extLst>
              <a:ext uri="{FF2B5EF4-FFF2-40B4-BE49-F238E27FC236}">
                <a16:creationId xmlns:a16="http://schemas.microsoft.com/office/drawing/2014/main" id="{E768CE0D-F692-384B-6415-C30543EBA96F}"/>
              </a:ext>
            </a:extLst>
          </p:cNvPr>
          <p:cNvSpPr txBox="1"/>
          <p:nvPr userDrawn="1"/>
        </p:nvSpPr>
        <p:spPr>
          <a:xfrm>
            <a:off x="856800" y="828800"/>
            <a:ext cx="10478400" cy="20662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 believe in the Holy Spirit,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holy catholic church,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communion of saints,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068548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pengampunan dosa,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kebangkitan tubuh,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hidup yang kekal. Amin.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610;p50">
            <a:extLst>
              <a:ext uri="{FF2B5EF4-FFF2-40B4-BE49-F238E27FC236}">
                <a16:creationId xmlns:a16="http://schemas.microsoft.com/office/drawing/2014/main" id="{6FDDF62C-15EE-C5FF-AFED-9F5A8E08E452}"/>
              </a:ext>
            </a:extLst>
          </p:cNvPr>
          <p:cNvSpPr txBox="1"/>
          <p:nvPr userDrawn="1"/>
        </p:nvSpPr>
        <p:spPr>
          <a:xfrm>
            <a:off x="856800" y="769704"/>
            <a:ext cx="10478400" cy="235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forgiveness of sins,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resurrection of the body,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the life everlasting. Amen.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16719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NGINJI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08;p40">
            <a:extLst>
              <a:ext uri="{FF2B5EF4-FFF2-40B4-BE49-F238E27FC236}">
                <a16:creationId xmlns:a16="http://schemas.microsoft.com/office/drawing/2014/main" id="{87FB86D5-32DD-72CF-836B-B2F76685381C}"/>
              </a:ext>
            </a:extLst>
          </p:cNvPr>
          <p:cNvSpPr txBox="1"/>
          <p:nvPr userDrawn="1"/>
        </p:nvSpPr>
        <p:spPr>
          <a:xfrm>
            <a:off x="0" y="4132073"/>
            <a:ext cx="121920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Penginjilan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6AE93-89A8-E3C3-5505-619E958DAD4F}"/>
              </a:ext>
            </a:extLst>
          </p:cNvPr>
          <p:cNvSpPr txBox="1"/>
          <p:nvPr userDrawn="1"/>
        </p:nvSpPr>
        <p:spPr>
          <a:xfrm>
            <a:off x="0" y="3068995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IREC Hamburg (red)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Evangelisation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(blue)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060FE-7A8C-F775-ABCC-FF5F1346B7C9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98356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SEKOL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13;p42">
            <a:extLst>
              <a:ext uri="{FF2B5EF4-FFF2-40B4-BE49-F238E27FC236}">
                <a16:creationId xmlns:a16="http://schemas.microsoft.com/office/drawing/2014/main" id="{F13407FD-FA82-CF2C-B8B5-76E175CB455E}"/>
              </a:ext>
            </a:extLst>
          </p:cNvPr>
          <p:cNvSpPr txBox="1">
            <a:spLocks/>
          </p:cNvSpPr>
          <p:nvPr userDrawn="1"/>
        </p:nvSpPr>
        <p:spPr>
          <a:xfrm>
            <a:off x="0" y="2789238"/>
            <a:ext cx="12191999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de-DE" sz="4000" b="1" u="sng" dirty="0" err="1">
                <a:latin typeface="Roboto Condensed"/>
                <a:ea typeface="Roboto Condensed"/>
                <a:cs typeface="Roboto Condensed"/>
                <a:sym typeface="Roboto Condensed"/>
              </a:rPr>
              <a:t>red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) &amp;</a:t>
            </a:r>
          </a:p>
          <a:p>
            <a:pPr algn="ctr">
              <a:buSzPts val="5200"/>
            </a:pP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de-DE" sz="4000" b="1" u="sng" dirty="0" err="1">
                <a:latin typeface="Roboto Condensed"/>
                <a:ea typeface="Roboto Condensed"/>
                <a:cs typeface="Roboto Condensed"/>
                <a:sym typeface="Roboto Condensed"/>
              </a:rPr>
              <a:t>Theology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 Education (</a:t>
            </a:r>
            <a:r>
              <a:rPr lang="de-DE" sz="4000" b="1" u="sng" dirty="0" err="1">
                <a:latin typeface="Roboto Condensed"/>
                <a:ea typeface="Roboto Condensed"/>
                <a:cs typeface="Roboto Condensed"/>
                <a:sym typeface="Roboto Condensed"/>
              </a:rPr>
              <a:t>blue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sz="4800" b="1" u="sng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15;p42">
            <a:extLst>
              <a:ext uri="{FF2B5EF4-FFF2-40B4-BE49-F238E27FC236}">
                <a16:creationId xmlns:a16="http://schemas.microsoft.com/office/drawing/2014/main" id="{5A2CB274-C3AE-FB9E-CF5C-C6228A810AA2}"/>
              </a:ext>
            </a:extLst>
          </p:cNvPr>
          <p:cNvSpPr txBox="1"/>
          <p:nvPr userDrawn="1"/>
        </p:nvSpPr>
        <p:spPr>
          <a:xfrm>
            <a:off x="0" y="4346296"/>
            <a:ext cx="121920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Sekolah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Teologi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45BDC8-1B46-315D-7696-90B46EA617F8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8989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MAND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20;p44">
            <a:extLst>
              <a:ext uri="{FF2B5EF4-FFF2-40B4-BE49-F238E27FC236}">
                <a16:creationId xmlns:a16="http://schemas.microsoft.com/office/drawing/2014/main" id="{1DA032EB-F898-9535-7567-66BB02205987}"/>
              </a:ext>
            </a:extLst>
          </p:cNvPr>
          <p:cNvSpPr txBox="1">
            <a:spLocks/>
          </p:cNvSpPr>
          <p:nvPr userDrawn="1"/>
        </p:nvSpPr>
        <p:spPr>
          <a:xfrm>
            <a:off x="0" y="2789238"/>
            <a:ext cx="1219200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de-DE" sz="4000" b="1" u="sng" dirty="0" err="1">
                <a:latin typeface="Roboto Condensed"/>
                <a:ea typeface="Roboto Condensed"/>
                <a:cs typeface="Roboto Condensed"/>
                <a:sym typeface="Roboto Condensed"/>
              </a:rPr>
              <a:t>red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) </a:t>
            </a:r>
            <a:r>
              <a:rPr lang="nn-NO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&amp; Cultural Mandate (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blue</a:t>
            </a:r>
            <a:r>
              <a:rPr lang="nn-NO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nn-NO" sz="4800" b="1" u="sng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22;p44">
            <a:extLst>
              <a:ext uri="{FF2B5EF4-FFF2-40B4-BE49-F238E27FC236}">
                <a16:creationId xmlns:a16="http://schemas.microsoft.com/office/drawing/2014/main" id="{0ECC02AD-1FDC-1D75-598B-42DA374B67B7}"/>
              </a:ext>
            </a:extLst>
          </p:cNvPr>
          <p:cNvSpPr txBox="1"/>
          <p:nvPr userDrawn="1"/>
        </p:nvSpPr>
        <p:spPr>
          <a:xfrm>
            <a:off x="0" y="3887281"/>
            <a:ext cx="121920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Mandat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Budaya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65898D-20AD-64F3-C280-265D148523E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7340217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MBANGUN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29;p45">
            <a:extLst>
              <a:ext uri="{FF2B5EF4-FFF2-40B4-BE49-F238E27FC236}">
                <a16:creationId xmlns:a16="http://schemas.microsoft.com/office/drawing/2014/main" id="{97A8C1C8-5736-E2AF-22DD-478AA7FAF5E9}"/>
              </a:ext>
            </a:extLst>
          </p:cNvPr>
          <p:cNvSpPr txBox="1"/>
          <p:nvPr userDrawn="1"/>
        </p:nvSpPr>
        <p:spPr>
          <a:xfrm>
            <a:off x="16" y="4517325"/>
            <a:ext cx="12191984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Pembangunan Gedung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CCAB4-A5FA-944B-B8D3-D0CEB252C1F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D02A6-D1AA-A9E5-D493-45BD963A76D2}"/>
              </a:ext>
            </a:extLst>
          </p:cNvPr>
          <p:cNvSpPr txBox="1"/>
          <p:nvPr userDrawn="1"/>
        </p:nvSpPr>
        <p:spPr>
          <a:xfrm>
            <a:off x="0" y="3075057"/>
            <a:ext cx="1219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IREC Hamburg (red) &amp; </a:t>
            </a:r>
          </a:p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Church Building Construction (blue)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8853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DIAKO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36;p46">
            <a:extLst>
              <a:ext uri="{FF2B5EF4-FFF2-40B4-BE49-F238E27FC236}">
                <a16:creationId xmlns:a16="http://schemas.microsoft.com/office/drawing/2014/main" id="{94E7028D-0D5E-467D-866B-43030379D653}"/>
              </a:ext>
            </a:extLst>
          </p:cNvPr>
          <p:cNvSpPr txBox="1"/>
          <p:nvPr userDrawn="1"/>
        </p:nvSpPr>
        <p:spPr>
          <a:xfrm>
            <a:off x="0" y="3964555"/>
            <a:ext cx="121920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Diakonia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54573-A059-9466-99A7-04D6BDA2F233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92213-D06A-A1DD-8EAB-0CF46ED58A54}"/>
              </a:ext>
            </a:extLst>
          </p:cNvPr>
          <p:cNvSpPr txBox="1"/>
          <p:nvPr userDrawn="1"/>
        </p:nvSpPr>
        <p:spPr>
          <a:xfrm>
            <a:off x="1" y="3084293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IREC Hamburg (red) &amp; Diakonia (blue)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59220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43C5-98D6-87AA-F92C-0BF2349E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BB34E5-D037-83E2-5D8A-C6E5ADB73A6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8DDB14-A30F-7D72-41CA-53A3DC86DD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5C4C9D-745B-B54F-736C-EB67CB09EF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F2219C-F70B-9AF0-FDC1-2E87E0624EF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799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63615-D61C-767F-3EB6-44297A30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50D969-5511-A3D7-4E20-1C5E8306457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C682C76-F978-7C12-0093-3100BF7556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246A0E-441A-F966-9963-80FC2FE90F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161D7F-6050-BC8A-C958-D9A09C4B513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573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05D3-000D-A747-4BE8-6A409807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0F3DB-7856-0647-2AD8-367DAB06A41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4" name="Google Shape;539;p83" descr="Diagram&#10;&#10;Description automatically generated">
            <a:extLst>
              <a:ext uri="{FF2B5EF4-FFF2-40B4-BE49-F238E27FC236}">
                <a16:creationId xmlns:a16="http://schemas.microsoft.com/office/drawing/2014/main" id="{B864D24E-3491-C15E-143F-C2E0987CFC0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94607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893542-C173-D283-60F0-78B3311E64FE}"/>
              </a:ext>
            </a:extLst>
          </p:cNvPr>
          <p:cNvSpPr txBox="1"/>
          <p:nvPr userDrawn="1"/>
        </p:nvSpPr>
        <p:spPr>
          <a:xfrm>
            <a:off x="3047987" y="259800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Announcements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B4856-D749-EC0C-7B37-F75D44C6B67C}"/>
              </a:ext>
            </a:extLst>
          </p:cNvPr>
          <p:cNvSpPr txBox="1"/>
          <p:nvPr userDrawn="1"/>
        </p:nvSpPr>
        <p:spPr>
          <a:xfrm>
            <a:off x="3047987" y="3772640"/>
            <a:ext cx="60960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667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Warta </a:t>
            </a:r>
            <a:r>
              <a:rPr kumimoji="0" lang="en-US" sz="2667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Jemaat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64438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32D4F9-FE87-3099-F898-66A1AF91377B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4" name="Picture 3" descr="A poster for a concert&#10;&#10;Description automatically generated">
            <a:extLst>
              <a:ext uri="{FF2B5EF4-FFF2-40B4-BE49-F238E27FC236}">
                <a16:creationId xmlns:a16="http://schemas.microsoft.com/office/drawing/2014/main" id="{994F3E0E-FF84-BE65-9293-E265CE6774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464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592;p55">
            <a:extLst>
              <a:ext uri="{FF2B5EF4-FFF2-40B4-BE49-F238E27FC236}">
                <a16:creationId xmlns:a16="http://schemas.microsoft.com/office/drawing/2014/main" id="{BC7649FF-8896-646D-A144-B7FCE7E2B577}"/>
              </a:ext>
            </a:extLst>
          </p:cNvPr>
          <p:cNvGrpSpPr/>
          <p:nvPr userDrawn="1"/>
        </p:nvGrpSpPr>
        <p:grpSpPr>
          <a:xfrm>
            <a:off x="2683251" y="0"/>
            <a:ext cx="6825499" cy="6858000"/>
            <a:chOff x="2683251" y="0"/>
            <a:chExt cx="6825499" cy="6858000"/>
          </a:xfrm>
        </p:grpSpPr>
        <p:pic>
          <p:nvPicPr>
            <p:cNvPr id="4" name="Google Shape;593;p55">
              <a:extLst>
                <a:ext uri="{FF2B5EF4-FFF2-40B4-BE49-F238E27FC236}">
                  <a16:creationId xmlns:a16="http://schemas.microsoft.com/office/drawing/2014/main" id="{60C13581-1C9D-0EAD-1CFB-348A5951504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83251" y="0"/>
              <a:ext cx="6825499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594;p55">
              <a:extLst>
                <a:ext uri="{FF2B5EF4-FFF2-40B4-BE49-F238E27FC236}">
                  <a16:creationId xmlns:a16="http://schemas.microsoft.com/office/drawing/2014/main" id="{E1A918C8-1F88-ABC3-4CAA-6FD8810624E5}"/>
                </a:ext>
              </a:extLst>
            </p:cNvPr>
            <p:cNvSpPr/>
            <p:nvPr/>
          </p:nvSpPr>
          <p:spPr>
            <a:xfrm>
              <a:off x="4539916" y="5245768"/>
              <a:ext cx="3192300" cy="8181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595;p55">
              <a:extLst>
                <a:ext uri="{FF2B5EF4-FFF2-40B4-BE49-F238E27FC236}">
                  <a16:creationId xmlns:a16="http://schemas.microsoft.com/office/drawing/2014/main" id="{D5A8B398-6185-58F7-D6CA-DFA4FA420EE9}"/>
                </a:ext>
              </a:extLst>
            </p:cNvPr>
            <p:cNvSpPr/>
            <p:nvPr/>
          </p:nvSpPr>
          <p:spPr>
            <a:xfrm>
              <a:off x="4692315" y="537410"/>
              <a:ext cx="3192300" cy="4092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45654CB-8E2B-4E1E-8BB6-D1C824E8C7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4A0BFA-13C2-4863-8ABB-F2DB0741B61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6665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507;p39">
            <a:extLst>
              <a:ext uri="{FF2B5EF4-FFF2-40B4-BE49-F238E27FC236}">
                <a16:creationId xmlns:a16="http://schemas.microsoft.com/office/drawing/2014/main" id="{32E7EA77-832D-7698-D622-61CD8B99576F}"/>
              </a:ext>
            </a:extLst>
          </p:cNvPr>
          <p:cNvSpPr/>
          <p:nvPr userDrawn="1"/>
        </p:nvSpPr>
        <p:spPr>
          <a:xfrm>
            <a:off x="5503647" y="675628"/>
            <a:ext cx="5232400" cy="2239022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1" name="Google Shape;508;p39">
            <a:extLst>
              <a:ext uri="{FF2B5EF4-FFF2-40B4-BE49-F238E27FC236}">
                <a16:creationId xmlns:a16="http://schemas.microsoft.com/office/drawing/2014/main" id="{7FF3F63E-3732-78D2-AD68-79FDF8E3E0B3}"/>
              </a:ext>
            </a:extLst>
          </p:cNvPr>
          <p:cNvSpPr/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FF2D639A-087E-2FA7-F163-BA4A435A90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4338" y="675628"/>
            <a:ext cx="5232400" cy="149448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Makan Malam &amp; </a:t>
            </a:r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B6AA8BAB-A914-6508-E7AF-81202F25D8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4122" y="3133896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Dinner &amp; Prayer Meeting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71358F21-051E-206A-D00B-B43354D5D7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338" y="2170113"/>
            <a:ext cx="5232400" cy="134937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Jumat</a:t>
            </a:r>
            <a:r>
              <a:rPr lang="de-DE" dirty="0"/>
              <a:t> di </a:t>
            </a:r>
            <a:r>
              <a:rPr lang="de-DE" dirty="0" err="1"/>
              <a:t>Minggu</a:t>
            </a:r>
            <a:r>
              <a:rPr lang="de-DE" dirty="0"/>
              <a:t> </a:t>
            </a:r>
            <a:r>
              <a:rPr lang="de-DE" dirty="0" err="1"/>
              <a:t>Ganjil</a:t>
            </a:r>
            <a:r>
              <a:rPr lang="de-DE" dirty="0"/>
              <a:t>, </a:t>
            </a:r>
          </a:p>
          <a:p>
            <a:r>
              <a:rPr lang="de-DE" dirty="0"/>
              <a:t>18:30 CET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97EB8EDB-3B4B-F8B1-2F6B-105B01BB91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122" y="383440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Friday, every 2 weeks</a:t>
            </a:r>
            <a:r>
              <a:rPr lang="en-US" dirty="0">
                <a:solidFill>
                  <a:schemeClr val="lt1"/>
                </a:solidFill>
              </a:rPr>
              <a:t> </a:t>
            </a:r>
            <a:endParaRPr lang="en-US" dirty="0"/>
          </a:p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chemeClr val="lt1"/>
                </a:solidFill>
              </a:rPr>
              <a:t> 18:30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2258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58;p51" descr="aaron-burden-UIib0bAvWfs-unsplash.jpg">
            <a:extLst>
              <a:ext uri="{FF2B5EF4-FFF2-40B4-BE49-F238E27FC236}">
                <a16:creationId xmlns:a16="http://schemas.microsoft.com/office/drawing/2014/main" id="{5F514B6A-C30B-C5F5-4F94-892F4564F5F0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07;p39">
            <a:extLst>
              <a:ext uri="{FF2B5EF4-FFF2-40B4-BE49-F238E27FC236}">
                <a16:creationId xmlns:a16="http://schemas.microsoft.com/office/drawing/2014/main" id="{A6163B25-3CC5-A054-BB0C-61E91CB7B2DD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55F8D648-303E-D3CF-FA5D-0FBCD26B2D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Pendalaman</a:t>
            </a:r>
            <a:r>
              <a:rPr lang="de-DE" dirty="0"/>
              <a:t> </a:t>
            </a:r>
            <a:r>
              <a:rPr lang="de-DE" dirty="0" err="1"/>
              <a:t>Alkitab</a:t>
            </a:r>
            <a:endParaRPr lang="de-DE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6E946-E69E-4ECF-9698-C30DAB1931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Sabtu</a:t>
            </a:r>
            <a:r>
              <a:rPr lang="en-MY" dirty="0"/>
              <a:t>, 15:00 CET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8" name="Google Shape;507;p39">
            <a:extLst>
              <a:ext uri="{FF2B5EF4-FFF2-40B4-BE49-F238E27FC236}">
                <a16:creationId xmlns:a16="http://schemas.microsoft.com/office/drawing/2014/main" id="{937B409A-F3AE-B2A9-025C-48378881774F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4728C75A-441F-01A5-1C67-63A3116195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/>
              <a:t>B</a:t>
            </a:r>
            <a:r>
              <a:rPr lang="de-DE" dirty="0" err="1"/>
              <a:t>ibelstunde</a:t>
            </a:r>
            <a:endParaRPr lang="de-DE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D6DA8094-2363-169E-2AAE-D0B21C08A4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Samstags, 15:00 CET</a:t>
            </a:r>
          </a:p>
          <a:p>
            <a:r>
              <a:rPr lang="de-DE" dirty="0"/>
              <a:t>Berner Heerweg</a:t>
            </a:r>
          </a:p>
        </p:txBody>
      </p:sp>
    </p:spTree>
    <p:extLst>
      <p:ext uri="{BB962C8B-B14F-4D97-AF65-F5344CB8AC3E}">
        <p14:creationId xmlns:p14="http://schemas.microsoft.com/office/powerpoint/2010/main" val="7227533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8D1672-EBA0-C035-E1FF-85D5B0C94D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4" name="Google Shape;614;g275a9adfb00_0_188">
            <a:extLst>
              <a:ext uri="{FF2B5EF4-FFF2-40B4-BE49-F238E27FC236}">
                <a16:creationId xmlns:a16="http://schemas.microsoft.com/office/drawing/2014/main" id="{9C70018D-2600-F179-64B7-774DDAB4261C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43650" y="0"/>
            <a:ext cx="981752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39">
            <a:extLst>
              <a:ext uri="{FF2B5EF4-FFF2-40B4-BE49-F238E27FC236}">
                <a16:creationId xmlns:a16="http://schemas.microsoft.com/office/drawing/2014/main" id="{F47D0834-3787-5C4F-321A-0463F82B9B5A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200B5792-4EEE-6042-BBF2-BF4B61CD52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Katekisasi</a:t>
            </a:r>
            <a:r>
              <a:rPr lang="de-DE" dirty="0"/>
              <a:t> Online</a:t>
            </a:r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06A5440-6CE8-7F9E-D16A-36ECD2C094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Sabtu</a:t>
            </a:r>
            <a:r>
              <a:rPr lang="de-DE" dirty="0"/>
              <a:t>, </a:t>
            </a:r>
            <a:r>
              <a:rPr lang="de-DE" dirty="0" err="1"/>
              <a:t>setiap</a:t>
            </a:r>
            <a:r>
              <a:rPr lang="de-DE" dirty="0"/>
              <a:t> 2 </a:t>
            </a:r>
            <a:r>
              <a:rPr lang="de-DE" dirty="0" err="1"/>
              <a:t>minggu</a:t>
            </a:r>
            <a:r>
              <a:rPr lang="de-DE" dirty="0"/>
              <a:t>, 13:00 CET</a:t>
            </a:r>
          </a:p>
        </p:txBody>
      </p:sp>
    </p:spTree>
    <p:extLst>
      <p:ext uri="{BB962C8B-B14F-4D97-AF65-F5344CB8AC3E}">
        <p14:creationId xmlns:p14="http://schemas.microsoft.com/office/powerpoint/2010/main" val="42894538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B3899A-169E-679A-A835-E3C844CF501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4" name="Google Shape;614;g275a9adfb00_0_188">
            <a:extLst>
              <a:ext uri="{FF2B5EF4-FFF2-40B4-BE49-F238E27FC236}">
                <a16:creationId xmlns:a16="http://schemas.microsoft.com/office/drawing/2014/main" id="{72049E8A-E580-9C81-F309-8B5829412769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43650" y="0"/>
            <a:ext cx="981752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39">
            <a:extLst>
              <a:ext uri="{FF2B5EF4-FFF2-40B4-BE49-F238E27FC236}">
                <a16:creationId xmlns:a16="http://schemas.microsoft.com/office/drawing/2014/main" id="{17EAB587-AA6B-F6A3-72F0-E3282426ACB2}"/>
              </a:ext>
            </a:extLst>
          </p:cNvPr>
          <p:cNvSpPr/>
          <p:nvPr userDrawn="1"/>
        </p:nvSpPr>
        <p:spPr>
          <a:xfrm>
            <a:off x="5435600" y="1567102"/>
            <a:ext cx="5232400" cy="2810933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0341D8F5-98B0-D6E8-90B4-E12B8EE2D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Master Class</a:t>
            </a:r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822EC0A3-1DEA-D960-5087-A56EC6D693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Sabtu</a:t>
            </a:r>
            <a:r>
              <a:rPr lang="de-DE" dirty="0"/>
              <a:t>, </a:t>
            </a:r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 </a:t>
            </a:r>
            <a:r>
              <a:rPr lang="de-DE" dirty="0" err="1"/>
              <a:t>genap</a:t>
            </a:r>
            <a:endParaRPr lang="de-DE" dirty="0"/>
          </a:p>
          <a:p>
            <a:r>
              <a:rPr lang="de-DE" dirty="0"/>
              <a:t>14:00 CET</a:t>
            </a: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EAFA9B5E-EA7B-7B12-7558-F99C55DAE8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600" y="3310834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Sabtu</a:t>
            </a:r>
            <a:r>
              <a:rPr lang="de-DE" dirty="0"/>
              <a:t>, </a:t>
            </a:r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 </a:t>
            </a:r>
            <a:r>
              <a:rPr lang="de-DE" dirty="0" err="1"/>
              <a:t>genap</a:t>
            </a:r>
            <a:endParaRPr lang="de-DE" dirty="0"/>
          </a:p>
          <a:p>
            <a:r>
              <a:rPr lang="de-DE" dirty="0"/>
              <a:t>14:00 CET</a:t>
            </a:r>
          </a:p>
        </p:txBody>
      </p:sp>
    </p:spTree>
    <p:extLst>
      <p:ext uri="{BB962C8B-B14F-4D97-AF65-F5344CB8AC3E}">
        <p14:creationId xmlns:p14="http://schemas.microsoft.com/office/powerpoint/2010/main" val="2329647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ADAE53-DB1D-6EC6-24BE-4D8FFF1FFD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4" name="Google Shape;621;g275a9adfb00_0_194">
            <a:extLst>
              <a:ext uri="{FF2B5EF4-FFF2-40B4-BE49-F238E27FC236}">
                <a16:creationId xmlns:a16="http://schemas.microsoft.com/office/drawing/2014/main" id="{6C78FAEF-817F-33BF-EB16-9086E69F3FB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7425" y="0"/>
            <a:ext cx="9713875" cy="69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39">
            <a:extLst>
              <a:ext uri="{FF2B5EF4-FFF2-40B4-BE49-F238E27FC236}">
                <a16:creationId xmlns:a16="http://schemas.microsoft.com/office/drawing/2014/main" id="{45610D7D-2EDE-DAC9-6FB7-7B2D560ACD9D}"/>
              </a:ext>
            </a:extLst>
          </p:cNvPr>
          <p:cNvSpPr/>
          <p:nvPr userDrawn="1"/>
        </p:nvSpPr>
        <p:spPr>
          <a:xfrm>
            <a:off x="1117425" y="3511650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8506C89B-C1DE-55DD-9375-AC89539405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7641" y="3511781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Katekisasi</a:t>
            </a:r>
            <a:r>
              <a:rPr lang="de-DE" dirty="0"/>
              <a:t> </a:t>
            </a:r>
            <a:r>
              <a:rPr lang="de-DE" dirty="0" err="1"/>
              <a:t>Nikah</a:t>
            </a:r>
            <a:endParaRPr lang="de-DE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622D4179-8A15-0B66-DC0A-46A863D344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7641" y="4219806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Pendaftaran</a:t>
            </a:r>
            <a:r>
              <a:rPr lang="de-DE" dirty="0"/>
              <a:t> </a:t>
            </a:r>
            <a:r>
              <a:rPr lang="de-DE" dirty="0" err="1"/>
              <a:t>ke</a:t>
            </a:r>
            <a:r>
              <a:rPr lang="de-DE" dirty="0"/>
              <a:t> </a:t>
            </a:r>
            <a:r>
              <a:rPr lang="de-DE" dirty="0" err="1"/>
              <a:t>Sdr</a:t>
            </a:r>
            <a:r>
              <a:rPr lang="de-DE" dirty="0"/>
              <a:t>. Thomas</a:t>
            </a:r>
          </a:p>
        </p:txBody>
      </p:sp>
    </p:spTree>
    <p:extLst>
      <p:ext uri="{BB962C8B-B14F-4D97-AF65-F5344CB8AC3E}">
        <p14:creationId xmlns:p14="http://schemas.microsoft.com/office/powerpoint/2010/main" val="1976441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258E3A-2510-FC3B-1DB8-997970FE398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9" name="Google Shape;685;g1ef2f85ac88_1_0">
            <a:extLst>
              <a:ext uri="{FF2B5EF4-FFF2-40B4-BE49-F238E27FC236}">
                <a16:creationId xmlns:a16="http://schemas.microsoft.com/office/drawing/2014/main" id="{F2C3D0F0-3DF8-4F86-5413-E0B681B6A8B2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8600" y="-72562"/>
            <a:ext cx="12450000" cy="700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AB994C5-7F13-497D-917B-F014225512A0}"/>
              </a:ext>
            </a:extLst>
          </p:cNvPr>
          <p:cNvSpPr/>
          <p:nvPr userDrawn="1"/>
        </p:nvSpPr>
        <p:spPr>
          <a:xfrm>
            <a:off x="577271" y="1459345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4000" dirty="0">
              <a:latin typeface="Corsiva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BE38C1-03DE-91D9-D265-A2C2AD9171CD}"/>
              </a:ext>
            </a:extLst>
          </p:cNvPr>
          <p:cNvSpPr/>
          <p:nvPr userDrawn="1"/>
        </p:nvSpPr>
        <p:spPr>
          <a:xfrm>
            <a:off x="577271" y="2244436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70DEB4-09B8-6390-E097-CC105631A414}"/>
              </a:ext>
            </a:extLst>
          </p:cNvPr>
          <p:cNvSpPr/>
          <p:nvPr userDrawn="1"/>
        </p:nvSpPr>
        <p:spPr>
          <a:xfrm>
            <a:off x="577271" y="3631045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4000" dirty="0">
              <a:latin typeface="Corsiva" panose="020B060402020202020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B54EB2-F5C2-22B7-F225-D82CD0261440}"/>
              </a:ext>
            </a:extLst>
          </p:cNvPr>
          <p:cNvSpPr/>
          <p:nvPr userDrawn="1"/>
        </p:nvSpPr>
        <p:spPr>
          <a:xfrm>
            <a:off x="577271" y="4416136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latin typeface="+mj-lt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A3FDB45-8DB5-EA2D-122A-2E16BC1297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7850" y="1446213"/>
            <a:ext cx="5232400" cy="798512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tx1"/>
                </a:solidFill>
                <a:latin typeface="Corsiva" panose="020B060402020202020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4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Latihan </a:t>
            </a:r>
            <a:r>
              <a:rPr kumimoji="0" lang="en-MY" sz="4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Koor</a:t>
            </a:r>
            <a:endParaRPr kumimoji="0" lang="de-DE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siva" panose="020B0604020202020204" charset="0"/>
              <a:ea typeface="+mn-ea"/>
              <a:cs typeface="+mn-cs"/>
              <a:sym typeface="Arial"/>
            </a:endParaRP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79E4F5A-A87C-7583-E41B-4B3AF57724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7171" y="2224305"/>
            <a:ext cx="5232400" cy="798512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Setiap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Minggu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, 14:00 – 15:00 CET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Berner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Heerweg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60</a:t>
            </a: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370E468A-5494-0575-8022-B2A49824B7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171" y="3621578"/>
            <a:ext cx="5232400" cy="798512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tx1"/>
                </a:solidFill>
                <a:latin typeface="Corsiva" panose="020B060402020202020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4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Chorübung</a:t>
            </a:r>
            <a:endParaRPr kumimoji="0" lang="de-DE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siva" panose="020B0604020202020204" charset="0"/>
              <a:ea typeface="+mn-ea"/>
              <a:cs typeface="+mn-cs"/>
              <a:sym typeface="Arial"/>
            </a:endParaRP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FCC539DC-57C8-E1BB-31C6-D3539DE2EB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7171" y="4402715"/>
            <a:ext cx="5232400" cy="798512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Jeden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Sonntag, 14:00 – 15:00 CET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Berner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Heerweg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60</a:t>
            </a: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36101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507;p39">
            <a:extLst>
              <a:ext uri="{FF2B5EF4-FFF2-40B4-BE49-F238E27FC236}">
                <a16:creationId xmlns:a16="http://schemas.microsoft.com/office/drawing/2014/main" id="{32E7EA77-832D-7698-D622-61CD8B99576F}"/>
              </a:ext>
            </a:extLst>
          </p:cNvPr>
          <p:cNvSpPr/>
          <p:nvPr userDrawn="1"/>
        </p:nvSpPr>
        <p:spPr>
          <a:xfrm>
            <a:off x="5494122" y="1461957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1" name="Google Shape;508;p39">
            <a:extLst>
              <a:ext uri="{FF2B5EF4-FFF2-40B4-BE49-F238E27FC236}">
                <a16:creationId xmlns:a16="http://schemas.microsoft.com/office/drawing/2014/main" id="{7FF3F63E-3732-78D2-AD68-79FDF8E3E0B3}"/>
              </a:ext>
            </a:extLst>
          </p:cNvPr>
          <p:cNvSpPr/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FF2D639A-087E-2FA7-F163-BA4A435A90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4338" y="1462088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B6AA8BAB-A914-6508-E7AF-81202F25D8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4122" y="2160441"/>
            <a:ext cx="5232400" cy="708025"/>
          </a:xfrm>
        </p:spPr>
        <p:txBody>
          <a:bodyPr/>
          <a:lstStyle>
            <a:lvl1pPr marL="114300" marR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lang="de-DE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 err="1"/>
              <a:t>Sabtu</a:t>
            </a:r>
            <a:r>
              <a:rPr lang="de-DE" dirty="0"/>
              <a:t> 15:30 CET</a:t>
            </a:r>
          </a:p>
          <a:p>
            <a:pPr lvl="0"/>
            <a:r>
              <a:rPr lang="de-DE" dirty="0"/>
              <a:t>Berner Heerweg 60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71358F21-051E-206A-D00B-B43354D5D7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122" y="3118105"/>
            <a:ext cx="5232400" cy="768350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Bibelstunde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97EB8EDB-3B4B-F8B1-2F6B-105B01BB91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122" y="383440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Sonntags, 15:30 CEST </a:t>
            </a:r>
          </a:p>
          <a:p>
            <a:pPr marL="1143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tabLst/>
              <a:defRPr/>
            </a:pPr>
            <a:r>
              <a:rPr lang="de-DE" dirty="0"/>
              <a:t> Berner Heerweg 60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45610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78;g238c28804b7_0_0">
            <a:extLst>
              <a:ext uri="{FF2B5EF4-FFF2-40B4-BE49-F238E27FC236}">
                <a16:creationId xmlns:a16="http://schemas.microsoft.com/office/drawing/2014/main" id="{0B1971B2-10F1-8B78-CD6A-872D2D3FF5EC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79;g238c28804b7_0_0">
            <a:extLst>
              <a:ext uri="{FF2B5EF4-FFF2-40B4-BE49-F238E27FC236}">
                <a16:creationId xmlns:a16="http://schemas.microsoft.com/office/drawing/2014/main" id="{3340BD38-0D34-0DD3-083E-5E4C982134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B5989618-EE8D-A309-7653-631BA609EA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1533D51C-0561-5F1F-FCCD-8256995D78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Minggu</a:t>
            </a:r>
            <a:r>
              <a:rPr lang="de-DE" dirty="0"/>
              <a:t>, 14:00 CET 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8ABFA118-4DF0-EF68-D397-3ED8EB97B7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Sonntagsgottesdienst</a:t>
            </a:r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0C35CC88-21D9-0F7A-6CD6-497149F3BF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Sonntag, 14:00 CET </a:t>
            </a:r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13229246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8;g238c28804b7_0_0">
            <a:extLst>
              <a:ext uri="{FF2B5EF4-FFF2-40B4-BE49-F238E27FC236}">
                <a16:creationId xmlns:a16="http://schemas.microsoft.com/office/drawing/2014/main" id="{0D3E8F6D-30DC-482E-79BE-6690FC3025CC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79;g238c28804b7_0_0">
            <a:extLst>
              <a:ext uri="{FF2B5EF4-FFF2-40B4-BE49-F238E27FC236}">
                <a16:creationId xmlns:a16="http://schemas.microsoft.com/office/drawing/2014/main" id="{B8056ED0-F4FE-1FD4-AB71-92B5D53E0829}"/>
              </a:ext>
            </a:extLst>
          </p:cNvPr>
          <p:cNvSpPr/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4ACC59FA-B992-8699-DA02-89D40CE22A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0729C6EF-DA83-8578-34F2-94023D0CC6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, 16:00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05ADDBE3-13B6-8021-81C9-6A8AD75A72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Sonntagsgottesdienst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9A442C29-E40D-E5FB-E30E-1A8104FC32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Jeden Sonntag, 16:00</a:t>
            </a:r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42593426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8;g238c28804b7_0_0">
            <a:extLst>
              <a:ext uri="{FF2B5EF4-FFF2-40B4-BE49-F238E27FC236}">
                <a16:creationId xmlns:a16="http://schemas.microsoft.com/office/drawing/2014/main" id="{87F95481-CA74-40CA-5714-18D7596BD8E5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79;g238c28804b7_0_0">
            <a:extLst>
              <a:ext uri="{FF2B5EF4-FFF2-40B4-BE49-F238E27FC236}">
                <a16:creationId xmlns:a16="http://schemas.microsoft.com/office/drawing/2014/main" id="{A39875C0-16A3-04D5-2FDF-90553E3FC152}"/>
              </a:ext>
            </a:extLst>
          </p:cNvPr>
          <p:cNvSpPr/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C49E5F9C-13C6-ED13-4150-69BB0FC3C0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 &amp; </a:t>
            </a:r>
            <a:r>
              <a:rPr lang="de-DE" dirty="0" err="1"/>
              <a:t>Perjamuan</a:t>
            </a:r>
            <a:r>
              <a:rPr lang="de-DE" dirty="0"/>
              <a:t> Kudus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5BAB0EDF-C557-492D-A514-B4F6CB5FCB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Minggu</a:t>
            </a:r>
            <a:r>
              <a:rPr lang="de-DE" dirty="0"/>
              <a:t>, 9:00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612CFB36-C0B2-BD00-F702-23F25716BD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marL="1143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tabLst/>
              <a:defRPr/>
            </a:pPr>
            <a:r>
              <a:rPr lang="de-DE" dirty="0"/>
              <a:t>Sonntagsgottesdienst &amp; Abendmahl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A32D2238-D56C-2519-8D5C-642290813A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</a:t>
            </a:r>
            <a:r>
              <a:rPr lang="de-DE"/>
              <a:t>, 9:00</a:t>
            </a:r>
            <a:endParaRPr lang="de-DE" dirty="0"/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6329251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07;p39">
            <a:extLst>
              <a:ext uri="{FF2B5EF4-FFF2-40B4-BE49-F238E27FC236}">
                <a16:creationId xmlns:a16="http://schemas.microsoft.com/office/drawing/2014/main" id="{84E5BCEA-7CAF-12C0-4D88-FFDD2B1323C4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677DE3C3-388C-0B09-7697-B3044CE132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A11EB085-C5B6-4574-D0B7-F562710A31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Minggu</a:t>
            </a:r>
            <a:r>
              <a:rPr lang="en-MY" dirty="0"/>
              <a:t>, 11:00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9" name="Google Shape;507;p39">
            <a:extLst>
              <a:ext uri="{FF2B5EF4-FFF2-40B4-BE49-F238E27FC236}">
                <a16:creationId xmlns:a16="http://schemas.microsoft.com/office/drawing/2014/main" id="{168EF372-2FDC-9A44-0BC9-18415F4F1792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8051E29E-1CDA-0969-AAA0-BE63D80A49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Gebetkreis</a:t>
            </a:r>
            <a:endParaRPr lang="de-DE" dirty="0"/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A42EDF82-FB1A-2840-CC29-61D523A9F6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Sonntag, 11:00</a:t>
            </a:r>
          </a:p>
          <a:p>
            <a:r>
              <a:rPr lang="de-DE" dirty="0"/>
              <a:t>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31045812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39">
            <a:extLst>
              <a:ext uri="{FF2B5EF4-FFF2-40B4-BE49-F238E27FC236}">
                <a16:creationId xmlns:a16="http://schemas.microsoft.com/office/drawing/2014/main" id="{39587C9D-9F04-439D-5590-7C582C2939A5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4" name="Text Placeholder 26">
            <a:extLst>
              <a:ext uri="{FF2B5EF4-FFF2-40B4-BE49-F238E27FC236}">
                <a16:creationId xmlns:a16="http://schemas.microsoft.com/office/drawing/2014/main" id="{C12206A1-A367-92D5-348A-C8B9214535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461C005D-AF3C-A0CB-EAB5-8B1B9E28A0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Setiap</a:t>
            </a:r>
            <a:r>
              <a:rPr lang="en-MY" dirty="0"/>
              <a:t> </a:t>
            </a:r>
            <a:r>
              <a:rPr lang="en-MY" dirty="0" err="1"/>
              <a:t>Minggu</a:t>
            </a:r>
            <a:r>
              <a:rPr lang="en-MY" dirty="0"/>
              <a:t>, 15:30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6" name="Google Shape;507;p39">
            <a:extLst>
              <a:ext uri="{FF2B5EF4-FFF2-40B4-BE49-F238E27FC236}">
                <a16:creationId xmlns:a16="http://schemas.microsoft.com/office/drawing/2014/main" id="{3B5197AE-94B7-111D-E986-836F0EC54F5E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7" name="Text Placeholder 26">
            <a:extLst>
              <a:ext uri="{FF2B5EF4-FFF2-40B4-BE49-F238E27FC236}">
                <a16:creationId xmlns:a16="http://schemas.microsoft.com/office/drawing/2014/main" id="{2E49088D-F882-800D-FE84-94F9A973F6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Gebetkreis</a:t>
            </a:r>
            <a:endParaRPr lang="de-DE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06877283-B79D-7BDC-CF59-F2C0F5DB27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Sonntags, 15:30</a:t>
            </a:r>
          </a:p>
          <a:p>
            <a:r>
              <a:rPr lang="de-DE" dirty="0"/>
              <a:t>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26871254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84;g247ebc81067_0_0">
            <a:extLst>
              <a:ext uri="{FF2B5EF4-FFF2-40B4-BE49-F238E27FC236}">
                <a16:creationId xmlns:a16="http://schemas.microsoft.com/office/drawing/2014/main" id="{B0628E7E-AB9C-0D73-F146-F35F3CD1EF3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74000"/>
          </a:blip>
          <a:srcRect/>
          <a:stretch/>
        </p:blipFill>
        <p:spPr>
          <a:xfrm>
            <a:off x="152400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507;p39">
            <a:extLst>
              <a:ext uri="{FF2B5EF4-FFF2-40B4-BE49-F238E27FC236}">
                <a16:creationId xmlns:a16="http://schemas.microsoft.com/office/drawing/2014/main" id="{66DCE902-0CF5-C96E-134A-329F0D642FE0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32E36152-3B8A-A4D3-5FE2-F3745B5A0C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Sekolah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DAB35957-4830-5188-DE75-08269B3B2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Minggu</a:t>
            </a:r>
            <a:r>
              <a:rPr lang="en-MY" dirty="0"/>
              <a:t>, 9:00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8" name="Google Shape;507;p39">
            <a:extLst>
              <a:ext uri="{FF2B5EF4-FFF2-40B4-BE49-F238E27FC236}">
                <a16:creationId xmlns:a16="http://schemas.microsoft.com/office/drawing/2014/main" id="{07869742-E182-2960-5EC4-DBA0527D0989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C678E55D-C69D-3910-7E65-61C3A602EC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Sonntagsschule</a:t>
            </a:r>
            <a:endParaRPr lang="de-DE" dirty="0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C14B1A93-0DD5-EDA2-A06A-EFB42FF5E4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Sonntag, 9:00</a:t>
            </a:r>
          </a:p>
          <a:p>
            <a:r>
              <a:rPr lang="de-DE" dirty="0"/>
              <a:t>Berner Heerweg</a:t>
            </a:r>
          </a:p>
        </p:txBody>
      </p:sp>
    </p:spTree>
    <p:extLst>
      <p:ext uri="{BB962C8B-B14F-4D97-AF65-F5344CB8AC3E}">
        <p14:creationId xmlns:p14="http://schemas.microsoft.com/office/powerpoint/2010/main" val="130154164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84;g247ebc81067_0_0">
            <a:extLst>
              <a:ext uri="{FF2B5EF4-FFF2-40B4-BE49-F238E27FC236}">
                <a16:creationId xmlns:a16="http://schemas.microsoft.com/office/drawing/2014/main" id="{B0628E7E-AB9C-0D73-F146-F35F3CD1EF3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74000"/>
          </a:blip>
          <a:srcRect/>
          <a:stretch/>
        </p:blipFill>
        <p:spPr>
          <a:xfrm>
            <a:off x="152400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507;p39">
            <a:extLst>
              <a:ext uri="{FF2B5EF4-FFF2-40B4-BE49-F238E27FC236}">
                <a16:creationId xmlns:a16="http://schemas.microsoft.com/office/drawing/2014/main" id="{3148CB38-9A22-5DA5-8965-700C24FD8B6A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69D8103A-A69B-B1CA-2987-689868AC39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Sekolah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1B8AB7A4-37F9-8B47-8BA9-5C09F8330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Setiap</a:t>
            </a:r>
            <a:r>
              <a:rPr lang="en-MY" dirty="0"/>
              <a:t> </a:t>
            </a:r>
            <a:r>
              <a:rPr lang="en-MY" dirty="0" err="1"/>
              <a:t>Minggu</a:t>
            </a:r>
            <a:r>
              <a:rPr lang="en-MY" dirty="0"/>
              <a:t>, 16:00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2" name="Google Shape;507;p39">
            <a:extLst>
              <a:ext uri="{FF2B5EF4-FFF2-40B4-BE49-F238E27FC236}">
                <a16:creationId xmlns:a16="http://schemas.microsoft.com/office/drawing/2014/main" id="{AC618D34-EC52-7050-9752-391795323007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3BFBEE91-5810-A5BE-9B19-8FE79BEECE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Sonntagsschule</a:t>
            </a:r>
            <a:endParaRPr lang="de-DE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FFBF6D96-43BC-BF4E-B523-FFD9E84A0B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Jeden Sonntag, 16:00</a:t>
            </a:r>
          </a:p>
          <a:p>
            <a:r>
              <a:rPr lang="de-DE" dirty="0"/>
              <a:t>Berner Heerweg</a:t>
            </a:r>
          </a:p>
        </p:txBody>
      </p:sp>
    </p:spTree>
    <p:extLst>
      <p:ext uri="{BB962C8B-B14F-4D97-AF65-F5344CB8AC3E}">
        <p14:creationId xmlns:p14="http://schemas.microsoft.com/office/powerpoint/2010/main" val="16354984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10;g23c4c92a5cf_0_24">
            <a:extLst>
              <a:ext uri="{FF2B5EF4-FFF2-40B4-BE49-F238E27FC236}">
                <a16:creationId xmlns:a16="http://schemas.microsoft.com/office/drawing/2014/main" id="{EBFC647D-0F46-888D-279E-4A8602F1E524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6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13;g23c4c92a5cf_0_24">
            <a:extLst>
              <a:ext uri="{FF2B5EF4-FFF2-40B4-BE49-F238E27FC236}">
                <a16:creationId xmlns:a16="http://schemas.microsoft.com/office/drawing/2014/main" id="{21C1CF7C-B74B-6F48-A274-F6CF29860A7D}"/>
              </a:ext>
            </a:extLst>
          </p:cNvPr>
          <p:cNvSpPr/>
          <p:nvPr userDrawn="1"/>
        </p:nvSpPr>
        <p:spPr>
          <a:xfrm>
            <a:off x="6314185" y="1714488"/>
            <a:ext cx="142800" cy="64290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14;g23c4c92a5cf_0_24">
            <a:extLst>
              <a:ext uri="{FF2B5EF4-FFF2-40B4-BE49-F238E27FC236}">
                <a16:creationId xmlns:a16="http://schemas.microsoft.com/office/drawing/2014/main" id="{78BB9530-CBFE-8437-79A0-FDD0A8238B27}"/>
              </a:ext>
            </a:extLst>
          </p:cNvPr>
          <p:cNvSpPr txBox="1"/>
          <p:nvPr userDrawn="1"/>
        </p:nvSpPr>
        <p:spPr>
          <a:xfrm>
            <a:off x="6475318" y="1766064"/>
            <a:ext cx="48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615;g23c4c92a5cf_0_24">
            <a:extLst>
              <a:ext uri="{FF2B5EF4-FFF2-40B4-BE49-F238E27FC236}">
                <a16:creationId xmlns:a16="http://schemas.microsoft.com/office/drawing/2014/main" id="{184A50BE-44CC-D73D-F12F-F9CB0F2C01A1}"/>
              </a:ext>
            </a:extLst>
          </p:cNvPr>
          <p:cNvSpPr/>
          <p:nvPr userDrawn="1"/>
        </p:nvSpPr>
        <p:spPr>
          <a:xfrm>
            <a:off x="6419790" y="4888342"/>
            <a:ext cx="214200" cy="1063200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616;g23c4c92a5cf_0_24">
            <a:extLst>
              <a:ext uri="{FF2B5EF4-FFF2-40B4-BE49-F238E27FC236}">
                <a16:creationId xmlns:a16="http://schemas.microsoft.com/office/drawing/2014/main" id="{D58780D2-3A91-BE61-4E67-C3886CD16867}"/>
              </a:ext>
            </a:extLst>
          </p:cNvPr>
          <p:cNvSpPr txBox="1"/>
          <p:nvPr userDrawn="1"/>
        </p:nvSpPr>
        <p:spPr>
          <a:xfrm>
            <a:off x="6662805" y="5179133"/>
            <a:ext cx="48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87F22-84EE-F298-AC11-1B6A767E2823}"/>
              </a:ext>
            </a:extLst>
          </p:cNvPr>
          <p:cNvSpPr txBox="1"/>
          <p:nvPr userDrawn="1"/>
        </p:nvSpPr>
        <p:spPr>
          <a:xfrm>
            <a:off x="1981200" y="1692276"/>
            <a:ext cx="4216400" cy="491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 sister/brother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Today is your big day, we all love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Be glorified, the name of the Lord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In everything of your life, 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wish you in His name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You‘re a part of body of Christ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really care of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love you in His name, yes we do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birthday, happy birthday to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You are my sister/brother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birthday, happy birthday to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endParaRPr lang="de-DE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BF4BDF-7DDA-7B96-38BD-F01A0CA4FB12}"/>
              </a:ext>
            </a:extLst>
          </p:cNvPr>
          <p:cNvSpPr txBox="1"/>
          <p:nvPr userDrawn="1"/>
        </p:nvSpPr>
        <p:spPr>
          <a:xfrm>
            <a:off x="1524000" y="175491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latin typeface="Corsiva" panose="020B0604020202020204" charset="0"/>
              </a:rPr>
              <a:t>Happy Birthday</a:t>
            </a:r>
          </a:p>
        </p:txBody>
      </p:sp>
    </p:spTree>
    <p:extLst>
      <p:ext uri="{BB962C8B-B14F-4D97-AF65-F5344CB8AC3E}">
        <p14:creationId xmlns:p14="http://schemas.microsoft.com/office/powerpoint/2010/main" val="19928929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66A0A-7403-E70C-F0CE-C896606A7A7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4" name="Google Shape;621;p70" descr="Ein Bild, das Himmel, Person, draußen, Gruppe enthält.&#10;&#10;Automatisch generierte Beschreibung">
            <a:extLst>
              <a:ext uri="{FF2B5EF4-FFF2-40B4-BE49-F238E27FC236}">
                <a16:creationId xmlns:a16="http://schemas.microsoft.com/office/drawing/2014/main" id="{D3D997F3-9E66-7028-4F57-1D65ABE916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207" t="47418" r="5031" b="3926"/>
          <a:stretch/>
        </p:blipFill>
        <p:spPr>
          <a:xfrm>
            <a:off x="1524000" y="-115576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2;p70">
            <a:extLst>
              <a:ext uri="{FF2B5EF4-FFF2-40B4-BE49-F238E27FC236}">
                <a16:creationId xmlns:a16="http://schemas.microsoft.com/office/drawing/2014/main" id="{6AAA839C-D067-6CDB-CBAF-16114B8619AD}"/>
              </a:ext>
            </a:extLst>
          </p:cNvPr>
          <p:cNvSpPr/>
          <p:nvPr userDrawn="1"/>
        </p:nvSpPr>
        <p:spPr>
          <a:xfrm>
            <a:off x="4998720" y="4564912"/>
            <a:ext cx="5669280" cy="2041452"/>
          </a:xfrm>
          <a:prstGeom prst="rect">
            <a:avLst/>
          </a:prstGeom>
          <a:solidFill>
            <a:schemeClr val="dk1">
              <a:alpha val="45098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		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Kaffezeit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!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0274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8F65-79F8-E7FC-7A0C-FB16C1D0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D42F8-2AD6-9BDB-05F8-07519BF547E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397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"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;p87">
            <a:extLst>
              <a:ext uri="{FF2B5EF4-FFF2-40B4-BE49-F238E27FC236}">
                <a16:creationId xmlns:a16="http://schemas.microsoft.com/office/drawing/2014/main" id="{07B285F8-41C1-DA9C-D675-7BC21A142D9F}"/>
              </a:ext>
            </a:extLst>
          </p:cNvPr>
          <p:cNvSpPr txBox="1"/>
          <p:nvPr userDrawn="1"/>
        </p:nvSpPr>
        <p:spPr>
          <a:xfrm>
            <a:off x="415600" y="3870118"/>
            <a:ext cx="11360800" cy="11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International Reformed Evangelical Church Hamburg</a:t>
            </a:r>
            <a:endParaRPr sz="3200" b="1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" name="Google Shape;17;p87">
            <a:extLst>
              <a:ext uri="{FF2B5EF4-FFF2-40B4-BE49-F238E27FC236}">
                <a16:creationId xmlns:a16="http://schemas.microsoft.com/office/drawing/2014/main" id="{B444B406-00F0-E1A2-062F-EC6C96D99C3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114034" y="658862"/>
            <a:ext cx="3963932" cy="396393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EF26B0-DADB-6E8A-3F4F-040F0C3AF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07323" y="4947688"/>
            <a:ext cx="6377354" cy="914400"/>
          </a:xfrm>
        </p:spPr>
        <p:txBody>
          <a:bodyPr/>
          <a:lstStyle>
            <a:lvl1pPr marL="114300" indent="0" algn="ctr">
              <a:buNone/>
              <a:defRPr sz="2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71699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B227-800A-43F3-7319-2C09D186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0E605-D520-989B-CFD9-E8E4E4A846E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4956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9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p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2" name="Google Shape;42;p10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43" name="Google Shape;43;p10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0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3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55" name="Google Shape;55;p10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0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2" r:id="rId2"/>
    <p:sldLayoutId id="2147483671" r:id="rId3"/>
    <p:sldLayoutId id="2147483673" r:id="rId4"/>
    <p:sldLayoutId id="2147483674" r:id="rId5"/>
    <p:sldLayoutId id="2147483675" r:id="rId6"/>
    <p:sldLayoutId id="2147483723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4" r:id="rId24"/>
    <p:sldLayoutId id="2147483695" r:id="rId25"/>
    <p:sldLayoutId id="2147483708" r:id="rId26"/>
    <p:sldLayoutId id="2147483706" r:id="rId27"/>
    <p:sldLayoutId id="2147483722" r:id="rId28"/>
    <p:sldLayoutId id="2147483697" r:id="rId29"/>
    <p:sldLayoutId id="2147483711" r:id="rId30"/>
    <p:sldLayoutId id="2147483712" r:id="rId31"/>
    <p:sldLayoutId id="2147483713" r:id="rId32"/>
    <p:sldLayoutId id="2147483714" r:id="rId33"/>
    <p:sldLayoutId id="2147483715" r:id="rId34"/>
    <p:sldLayoutId id="2147483698" r:id="rId35"/>
    <p:sldLayoutId id="2147483716" r:id="rId36"/>
    <p:sldLayoutId id="2147483717" r:id="rId37"/>
    <p:sldLayoutId id="2147483719" r:id="rId38"/>
    <p:sldLayoutId id="2147483720" r:id="rId39"/>
    <p:sldLayoutId id="2147483700" r:id="rId40"/>
    <p:sldLayoutId id="2147483721" r:id="rId41"/>
    <p:sldLayoutId id="2147483707" r:id="rId42"/>
    <p:sldLayoutId id="2147483702" r:id="rId43"/>
    <p:sldLayoutId id="2147483703" r:id="rId44"/>
    <p:sldLayoutId id="2147483705" r:id="rId45"/>
    <p:sldLayoutId id="2147483701" r:id="rId46"/>
    <p:sldLayoutId id="2147483654" r:id="rId47"/>
    <p:sldLayoutId id="2147483655" r:id="rId48"/>
    <p:sldLayoutId id="2147483656" r:id="rId49"/>
    <p:sldLayoutId id="2147483657" r:id="rId50"/>
    <p:sldLayoutId id="2147483658" r:id="rId51"/>
    <p:sldLayoutId id="2147483659" r:id="rId5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27 July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27 July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27 July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Genesis 1:2-3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Kejadian 1:2-3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Genesis 1:2 : And the earth was without form, and void; and darkness was upon the face of the deep. And the Spirit of God moved upon the face of the waters.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Kejadian 1:2 : Bumi belum berbentuk dan kosong; gelap gulita menutupi samudera raya, dan Roh Allah melayang-layang di atas permukaan air.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Genesis 1:3 : ¶ And God said, Let there be light: and there was light.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Kejadian 1:3 : Berfirmanlah Allah: "Jadilah terang." Lalu terang itu jadi.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27 July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27 July 2025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27 July 2025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27 July 2025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Rev. Billy Kristanto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Pdt. Billy Kristanto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27 July 2025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27 July 2025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27 July 2025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27 July 2025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27 July 2025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Makan Malam &amp; </a:t>
            </a:r>
          </a:p>
          <a:p>
            <a:r>
              <a:t> 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Dinner &amp; Prayer Meeting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Jumat di minggu genap </a:t>
            </a:r>
          </a:p>
          <a:p>
            <a:r>
              <a:t> 18:30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Fridays on Even week </a:t>
            </a:r>
          </a:p>
          <a:p>
            <a:r>
              <a:t> 18:30 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Pemahaman Alkitab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Sabtu, 15:00 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Bible Study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Saturdays, 15:00 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Online Catechism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Saturdays, every 2 weeks, 13:00 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Master Class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Every Saturdays, odd weeks </a:t>
            </a:r>
          </a:p>
          <a:p>
            <a:r>
              <a:t> 14:00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untuk pengurus &amp; pokja </a:t>
            </a:r>
          </a:p>
          <a:p>
            <a:r>
              <a:t> For Administrators &amp; Working Groups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Marriage Catechism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Registration: Nina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Latihan Koor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Minggu, 14:00 - 15:00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Choir Practice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Sundays, 14:00 - 15:00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Setiap Minggu, 15:30 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Prayer Fellowship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Sundays, 15:30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Minggu, 14:00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Sunday Worship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Sunday, 14:00 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Setiap Minggu, 16:00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Sunday Worship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Every Sunday, 16:00 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 &amp; Perjamuan Kudus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Minggu, 9:00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Sunday Worship &amp; Holy Communion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Sunday, 9:00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Minggu, 11:00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Prayer Fellowship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Sunday, 11:00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Minggu, 15:30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Prayer Fellowship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Sundays, 15:30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Sekolah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Minggu, 9:00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Sunday School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Sunday, 9:00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Sekolah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Minggu, 16:00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Sunday School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Every Sunday, 16:00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6" baseType="lpstr">
      <vt:lpstr>Arial</vt:lpstr>
      <vt:lpstr>Corsiva</vt:lpstr>
      <vt:lpstr>Calibri</vt:lpstr>
      <vt:lpstr>Roboto Condensed</vt:lpstr>
      <vt:lpstr>Roboto</vt:lpstr>
      <vt:lpstr>Simple Dark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Bobby Simarmata</dc:creator>
  <cp:lastModifiedBy>Stephen Kurniawan</cp:lastModifiedBy>
  <cp:revision>70</cp:revision>
  <dcterms:created xsi:type="dcterms:W3CDTF">2021-05-09T21:05:28Z</dcterms:created>
  <dcterms:modified xsi:type="dcterms:W3CDTF">2025-07-20T21:22:04Z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2022-09-01T21:09:35Z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1438cdf0-9406-4d23-95c8-9dc020acdc58</vt:lpwstr>
  </property>
  <property fmtid="{D5CDD505-2E9C-101B-9397-08002B2CF9AE}" pid="8" name="MSIP_Label_604be5fb-a727-4de8-9a0b-2318b3ae9b1b_ContentBits">
    <vt:lpwstr>0</vt:lpwstr>
  </property>
</Properties>
</file>