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3"/>
    <p:restoredTop sz="94692"/>
  </p:normalViewPr>
  <p:slideViewPr>
    <p:cSldViewPr snapToGrid="0">
      <p:cViewPr varScale="1">
        <p:scale>
          <a:sx n="72" d="100"/>
          <a:sy n="72" d="100"/>
        </p:scale>
        <p:origin x="60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4" Type="http://schemas.openxmlformats.org/officeDocument/2006/relationships/font" Target="fonts/font12.fnt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Relationship Id="rId68" Type="http://schemas.openxmlformats.org/officeDocument/2006/relationships/slide" Target="slides/slide49.xml"/><Relationship Id="rId69" Type="http://schemas.openxmlformats.org/officeDocument/2006/relationships/slide" Target="slides/slide50.xml"/><Relationship Id="rId70" Type="http://schemas.openxmlformats.org/officeDocument/2006/relationships/slide" Target="slides/slide51.xml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microsoft.com/office/2007/relationships/hdphoto" Target="../media/hdphoto1.wdp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Created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by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GRII Slide Maker</a:t>
            </a:r>
          </a:p>
        </p:txBody>
      </p:sp>
      <p:sp>
        <p:nvSpPr>
          <p:cNvPr id="3" name="Google Shape;273;p1">
            <a:extLst>
              <a:ext uri="{FF2B5EF4-FFF2-40B4-BE49-F238E27FC236}">
                <a16:creationId xmlns:a16="http://schemas.microsoft.com/office/drawing/2014/main" id="{89946E8B-5AB9-48AE-564E-057D9ECF1FCF}"/>
              </a:ext>
            </a:extLst>
          </p:cNvPr>
          <p:cNvSpPr txBox="1"/>
          <p:nvPr userDrawn="1"/>
        </p:nvSpPr>
        <p:spPr>
          <a:xfrm>
            <a:off x="711000" y="1550513"/>
            <a:ext cx="107700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service will begin shortly</a:t>
            </a:r>
            <a:endParaRPr sz="6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Google Shape;274;p1">
            <a:extLst>
              <a:ext uri="{FF2B5EF4-FFF2-40B4-BE49-F238E27FC236}">
                <a16:creationId xmlns:a16="http://schemas.microsoft.com/office/drawing/2014/main" id="{B7065576-4D52-F64D-E327-B11247A9F146}"/>
              </a:ext>
            </a:extLst>
          </p:cNvPr>
          <p:cNvSpPr txBox="1"/>
          <p:nvPr userDrawn="1"/>
        </p:nvSpPr>
        <p:spPr>
          <a:xfrm>
            <a:off x="711000" y="3079088"/>
            <a:ext cx="107700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would like to remind you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mute your phones 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to not eat during the service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Sermon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Scripture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ESSION_PR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420" y="1982146"/>
            <a:ext cx="5243491" cy="4215453"/>
          </a:xfrm>
        </p:spPr>
        <p:txBody>
          <a:bodyPr/>
          <a:lstStyle>
            <a:lvl1pPr marL="628650" indent="-514350" rtl="0">
              <a:buClr>
                <a:srgbClr val="FFFFFF"/>
              </a:buClr>
              <a:buSzPct val="100000"/>
              <a:buFont typeface="+mj-lt"/>
              <a:buAutoNum type="arabicPeriod"/>
              <a:defRPr lang="en-MY" sz="3000" b="1" i="0" u="none" strike="noStrike" smtClean="0">
                <a:effectLst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r>
              <a:rPr lang="en-MY" dirty="0"/>
              <a:t>English topic 1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2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3</a:t>
            </a:r>
            <a:endParaRPr lang="en-MY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118" y="1982144"/>
            <a:ext cx="5397462" cy="4215453"/>
          </a:xfrm>
        </p:spPr>
        <p:txBody>
          <a:bodyPr/>
          <a:lstStyle>
            <a:lvl1pPr marL="628650" marR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+mj-lt"/>
              <a:buAutoNum type="arabicPeriod"/>
              <a:defRPr lang="en-MY" sz="3000" b="0" i="1" u="none" strike="noStrike" smtClean="0">
                <a:effectLst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r>
              <a:rPr lang="en-MY" dirty="0" err="1"/>
              <a:t>Topik</a:t>
            </a:r>
            <a:r>
              <a:rPr lang="en-MY" dirty="0"/>
              <a:t> Indo 1</a:t>
            </a:r>
          </a:p>
          <a:p>
            <a:endParaRPr lang="en-MY" dirty="0"/>
          </a:p>
          <a:p>
            <a:r>
              <a:rPr lang="en-MY" dirty="0"/>
              <a:t>Topik Indo 2</a:t>
            </a:r>
          </a:p>
          <a:p>
            <a:endParaRPr lang="en-MY" dirty="0"/>
          </a:p>
          <a:p>
            <a:r>
              <a:rPr lang="en-MY" dirty="0"/>
              <a:t>Topik Indo 3</a:t>
            </a:r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561D1A2-C5E5-3862-5BC1-199AA12F1731}"/>
              </a:ext>
            </a:extLst>
          </p:cNvPr>
          <p:cNvSpPr txBox="1"/>
          <p:nvPr userDrawn="1"/>
        </p:nvSpPr>
        <p:spPr>
          <a:xfrm>
            <a:off x="563420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1" i="0" u="sng" strike="noStrike" cap="none" dirty="0">
                <a:solidFill>
                  <a:schemeClr val="dk1"/>
                </a:solidFill>
                <a:effectLst/>
                <a:latin typeface="Roboto Condensed"/>
                <a:ea typeface="Roboto Condensed"/>
                <a:cs typeface="Roboto Condensed"/>
                <a:sym typeface="Arial"/>
              </a:rPr>
              <a:t>Intercession Prayer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151590-EE29-FA4D-AC5A-0AD326AAA05D}"/>
              </a:ext>
            </a:extLst>
          </p:cNvPr>
          <p:cNvSpPr txBox="1"/>
          <p:nvPr userDrawn="1"/>
        </p:nvSpPr>
        <p:spPr>
          <a:xfrm>
            <a:off x="6231118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Doa</a:t>
            </a:r>
            <a:r>
              <a:rPr lang="en-MY" sz="3000" b="0" i="1" u="sng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Syafaat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29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56800" y="38677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2" name="Google Shape;556;p40">
            <a:extLst>
              <a:ext uri="{FF2B5EF4-FFF2-40B4-BE49-F238E27FC236}">
                <a16:creationId xmlns:a16="http://schemas.microsoft.com/office/drawing/2014/main" id="{E80B5495-D040-EAB1-AFEA-276EA26D8773}"/>
              </a:ext>
            </a:extLst>
          </p:cNvPr>
          <p:cNvSpPr txBox="1"/>
          <p:nvPr userDrawn="1"/>
        </p:nvSpPr>
        <p:spPr>
          <a:xfrm>
            <a:off x="856800" y="764446"/>
            <a:ext cx="10478400" cy="17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Father in heaven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hallowed be your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kingdom come,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will be done, on earth as it is in heaven.</a:t>
            </a: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2" name="Google Shape;561;p42">
            <a:extLst>
              <a:ext uri="{FF2B5EF4-FFF2-40B4-BE49-F238E27FC236}">
                <a16:creationId xmlns:a16="http://schemas.microsoft.com/office/drawing/2014/main" id="{8FAA345C-8A70-08DA-04BE-91005D1689CF}"/>
              </a:ext>
            </a:extLst>
          </p:cNvPr>
          <p:cNvSpPr txBox="1"/>
          <p:nvPr userDrawn="1"/>
        </p:nvSpPr>
        <p:spPr>
          <a:xfrm>
            <a:off x="856800" y="737942"/>
            <a:ext cx="104784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 us today our daily bread,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forgive us our debts,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also have forgiven our debtors.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9603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2" name="Google Shape;566;p44">
            <a:extLst>
              <a:ext uri="{FF2B5EF4-FFF2-40B4-BE49-F238E27FC236}">
                <a16:creationId xmlns:a16="http://schemas.microsoft.com/office/drawing/2014/main" id="{0DEB30FB-EDF3-AEA8-CBE0-6C8D127A2DE3}"/>
              </a:ext>
            </a:extLst>
          </p:cNvPr>
          <p:cNvSpPr txBox="1"/>
          <p:nvPr userDrawn="1"/>
        </p:nvSpPr>
        <p:spPr>
          <a:xfrm>
            <a:off x="886691" y="540300"/>
            <a:ext cx="10478400" cy="28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lead us not into temptation,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deliver us from evil.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yours is the kingdom, and the power,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glory forever.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2" name="Google Shape;585;p177">
            <a:extLst>
              <a:ext uri="{FF2B5EF4-FFF2-40B4-BE49-F238E27FC236}">
                <a16:creationId xmlns:a16="http://schemas.microsoft.com/office/drawing/2014/main" id="{F93B3073-3F9D-8DFB-64A5-97E0E5EF05AA}"/>
              </a:ext>
            </a:extLst>
          </p:cNvPr>
          <p:cNvSpPr txBox="1"/>
          <p:nvPr userDrawn="1"/>
        </p:nvSpPr>
        <p:spPr>
          <a:xfrm>
            <a:off x="856800" y="741300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God, the Father Almighty,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creator of heaven and earth.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Jesus Christ,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 only Son, our Lord,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0;p178">
            <a:extLst>
              <a:ext uri="{FF2B5EF4-FFF2-40B4-BE49-F238E27FC236}">
                <a16:creationId xmlns:a16="http://schemas.microsoft.com/office/drawing/2014/main" id="{DFA0BD65-F2C8-611C-4D9D-6CBC055D80BB}"/>
              </a:ext>
            </a:extLst>
          </p:cNvPr>
          <p:cNvSpPr txBox="1"/>
          <p:nvPr userDrawn="1"/>
        </p:nvSpPr>
        <p:spPr>
          <a:xfrm>
            <a:off x="856800" y="640377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 was conceived by the Holy Spirit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born of the virgin Mary.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suffered under Pontius Pilate,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5;p179">
            <a:extLst>
              <a:ext uri="{FF2B5EF4-FFF2-40B4-BE49-F238E27FC236}">
                <a16:creationId xmlns:a16="http://schemas.microsoft.com/office/drawing/2014/main" id="{13035864-91B9-F795-1A0B-DD4D0A539906}"/>
              </a:ext>
            </a:extLst>
          </p:cNvPr>
          <p:cNvSpPr txBox="1"/>
          <p:nvPr userDrawn="1"/>
        </p:nvSpPr>
        <p:spPr>
          <a:xfrm>
            <a:off x="856800" y="657902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 crucified, died, and was buried;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descended to hell.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third day he rose again from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0;p180">
            <a:extLst>
              <a:ext uri="{FF2B5EF4-FFF2-40B4-BE49-F238E27FC236}">
                <a16:creationId xmlns:a16="http://schemas.microsoft.com/office/drawing/2014/main" id="{AC33E68C-9C63-EB3F-524A-EF34DE6D38AB}"/>
              </a:ext>
            </a:extLst>
          </p:cNvPr>
          <p:cNvSpPr txBox="1"/>
          <p:nvPr userDrawn="1"/>
        </p:nvSpPr>
        <p:spPr>
          <a:xfrm>
            <a:off x="856800" y="640377"/>
            <a:ext cx="10478400" cy="2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ascended to heaven and is seated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 the right hand of God the Father Almighty.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there He will come to judge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living and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5;p181">
            <a:extLst>
              <a:ext uri="{FF2B5EF4-FFF2-40B4-BE49-F238E27FC236}">
                <a16:creationId xmlns:a16="http://schemas.microsoft.com/office/drawing/2014/main" id="{E768CE0D-F692-384B-6415-C30543EBA96F}"/>
              </a:ext>
            </a:extLst>
          </p:cNvPr>
          <p:cNvSpPr txBox="1"/>
          <p:nvPr userDrawn="1"/>
        </p:nvSpPr>
        <p:spPr>
          <a:xfrm>
            <a:off x="856800" y="828800"/>
            <a:ext cx="10478400" cy="2066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the Holy Spirit,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holy catholic church,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communion of saints,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10;p50">
            <a:extLst>
              <a:ext uri="{FF2B5EF4-FFF2-40B4-BE49-F238E27FC236}">
                <a16:creationId xmlns:a16="http://schemas.microsoft.com/office/drawing/2014/main" id="{6FDDF62C-15EE-C5FF-AFED-9F5A8E08E452}"/>
              </a:ext>
            </a:extLst>
          </p:cNvPr>
          <p:cNvSpPr txBox="1"/>
          <p:nvPr userDrawn="1"/>
        </p:nvSpPr>
        <p:spPr>
          <a:xfrm>
            <a:off x="856800" y="769704"/>
            <a:ext cx="10478400" cy="235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forgiveness of sins,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resurrection of the body,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life everlasting. 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0" y="3143839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Penginjilan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0" y="2080761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(blue)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1407406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3E1C0905-8B2D-61B2-69B0-473975D71B7B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0" y="1630620"/>
            <a:ext cx="12191999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&amp;</a:t>
            </a:r>
          </a:p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Theological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Seminary 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0" y="318767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Sekolah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Teologi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1237022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B4688AE5-DED4-51F2-2A92-5C0264164D84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0" y="1929707"/>
            <a:ext cx="1219200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&amp; Cultural Mandate (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nn-NO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0" y="3027750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Mandat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Budaya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1536109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sz="2000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06B3F376-B846-5494-2C75-3F9E55842B75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16" y="3211039"/>
            <a:ext cx="12191984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1089354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0" y="1768771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</a:p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Church Building Construction (blue)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6E211AF9-02D4-A80D-6F4D-DA12604142CC}"/>
              </a:ext>
            </a:extLst>
          </p:cNvPr>
          <p:cNvSpPr txBox="1"/>
          <p:nvPr userDrawn="1"/>
        </p:nvSpPr>
        <p:spPr>
          <a:xfrm>
            <a:off x="0" y="4776461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0" y="290248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Diakonia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1333573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" y="2022226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Diakonia (blue)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7887DBE1-8B07-7E08-FA38-605A42FDF00F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C4C9D-745B-B54F-736C-EB67CB09E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2219C-F70B-9AF0-FDC1-2E87E0624E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46A0E-441A-F966-9963-80FC2FE90F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61D7F-6050-BC8A-C958-D9A09C4B51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Announcements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5654CB-8E2B-4E1E-8BB6-D1C824E8C7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A0BFA-13C2-4863-8ABB-F2DB0741B6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Dinner &amp; Prayer Meeting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Friday, every 2 weeks</a:t>
            </a:r>
            <a:r>
              <a:rPr lang="en-US" dirty="0">
                <a:solidFill>
                  <a:schemeClr val="lt1"/>
                </a:solidFill>
              </a:rPr>
              <a:t> </a:t>
            </a:r>
            <a:endParaRPr lang="en-US"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 18:30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723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4" r:id="rId24"/>
    <p:sldLayoutId id="2147483695" r:id="rId25"/>
    <p:sldLayoutId id="2147483708" r:id="rId26"/>
    <p:sldLayoutId id="2147483706" r:id="rId27"/>
    <p:sldLayoutId id="2147483722" r:id="rId28"/>
    <p:sldLayoutId id="2147483714" r:id="rId29"/>
    <p:sldLayoutId id="2147483715" r:id="rId30"/>
    <p:sldLayoutId id="2147483716" r:id="rId31"/>
    <p:sldLayoutId id="2147483717" r:id="rId32"/>
    <p:sldLayoutId id="2147483719" r:id="rId33"/>
    <p:sldLayoutId id="2147483721" r:id="rId34"/>
    <p:sldLayoutId id="2147483707" r:id="rId35"/>
    <p:sldLayoutId id="2147483702" r:id="rId36"/>
    <p:sldLayoutId id="2147483703" r:id="rId37"/>
    <p:sldLayoutId id="2147483705" r:id="rId38"/>
    <p:sldLayoutId id="2147483701" r:id="rId39"/>
    <p:sldLayoutId id="2147483654" r:id="rId40"/>
    <p:sldLayoutId id="2147483655" r:id="rId41"/>
    <p:sldLayoutId id="2147483656" r:id="rId42"/>
    <p:sldLayoutId id="2147483657" r:id="rId43"/>
    <p:sldLayoutId id="2147483658" r:id="rId44"/>
    <p:sldLayoutId id="2147483659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 : The earth was without form and void, and darkness was over the face of the deep. And the Spirit of God was hovering over the face of the waters.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1:3 : And God said, “Let there be light,” and there was light.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Rev.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September 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Dinner &amp; Prayer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genap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Fridays on Even week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Choir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Sunday,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 &amp; Holy Communion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Siang &amp;Persekutuan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12:30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Lunch &amp; 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Saturday, 12:30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Every Sunday,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</vt:lpstr>
      <vt:lpstr>Corsiva</vt:lpstr>
      <vt:lpstr>Calibri</vt:lpstr>
      <vt:lpstr>Arial</vt:lpstr>
      <vt:lpstr>Roboto Condensed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74</cp:revision>
  <dcterms:created xsi:type="dcterms:W3CDTF">2021-05-09T21:05:28Z</dcterms:created>
  <dcterms:modified xsi:type="dcterms:W3CDTF">2025-09-01T20:07:27Z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