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292" r:id="rId58"/>
    <p:sldId id="293" r:id="rId59"/>
    <p:sldId id="294" r:id="rId60"/>
    <p:sldId id="295" r:id="rId61"/>
    <p:sldId id="296" r:id="rId62"/>
    <p:sldId id="297" r:id="rId63"/>
    <p:sldId id="298" r:id="rId64"/>
    <p:sldId id="299" r:id="rId65"/>
    <p:sldId id="300" r:id="rId66"/>
    <p:sldId id="301" r:id="rId67"/>
    <p:sldId id="302" r:id="rId68"/>
    <p:sldId id="303" r:id="rId69"/>
    <p:sldId id="304" r:id="rId70"/>
    <p:sldId id="305" r:id="rId71"/>
    <p:sldId id="306" r:id="rId72"/>
    <p:sldId id="307" r:id="rId73"/>
    <p:sldId id="308" r:id="rId74"/>
  </p:sldIdLst>
  <p:sldSz cx="12192000" cy="6858000"/>
  <p:notesSz cx="6858000" cy="9144000"/>
  <p:embeddedFontLst>
    <p:embeddedFont>
      <p:font typeface="Corsiva" panose="020B0604020202020204" charset="0"/>
      <p:regular r:id="rId3"/>
      <p:bold r:id="rId4"/>
      <p:italic r:id="rId5"/>
      <p:boldItalic r:id="rId6"/>
    </p:embeddedFon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73757-997C-4092-A300-34449357E25A}" v="817" dt="2024-04-21T20:26:54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2753"/>
    <p:restoredTop sz="94692"/>
  </p:normalViewPr>
  <p:slideViewPr>
    <p:cSldViewPr snapToGrid="0">
      <p:cViewPr varScale="1">
        <p:scale>
          <a:sx n="78" d="100"/>
          <a:sy n="78" d="100"/>
        </p:scale>
        <p:origin x="9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2.fntdata"/><Relationship Id="rId2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" Type="http://schemas.openxmlformats.org/officeDocument/2006/relationships/font" Target="fonts/font1.fntdata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" Type="http://schemas.openxmlformats.org/officeDocument/2006/relationships/font" Target="fonts/font2.fntdata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" Type="http://schemas.openxmlformats.org/officeDocument/2006/relationships/font" Target="fonts/font3.fntdata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<Relationship Id="rId58" Type="http://schemas.openxmlformats.org/officeDocument/2006/relationships/slide" Target="slides/slide37.xml"/><Relationship Id="rId59" Type="http://schemas.openxmlformats.org/officeDocument/2006/relationships/slide" Target="slides/slide38.xml"/><Relationship Id="rId6" Type="http://schemas.openxmlformats.org/officeDocument/2006/relationships/font" Target="fonts/font4.fntdata"/><Relationship Id="rId60" Type="http://schemas.openxmlformats.org/officeDocument/2006/relationships/slide" Target="slides/slide39.xml"/><Relationship Id="rId61" Type="http://schemas.openxmlformats.org/officeDocument/2006/relationships/slide" Target="slides/slide40.xml"/><Relationship Id="rId62" Type="http://schemas.openxmlformats.org/officeDocument/2006/relationships/slide" Target="slides/slide41.xml"/><Relationship Id="rId63" Type="http://schemas.openxmlformats.org/officeDocument/2006/relationships/slide" Target="slides/slide42.xml"/><Relationship Id="rId64" Type="http://schemas.openxmlformats.org/officeDocument/2006/relationships/slide" Target="slides/slide43.xml"/><Relationship Id="rId65" Type="http://schemas.openxmlformats.org/officeDocument/2006/relationships/slide" Target="slides/slide44.xml"/><Relationship Id="rId66" Type="http://schemas.openxmlformats.org/officeDocument/2006/relationships/slide" Target="slides/slide45.xml"/><Relationship Id="rId67" Type="http://schemas.openxmlformats.org/officeDocument/2006/relationships/slide" Target="slides/slide46.xml"/><Relationship Id="rId68" Type="http://schemas.openxmlformats.org/officeDocument/2006/relationships/slide" Target="slides/slide47.xml"/><Relationship Id="rId69" Type="http://schemas.openxmlformats.org/officeDocument/2006/relationships/slide" Target="slides/slide48.xml"/><Relationship Id="rId7" Type="http://schemas.openxmlformats.org/officeDocument/2006/relationships/font" Target="fonts/font5.fntdata"/><Relationship Id="rId70" Type="http://schemas.openxmlformats.org/officeDocument/2006/relationships/slide" Target="slides/slide49.xml"/><Relationship Id="rId71" Type="http://schemas.openxmlformats.org/officeDocument/2006/relationships/slide" Target="slides/slide50.xml"/><Relationship Id="rId72" Type="http://schemas.openxmlformats.org/officeDocument/2006/relationships/slide" Target="slides/slide51.xml"/><Relationship Id="rId73" Type="http://schemas.openxmlformats.org/officeDocument/2006/relationships/slide" Target="slides/slide52.xml"/><Relationship Id="rId74" Type="http://schemas.openxmlformats.org/officeDocument/2006/relationships/slide" Target="slides/slide53.xml"/><Relationship Id="rId8" Type="http://schemas.openxmlformats.org/officeDocument/2006/relationships/font" Target="fonts/font6.fntdata"/><Relationship Id="rId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1368488424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1368488424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1199899211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1199899211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2932496729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2932496729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Stephen Kurniawan" userId="98a6f147-1caf-47f2-8e74-24cd4be6d7bf" providerId="ADAL" clId="{A3573757-997C-4092-A300-34449357E25A}"/>
    <pc:docChg chg="undo redo custSel addSld delSld modSld sldOrd addMainMaster delMainMaster modMainMaster">
      <pc:chgData name="Stephen Kurniawan" userId="98a6f147-1caf-47f2-8e74-24cd4be6d7bf" providerId="ADAL" clId="{A3573757-997C-4092-A300-34449357E25A}" dt="2024-04-21T20:27:24.486" v="1376" actId="20577"/>
      <pc:docMkLst>
        <pc:docMk/>
      </pc:docMkLst>
      <pc:sldChg chg="new del">
        <pc:chgData name="Stephen Kurniawan" userId="98a6f147-1caf-47f2-8e74-24cd4be6d7bf" providerId="ADAL" clId="{A3573757-997C-4092-A300-34449357E25A}" dt="2024-04-20T21:07:03.092" v="226" actId="2696"/>
        <pc:sldMkLst>
          <pc:docMk/>
          <pc:sldMk cId="847619725" sldId="256"/>
        </pc:sldMkLst>
      </pc:sldChg>
      <pc:sldChg chg="modSp new del mod">
        <pc:chgData name="Stephen Kurniawan" userId="98a6f147-1caf-47f2-8e74-24cd4be6d7bf" providerId="ADAL" clId="{A3573757-997C-4092-A300-34449357E25A}" dt="2024-04-20T21:13:45.752" v="428" actId="47"/>
        <pc:sldMkLst>
          <pc:docMk/>
          <pc:sldMk cId="1485594169" sldId="256"/>
        </pc:sldMkLst>
        <pc:spChg chg="mod">
          <ac:chgData name="Stephen Kurniawan" userId="98a6f147-1caf-47f2-8e74-24cd4be6d7bf" providerId="ADAL" clId="{A3573757-997C-4092-A300-34449357E25A}" dt="2024-04-20T21:07:37.347" v="231" actId="20577"/>
          <ac:spMkLst>
            <pc:docMk/>
            <pc:sldMk cId="1485594169" sldId="256"/>
            <ac:spMk id="2" creationId="{0938F595-4494-0A1F-681E-2846AEF24FD7}"/>
          </ac:spMkLst>
        </pc:spChg>
      </pc:sldChg>
      <pc:sldChg chg="new del">
        <pc:chgData name="Stephen Kurniawan" userId="98a6f147-1caf-47f2-8e74-24cd4be6d7bf" providerId="ADAL" clId="{A3573757-997C-4092-A300-34449357E25A}" dt="2024-04-20T21:51:29.976" v="948" actId="47"/>
        <pc:sldMkLst>
          <pc:docMk/>
          <pc:sldMk cId="2695610365" sldId="256"/>
        </pc:sldMkLst>
      </pc:sldChg>
      <pc:sldChg chg="new del">
        <pc:chgData name="Stephen Kurniawan" userId="98a6f147-1caf-47f2-8e74-24cd4be6d7bf" providerId="ADAL" clId="{A3573757-997C-4092-A300-34449357E25A}" dt="2024-04-20T20:54:22.428" v="211" actId="47"/>
        <pc:sldMkLst>
          <pc:docMk/>
          <pc:sldMk cId="3956096351" sldId="256"/>
        </pc:sldMkLst>
      </pc:sldChg>
      <pc:sldChg chg="new del">
        <pc:chgData name="Stephen Kurniawan" userId="98a6f147-1caf-47f2-8e74-24cd4be6d7bf" providerId="ADAL" clId="{A3573757-997C-4092-A300-34449357E25A}" dt="2024-04-20T21:19:50.412" v="494" actId="47"/>
        <pc:sldMkLst>
          <pc:docMk/>
          <pc:sldMk cId="2509588017" sldId="257"/>
        </pc:sldMkLst>
      </pc:sldChg>
      <pc:sldChg chg="new del">
        <pc:chgData name="Stephen Kurniawan" userId="98a6f147-1caf-47f2-8e74-24cd4be6d7bf" providerId="ADAL" clId="{A3573757-997C-4092-A300-34449357E25A}" dt="2024-04-20T20:54:22.564" v="212" actId="47"/>
        <pc:sldMkLst>
          <pc:docMk/>
          <pc:sldMk cId="3933929867" sldId="257"/>
        </pc:sldMkLst>
      </pc:sldChg>
      <pc:sldChg chg="del">
        <pc:chgData name="Stephen Kurniawan" userId="98a6f147-1caf-47f2-8e74-24cd4be6d7bf" providerId="ADAL" clId="{A3573757-997C-4092-A300-34449357E25A}" dt="2024-04-20T21:51:18.072" v="946" actId="47"/>
        <pc:sldMkLst>
          <pc:docMk/>
          <pc:sldMk cId="1368488424" sldId="258"/>
        </pc:sldMkLst>
      </pc:sldChg>
      <pc:sldChg chg="del">
        <pc:chgData name="Stephen Kurniawan" userId="98a6f147-1caf-47f2-8e74-24cd4be6d7bf" providerId="ADAL" clId="{A3573757-997C-4092-A300-34449357E25A}" dt="2024-04-20T21:51:18.072" v="946" actId="47"/>
        <pc:sldMkLst>
          <pc:docMk/>
          <pc:sldMk cId="1199899211" sldId="259"/>
        </pc:sldMkLst>
        <pc:spChg chg="mod">
          <ac:chgData name="Stephen Kurniawan" userId="98a6f147-1caf-47f2-8e74-24cd4be6d7bf" providerId="ADAL" clId="{A3573757-997C-4092-A300-34449357E25A}" dt="2024-04-20T21:23:39.470" v="501" actId="20577"/>
          <ac:spMkLst>
            <pc:docMk/>
            <pc:sldMk cId="1199899211" sldId="259"/>
            <ac:spMk id="2" creationId="{ADB11726-601E-9B9D-9AA1-0BDD23E5E86D}"/>
          </ac:spMkLst>
        </pc:spChg>
      </pc:sldChg>
      <pc:sldChg chg="new del">
        <pc:chgData name="Stephen Kurniawan" userId="98a6f147-1caf-47f2-8e74-24cd4be6d7bf" providerId="ADAL" clId="{A3573757-997C-4092-A300-34449357E25A}" dt="2024-04-20T21:19:48.610" v="493" actId="47"/>
        <pc:sldMkLst>
          <pc:docMk/>
          <pc:sldMk cId="2428956753" sldId="260"/>
        </pc:sldMkLst>
      </pc:sldChg>
      <pc:sldChg chg="new">
        <pc:chgData name="Stephen Kurniawan" userId="98a6f147-1caf-47f2-8e74-24cd4be6d7bf" providerId="ADAL" clId="{A3573757-997C-4092-A300-34449357E25A}" dt="2024-04-20T21:26:21.594" v="610" actId="680"/>
        <pc:sldMkLst>
          <pc:docMk/>
          <pc:sldMk cId="2932496729" sldId="260"/>
        </pc:sldMkLst>
      </pc:sldChg>
      <pc:sldChg chg="new del ord">
        <pc:chgData name="Stephen Kurniawan" userId="98a6f147-1caf-47f2-8e74-24cd4be6d7bf" providerId="ADAL" clId="{A3573757-997C-4092-A300-34449357E25A}" dt="2024-04-20T21:51:18.072" v="946" actId="47"/>
        <pc:sldMkLst>
          <pc:docMk/>
          <pc:sldMk cId="2949166781" sldId="261"/>
        </pc:sldMkLst>
      </pc:sldChg>
      <pc:sldMasterChg chg="addSldLayout delSldLayout modSldLayout">
        <pc:chgData name="Stephen Kurniawan" userId="98a6f147-1caf-47f2-8e74-24cd4be6d7bf" providerId="ADAL" clId="{A3573757-997C-4092-A300-34449357E25A}" dt="2024-04-21T20:27:24.486" v="1376" actId="20577"/>
        <pc:sldMasterMkLst>
          <pc:docMk/>
          <pc:sldMasterMk cId="0" sldId="2147483648"/>
        </pc:sldMasterMkLst>
        <pc:sldLayoutChg chg="modSp mod">
          <pc:chgData name="Stephen Kurniawan" userId="98a6f147-1caf-47f2-8e74-24cd4be6d7bf" providerId="ADAL" clId="{A3573757-997C-4092-A300-34449357E25A}" dt="2024-04-20T21:29:18.432" v="643" actId="20577"/>
          <pc:sldLayoutMkLst>
            <pc:docMk/>
            <pc:sldMasterMk cId="0" sldId="2147483648"/>
            <pc:sldLayoutMk cId="559587025" sldId="2147483680"/>
          </pc:sldLayoutMkLst>
          <pc:spChg chg="mod">
            <ac:chgData name="Stephen Kurniawan" userId="98a6f147-1caf-47f2-8e74-24cd4be6d7bf" providerId="ADAL" clId="{A3573757-997C-4092-A300-34449357E25A}" dt="2024-04-20T21:29:18.432" v="643" actId="20577"/>
            <ac:spMkLst>
              <pc:docMk/>
              <pc:sldMasterMk cId="0" sldId="2147483648"/>
              <pc:sldLayoutMk cId="559587025" sldId="2147483680"/>
              <ac:spMk id="4" creationId="{27E03651-9F19-0E9F-6845-5A9DACA99D1B}"/>
            </ac:spMkLst>
          </pc:spChg>
        </pc:sldLayoutChg>
        <pc:sldLayoutChg chg="del">
          <pc:chgData name="Stephen Kurniawan" userId="98a6f147-1caf-47f2-8e74-24cd4be6d7bf" providerId="ADAL" clId="{A3573757-997C-4092-A300-34449357E25A}" dt="2024-04-14T19:59:35.065" v="11" actId="2696"/>
          <pc:sldLayoutMkLst>
            <pc:docMk/>
            <pc:sldMasterMk cId="0" sldId="2147483648"/>
            <pc:sldLayoutMk cId="1168663861" sldId="2147483696"/>
          </pc:sldLayoutMkLst>
        </pc:sldLayoutChg>
        <pc:sldLayoutChg chg="addSp delSp modSp mod">
          <pc:chgData name="Stephen Kurniawan" userId="98a6f147-1caf-47f2-8e74-24cd4be6d7bf" providerId="ADAL" clId="{A3573757-997C-4092-A300-34449357E25A}" dt="2024-04-20T21:36:40.631" v="937" actId="20577"/>
          <pc:sldLayoutMkLst>
            <pc:docMk/>
            <pc:sldMasterMk cId="0" sldId="2147483648"/>
            <pc:sldLayoutMk cId="722753354" sldId="2147483697"/>
          </pc:sldLayoutMkLst>
          <pc:spChg chg="add del mod">
            <ac:chgData name="Stephen Kurniawan" userId="98a6f147-1caf-47f2-8e74-24cd4be6d7bf" providerId="ADAL" clId="{A3573757-997C-4092-A300-34449357E25A}" dt="2024-04-20T21:25:50.268" v="588" actId="478"/>
            <ac:spMkLst>
              <pc:docMk/>
              <pc:sldMasterMk cId="0" sldId="2147483648"/>
              <pc:sldLayoutMk cId="722753354" sldId="2147483697"/>
              <ac:spMk id="2" creationId="{0702F21D-49F1-B9DD-5079-2D11E6CAEC57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4" creationId="{74352B10-F48A-65A4-861F-4D0C08647147}"/>
            </ac:spMkLst>
          </pc:spChg>
          <pc:spChg chg="add mod">
            <ac:chgData name="Stephen Kurniawan" userId="98a6f147-1caf-47f2-8e74-24cd4be6d7bf" providerId="ADAL" clId="{A3573757-997C-4092-A300-34449357E25A}" dt="2024-04-20T21:26:08.987" v="593" actId="1076"/>
            <ac:spMkLst>
              <pc:docMk/>
              <pc:sldMasterMk cId="0" sldId="2147483648"/>
              <pc:sldLayoutMk cId="722753354" sldId="2147483697"/>
              <ac:spMk id="4" creationId="{A6163B25-3CC5-A054-BB0C-61E91CB7B2DD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5" creationId="{4237855C-70D7-EB70-5B80-E4F2E75BA6DA}"/>
            </ac:spMkLst>
          </pc:spChg>
          <pc:spChg chg="add mod">
            <ac:chgData name="Stephen Kurniawan" userId="98a6f147-1caf-47f2-8e74-24cd4be6d7bf" providerId="ADAL" clId="{A3573757-997C-4092-A300-34449357E25A}" dt="2024-04-20T21:26:40.660" v="635" actId="20577"/>
            <ac:spMkLst>
              <pc:docMk/>
              <pc:sldMasterMk cId="0" sldId="2147483648"/>
              <pc:sldLayoutMk cId="722753354" sldId="2147483697"/>
              <ac:spMk id="5" creationId="{55F8D648-303E-D3CF-FA5D-0FBCD26B2DEF}"/>
            </ac:spMkLst>
          </pc:spChg>
          <pc:spChg chg="add del mod">
            <ac:chgData name="Stephen Kurniawan" userId="98a6f147-1caf-47f2-8e74-24cd4be6d7bf" providerId="ADAL" clId="{A3573757-997C-4092-A300-34449357E25A}" dt="2024-04-20T21:25:51.540" v="589" actId="478"/>
            <ac:spMkLst>
              <pc:docMk/>
              <pc:sldMasterMk cId="0" sldId="2147483648"/>
              <pc:sldLayoutMk cId="722753354" sldId="2147483697"/>
              <ac:spMk id="6" creationId="{05CA7EE7-1B6F-496A-A735-F8A86AB8BC55}"/>
            </ac:spMkLst>
          </pc:spChg>
          <pc:spChg chg="add mod">
            <ac:chgData name="Stephen Kurniawan" userId="98a6f147-1caf-47f2-8e74-24cd4be6d7bf" providerId="ADAL" clId="{A3573757-997C-4092-A300-34449357E25A}" dt="2024-04-20T21:36:31.831" v="909" actId="20577"/>
            <ac:spMkLst>
              <pc:docMk/>
              <pc:sldMasterMk cId="0" sldId="2147483648"/>
              <pc:sldLayoutMk cId="722753354" sldId="2147483697"/>
              <ac:spMk id="7" creationId="{1BD6E946-E69E-4ECF-9698-C30DAB1931BF}"/>
            </ac:spMkLst>
          </pc:spChg>
          <pc:spChg chg="add mod">
            <ac:chgData name="Stephen Kurniawan" userId="98a6f147-1caf-47f2-8e74-24cd4be6d7bf" providerId="ADAL" clId="{A3573757-997C-4092-A300-34449357E25A}" dt="2024-04-20T21:26:11.828" v="595" actId="1076"/>
            <ac:spMkLst>
              <pc:docMk/>
              <pc:sldMasterMk cId="0" sldId="2147483648"/>
              <pc:sldLayoutMk cId="722753354" sldId="2147483697"/>
              <ac:spMk id="8" creationId="{937B409A-F3AE-B2A9-025C-48378881774F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8" creationId="{C64B9234-BA2F-52FC-74ED-BA2B052A70DD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9" creationId="{40343696-4535-59FE-778B-1666B893C627}"/>
            </ac:spMkLst>
          </pc:spChg>
          <pc:spChg chg="add mod">
            <ac:chgData name="Stephen Kurniawan" userId="98a6f147-1caf-47f2-8e74-24cd4be6d7bf" providerId="ADAL" clId="{A3573757-997C-4092-A300-34449357E25A}" dt="2024-04-20T21:36:02.741" v="843" actId="20577"/>
            <ac:spMkLst>
              <pc:docMk/>
              <pc:sldMasterMk cId="0" sldId="2147483648"/>
              <pc:sldLayoutMk cId="722753354" sldId="2147483697"/>
              <ac:spMk id="9" creationId="{4728C75A-441F-01A5-1C67-63A3116195D8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10" creationId="{9BCAE751-925B-8146-DC9A-BACD6F445B72}"/>
            </ac:spMkLst>
          </pc:spChg>
          <pc:spChg chg="add mod">
            <ac:chgData name="Stephen Kurniawan" userId="98a6f147-1caf-47f2-8e74-24cd4be6d7bf" providerId="ADAL" clId="{A3573757-997C-4092-A300-34449357E25A}" dt="2024-04-20T21:36:40.631" v="937" actId="20577"/>
            <ac:spMkLst>
              <pc:docMk/>
              <pc:sldMasterMk cId="0" sldId="2147483648"/>
              <pc:sldLayoutMk cId="722753354" sldId="2147483697"/>
              <ac:spMk id="10" creationId="{D6DA8094-2363-169E-2AAE-D0B21C08A456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11" creationId="{5E88F323-8E44-5FE2-1A19-157C3D3D28AA}"/>
            </ac:spMkLst>
          </pc:spChg>
        </pc:sldLayoutChg>
        <pc:sldLayoutChg chg="modSp mod">
          <pc:chgData name="Stephen Kurniawan" userId="98a6f147-1caf-47f2-8e74-24cd4be6d7bf" providerId="ADAL" clId="{A3573757-997C-4092-A300-34449357E25A}" dt="2024-04-21T20:18:13.381" v="1049" actId="20577"/>
          <pc:sldLayoutMkLst>
            <pc:docMk/>
            <pc:sldMasterMk cId="0" sldId="2147483648"/>
            <pc:sldLayoutMk cId="1322924691" sldId="2147483698"/>
          </pc:sldLayoutMkLst>
          <pc:spChg chg="mod">
            <ac:chgData name="Stephen Kurniawan" userId="98a6f147-1caf-47f2-8e74-24cd4be6d7bf" providerId="ADAL" clId="{A3573757-997C-4092-A300-34449357E25A}" dt="2024-04-21T20:17:31.970" v="1030" actId="1076"/>
            <ac:spMkLst>
              <pc:docMk/>
              <pc:sldMasterMk cId="0" sldId="2147483648"/>
              <pc:sldLayoutMk cId="1322924691" sldId="2147483698"/>
              <ac:spMk id="6" creationId="{0B1971B2-10F1-8B78-CD6A-872D2D3FF5EC}"/>
            </ac:spMkLst>
          </pc:spChg>
          <pc:spChg chg="mod">
            <ac:chgData name="Stephen Kurniawan" userId="98a6f147-1caf-47f2-8e74-24cd4be6d7bf" providerId="ADAL" clId="{A3573757-997C-4092-A300-34449357E25A}" dt="2024-04-21T20:18:11.368" v="1048" actId="20577"/>
            <ac:spMkLst>
              <pc:docMk/>
              <pc:sldMasterMk cId="0" sldId="2147483648"/>
              <pc:sldLayoutMk cId="1322924691" sldId="2147483698"/>
              <ac:spMk id="8" creationId="{1533D51C-0561-5F1F-FCCD-8256995D7851}"/>
            </ac:spMkLst>
          </pc:spChg>
          <pc:spChg chg="mod">
            <ac:chgData name="Stephen Kurniawan" userId="98a6f147-1caf-47f2-8e74-24cd4be6d7bf" providerId="ADAL" clId="{A3573757-997C-4092-A300-34449357E25A}" dt="2024-04-21T20:17:55.204" v="1038" actId="207"/>
            <ac:spMkLst>
              <pc:docMk/>
              <pc:sldMasterMk cId="0" sldId="2147483648"/>
              <pc:sldLayoutMk cId="1322924691" sldId="2147483698"/>
              <ac:spMk id="9" creationId="{8ABFA118-4DF0-EF68-D397-3ED8EB97B776}"/>
            </ac:spMkLst>
          </pc:spChg>
          <pc:spChg chg="mod">
            <ac:chgData name="Stephen Kurniawan" userId="98a6f147-1caf-47f2-8e74-24cd4be6d7bf" providerId="ADAL" clId="{A3573757-997C-4092-A300-34449357E25A}" dt="2024-04-21T20:18:13.381" v="1049" actId="20577"/>
            <ac:spMkLst>
              <pc:docMk/>
              <pc:sldMasterMk cId="0" sldId="2147483648"/>
              <pc:sldLayoutMk cId="1322924691" sldId="2147483698"/>
              <ac:spMk id="10" creationId="{0C35CC88-21D9-0F7A-6CD6-497149F3BFD6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6.644" v="1333" actId="20577"/>
          <pc:sldLayoutMkLst>
            <pc:docMk/>
            <pc:sldMasterMk cId="0" sldId="2147483648"/>
            <pc:sldLayoutMk cId="1301541648" sldId="2147483700"/>
          </pc:sldLayoutMkLst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3" creationId="{26E36A7A-50BC-A8A4-8B3A-26639B00E718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4" creationId="{9A6ED105-63CE-8830-117F-294EF966FD17}"/>
            </ac:spMkLst>
          </pc:spChg>
          <pc:spChg chg="del mod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5" creationId="{4E640DE2-3F21-FEA7-765A-0FDE332A79A4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6" creationId="{5813634B-C1CF-2576-C8A6-91866D56E4BA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7" creationId="{85D452FD-1D1D-A063-A01C-62E121A92ABC}"/>
            </ac:spMkLst>
          </pc:spChg>
          <pc:spChg chg="del mod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8" creationId="{9B4A3C71-1E5B-7DEF-E029-5B3B8680915E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9" creationId="{8A313A4E-C9EF-1BDE-E83A-E57762D1A42A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0" creationId="{880C59C2-1084-EDB7-1473-09F6D15B5952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1" creationId="{5A1B57FD-7F4F-BD66-4890-4A9ECBFF6084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2" creationId="{C04D7DC4-4561-AE33-75A7-C7AB759727FF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3" creationId="{3C228EA4-0507-8BD3-A5CD-3C83FEE0D4D1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4" creationId="{C1E49E93-D344-1E19-EBC7-E5191279BD49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5" creationId="{66DCE902-0CF5-C96E-134A-329F0D642FE0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6" creationId="{32E36152-3B8A-A4D3-5FE2-F3745B5A0C0C}"/>
            </ac:spMkLst>
          </pc:spChg>
          <pc:spChg chg="add mod">
            <ac:chgData name="Stephen Kurniawan" userId="98a6f147-1caf-47f2-8e74-24cd4be6d7bf" providerId="ADAL" clId="{A3573757-997C-4092-A300-34449357E25A}" dt="2024-04-21T20:22:45.563" v="1332" actId="20577"/>
            <ac:spMkLst>
              <pc:docMk/>
              <pc:sldMasterMk cId="0" sldId="2147483648"/>
              <pc:sldLayoutMk cId="1301541648" sldId="2147483700"/>
              <ac:spMk id="17" creationId="{DAB35957-4830-5188-DE75-08269B3B2C87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8" creationId="{07869742-E182-2960-5EC4-DBA0527D0989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9" creationId="{C678E55D-C69D-3910-7E65-61C3A602EC80}"/>
            </ac:spMkLst>
          </pc:spChg>
          <pc:spChg chg="add mod">
            <ac:chgData name="Stephen Kurniawan" userId="98a6f147-1caf-47f2-8e74-24cd4be6d7bf" providerId="ADAL" clId="{A3573757-997C-4092-A300-34449357E25A}" dt="2024-04-21T20:22:46.644" v="1333" actId="20577"/>
            <ac:spMkLst>
              <pc:docMk/>
              <pc:sldMasterMk cId="0" sldId="2147483648"/>
              <pc:sldLayoutMk cId="1301541648" sldId="2147483700"/>
              <ac:spMk id="20" creationId="{C14B1A93-0DD5-EDA2-A06A-EFB42FF5E484}"/>
            </ac:spMkLst>
          </pc:spChg>
        </pc:sldLayoutChg>
        <pc:sldLayoutChg chg="mod">
          <pc:chgData name="Stephen Kurniawan" userId="98a6f147-1caf-47f2-8e74-24cd4be6d7bf" providerId="ADAL" clId="{A3573757-997C-4092-A300-34449357E25A}" dt="2024-04-20T20:43:07.269" v="60" actId="6014"/>
          <pc:sldLayoutMkLst>
            <pc:docMk/>
            <pc:sldMasterMk cId="0" sldId="2147483648"/>
            <pc:sldLayoutMk cId="528027444" sldId="2147483702"/>
          </pc:sldLayoutMkLst>
        </pc:sldLayoutChg>
        <pc:sldLayoutChg chg="mod">
          <pc:chgData name="Stephen Kurniawan" userId="98a6f147-1caf-47f2-8e74-24cd4be6d7bf" providerId="ADAL" clId="{A3573757-997C-4092-A300-34449357E25A}" dt="2024-04-20T20:45:07.428" v="76" actId="6014"/>
          <pc:sldLayoutMkLst>
            <pc:docMk/>
            <pc:sldMasterMk cId="0" sldId="2147483648"/>
            <pc:sldLayoutMk cId="3942666572" sldId="2147483706"/>
          </pc:sldLayoutMkLst>
        </pc:sldLayoutChg>
        <pc:sldLayoutChg chg="mod">
          <pc:chgData name="Stephen Kurniawan" userId="98a6f147-1caf-47f2-8e74-24cd4be6d7bf" providerId="ADAL" clId="{A3573757-997C-4092-A300-34449357E25A}" dt="2024-04-20T20:43:17.528" v="61" actId="6014"/>
          <pc:sldLayoutMkLst>
            <pc:docMk/>
            <pc:sldMasterMk cId="0" sldId="2147483648"/>
            <pc:sldLayoutMk cId="1992892987" sldId="2147483707"/>
          </pc:sldLayoutMkLst>
        </pc:sldLayoutChg>
        <pc:sldLayoutChg chg="addSp delSp modSp new mod">
          <pc:chgData name="Stephen Kurniawan" userId="98a6f147-1caf-47f2-8e74-24cd4be6d7bf" providerId="ADAL" clId="{A3573757-997C-4092-A300-34449357E25A}" dt="2024-04-20T20:45:13.900" v="77" actId="6014"/>
          <pc:sldLayoutMkLst>
            <pc:docMk/>
            <pc:sldMasterMk cId="0" sldId="2147483648"/>
            <pc:sldLayoutMk cId="3835546496" sldId="2147483708"/>
          </pc:sldLayoutMkLst>
          <pc:spChg chg="del">
            <ac:chgData name="Stephen Kurniawan" userId="98a6f147-1caf-47f2-8e74-24cd4be6d7bf" providerId="ADAL" clId="{A3573757-997C-4092-A300-34449357E25A}" dt="2024-04-14T19:56:44.063" v="3" actId="478"/>
            <ac:spMkLst>
              <pc:docMk/>
              <pc:sldMasterMk cId="0" sldId="2147483648"/>
              <pc:sldLayoutMk cId="3835546496" sldId="2147483708"/>
              <ac:spMk id="2" creationId="{E0F595F2-DB54-643C-3D73-C6863CEA7AF6}"/>
            </ac:spMkLst>
          </pc:spChg>
          <pc:picChg chg="add mod">
            <ac:chgData name="Stephen Kurniawan" userId="98a6f147-1caf-47f2-8e74-24cd4be6d7bf" providerId="ADAL" clId="{A3573757-997C-4092-A300-34449357E25A}" dt="2024-04-14T19:56:39.433" v="2"/>
            <ac:picMkLst>
              <pc:docMk/>
              <pc:sldMasterMk cId="0" sldId="2147483648"/>
              <pc:sldLayoutMk cId="3835546496" sldId="2147483708"/>
              <ac:picMk id="4" creationId="{994F3E0E-FF84-BE65-9293-E265CE6774F9}"/>
            </ac:picMkLst>
          </pc:picChg>
        </pc:sldLayoutChg>
        <pc:sldLayoutChg chg="new del mod">
          <pc:chgData name="Stephen Kurniawan" userId="98a6f147-1caf-47f2-8e74-24cd4be6d7bf" providerId="ADAL" clId="{A3573757-997C-4092-A300-34449357E25A}" dt="2024-04-14T20:04:00.053" v="50" actId="2696"/>
          <pc:sldLayoutMkLst>
            <pc:docMk/>
            <pc:sldMasterMk cId="0" sldId="2147483648"/>
            <pc:sldLayoutMk cId="4038812452" sldId="2147483709"/>
          </pc:sldLayoutMkLst>
        </pc:sldLayoutChg>
        <pc:sldLayoutChg chg="del mod">
          <pc:chgData name="Stephen Kurniawan" userId="98a6f147-1caf-47f2-8e74-24cd4be6d7bf" providerId="ADAL" clId="{A3573757-997C-4092-A300-34449357E25A}" dt="2024-04-20T21:14:39.179" v="429" actId="2696"/>
          <pc:sldLayoutMkLst>
            <pc:docMk/>
            <pc:sldMasterMk cId="0" sldId="2147483648"/>
            <pc:sldLayoutMk cId="2143942274" sldId="2147483710"/>
          </pc:sldLayoutMkLst>
        </pc:sldLayoutChg>
        <pc:sldLayoutChg chg="addSp delSp modSp new mod">
          <pc:chgData name="Stephen Kurniawan" userId="98a6f147-1caf-47f2-8e74-24cd4be6d7bf" providerId="ADAL" clId="{A3573757-997C-4092-A300-34449357E25A}" dt="2024-04-20T21:30:02.592" v="713" actId="20577"/>
          <pc:sldLayoutMkLst>
            <pc:docMk/>
            <pc:sldMasterMk cId="0" sldId="2147483648"/>
            <pc:sldLayoutMk cId="4289453838" sldId="2147483711"/>
          </pc:sldLayoutMkLst>
          <pc:spChg chg="del">
            <ac:chgData name="Stephen Kurniawan" userId="98a6f147-1caf-47f2-8e74-24cd4be6d7bf" providerId="ADAL" clId="{A3573757-997C-4092-A300-34449357E25A}" dt="2024-04-14T20:00:27.343" v="16" actId="478"/>
            <ac:spMkLst>
              <pc:docMk/>
              <pc:sldMasterMk cId="0" sldId="2147483648"/>
              <pc:sldLayoutMk cId="4289453838" sldId="2147483711"/>
              <ac:spMk id="2" creationId="{78DFC1C5-5233-0CC3-6869-875E9E5539B3}"/>
            </ac:spMkLst>
          </pc:spChg>
          <pc:spChg chg="add mod">
            <ac:chgData name="Stephen Kurniawan" userId="98a6f147-1caf-47f2-8e74-24cd4be6d7bf" providerId="ADAL" clId="{A3573757-997C-4092-A300-34449357E25A}" dt="2024-04-20T21:29:41.292" v="645"/>
            <ac:spMkLst>
              <pc:docMk/>
              <pc:sldMasterMk cId="0" sldId="2147483648"/>
              <pc:sldLayoutMk cId="4289453838" sldId="2147483711"/>
              <ac:spMk id="2" creationId="{F47D0834-3787-5C4F-321A-0463F82B9B5A}"/>
            </ac:spMkLst>
          </pc:spChg>
          <pc:spChg chg="add del mod">
            <ac:chgData name="Stephen Kurniawan" userId="98a6f147-1caf-47f2-8e74-24cd4be6d7bf" providerId="ADAL" clId="{A3573757-997C-4092-A300-34449357E25A}" dt="2024-04-20T21:29:41.030" v="644" actId="478"/>
            <ac:spMkLst>
              <pc:docMk/>
              <pc:sldMasterMk cId="0" sldId="2147483648"/>
              <pc:sldLayoutMk cId="4289453838" sldId="2147483711"/>
              <ac:spMk id="5" creationId="{9EC3CBA6-1327-0607-375E-2F4693D13ADE}"/>
            </ac:spMkLst>
          </pc:spChg>
          <pc:spChg chg="add mod">
            <ac:chgData name="Stephen Kurniawan" userId="98a6f147-1caf-47f2-8e74-24cd4be6d7bf" providerId="ADAL" clId="{A3573757-997C-4092-A300-34449357E25A}" dt="2024-04-20T21:29:48.967" v="670" actId="20577"/>
            <ac:spMkLst>
              <pc:docMk/>
              <pc:sldMasterMk cId="0" sldId="2147483648"/>
              <pc:sldLayoutMk cId="4289453838" sldId="2147483711"/>
              <ac:spMk id="6" creationId="{200B5792-4EEE-6042-BBF2-BF4B61CD5201}"/>
            </ac:spMkLst>
          </pc:spChg>
          <pc:spChg chg="add mod">
            <ac:chgData name="Stephen Kurniawan" userId="98a6f147-1caf-47f2-8e74-24cd4be6d7bf" providerId="ADAL" clId="{A3573757-997C-4092-A300-34449357E25A}" dt="2024-04-20T21:30:02.592" v="713" actId="20577"/>
            <ac:spMkLst>
              <pc:docMk/>
              <pc:sldMasterMk cId="0" sldId="2147483648"/>
              <pc:sldLayoutMk cId="4289453838" sldId="2147483711"/>
              <ac:spMk id="7" creationId="{706A5440-6CE8-7F9E-D16A-36ECD2C094AA}"/>
            </ac:spMkLst>
          </pc:spChg>
          <pc:picChg chg="add mod">
            <ac:chgData name="Stephen Kurniawan" userId="98a6f147-1caf-47f2-8e74-24cd4be6d7bf" providerId="ADAL" clId="{A3573757-997C-4092-A300-34449357E25A}" dt="2024-04-14T20:00:27.539" v="17"/>
            <ac:picMkLst>
              <pc:docMk/>
              <pc:sldMasterMk cId="0" sldId="2147483648"/>
              <pc:sldLayoutMk cId="4289453838" sldId="2147483711"/>
              <ac:picMk id="4" creationId="{9C70018D-2600-F179-64B7-774DDAB4261C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0T21:36:54.026" v="942" actId="20577"/>
          <pc:sldLayoutMkLst>
            <pc:docMk/>
            <pc:sldMasterMk cId="0" sldId="2147483648"/>
            <pc:sldLayoutMk cId="232964768" sldId="2147483712"/>
          </pc:sldLayoutMkLst>
          <pc:spChg chg="add mod">
            <ac:chgData name="Stephen Kurniawan" userId="98a6f147-1caf-47f2-8e74-24cd4be6d7bf" providerId="ADAL" clId="{A3573757-997C-4092-A300-34449357E25A}" dt="2024-04-20T21:30:11.434" v="717"/>
            <ac:spMkLst>
              <pc:docMk/>
              <pc:sldMasterMk cId="0" sldId="2147483648"/>
              <pc:sldLayoutMk cId="232964768" sldId="2147483712"/>
              <ac:spMk id="2" creationId="{17EAB587-AA6B-F6A3-72F0-E3282426ACB2}"/>
            </ac:spMkLst>
          </pc:spChg>
          <pc:spChg chg="del">
            <ac:chgData name="Stephen Kurniawan" userId="98a6f147-1caf-47f2-8e74-24cd4be6d7bf" providerId="ADAL" clId="{A3573757-997C-4092-A300-34449357E25A}" dt="2024-04-14T20:00:50.057" v="21" actId="478"/>
            <ac:spMkLst>
              <pc:docMk/>
              <pc:sldMasterMk cId="0" sldId="2147483648"/>
              <pc:sldLayoutMk cId="232964768" sldId="2147483712"/>
              <ac:spMk id="2" creationId="{C3015815-BBE6-5336-A819-32D36A45307F}"/>
            </ac:spMkLst>
          </pc:spChg>
          <pc:spChg chg="add del mod">
            <ac:chgData name="Stephen Kurniawan" userId="98a6f147-1caf-47f2-8e74-24cd4be6d7bf" providerId="ADAL" clId="{A3573757-997C-4092-A300-34449357E25A}" dt="2024-04-20T21:30:11.235" v="716" actId="478"/>
            <ac:spMkLst>
              <pc:docMk/>
              <pc:sldMasterMk cId="0" sldId="2147483648"/>
              <pc:sldLayoutMk cId="232964768" sldId="2147483712"/>
              <ac:spMk id="5" creationId="{1F56EA47-3B28-AF54-EF59-031A2155B13D}"/>
            </ac:spMkLst>
          </pc:spChg>
          <pc:spChg chg="add mod">
            <ac:chgData name="Stephen Kurniawan" userId="98a6f147-1caf-47f2-8e74-24cd4be6d7bf" providerId="ADAL" clId="{A3573757-997C-4092-A300-34449357E25A}" dt="2024-04-20T21:30:20.055" v="729" actId="20577"/>
            <ac:spMkLst>
              <pc:docMk/>
              <pc:sldMasterMk cId="0" sldId="2147483648"/>
              <pc:sldLayoutMk cId="232964768" sldId="2147483712"/>
              <ac:spMk id="6" creationId="{0341D8F5-98B0-D6E8-90B4-E12B8EE2DE3D}"/>
            </ac:spMkLst>
          </pc:spChg>
          <pc:spChg chg="add mod">
            <ac:chgData name="Stephen Kurniawan" userId="98a6f147-1caf-47f2-8e74-24cd4be6d7bf" providerId="ADAL" clId="{A3573757-997C-4092-A300-34449357E25A}" dt="2024-04-20T21:36:54.026" v="942" actId="20577"/>
            <ac:spMkLst>
              <pc:docMk/>
              <pc:sldMasterMk cId="0" sldId="2147483648"/>
              <pc:sldLayoutMk cId="232964768" sldId="2147483712"/>
              <ac:spMk id="7" creationId="{822EC0A3-1DEA-D960-5087-A56EC6D69306}"/>
            </ac:spMkLst>
          </pc:spChg>
          <pc:picChg chg="add mod">
            <ac:chgData name="Stephen Kurniawan" userId="98a6f147-1caf-47f2-8e74-24cd4be6d7bf" providerId="ADAL" clId="{A3573757-997C-4092-A300-34449357E25A}" dt="2024-04-20T21:30:08.858" v="715" actId="1076"/>
            <ac:picMkLst>
              <pc:docMk/>
              <pc:sldMasterMk cId="0" sldId="2147483648"/>
              <pc:sldLayoutMk cId="232964768" sldId="2147483712"/>
              <ac:picMk id="4" creationId="{72049E8A-E580-9C81-F309-8B5829412769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0T21:31:26.987" v="818" actId="20577"/>
          <pc:sldLayoutMkLst>
            <pc:docMk/>
            <pc:sldMasterMk cId="0" sldId="2147483648"/>
            <pc:sldLayoutMk cId="1976441686" sldId="2147483713"/>
          </pc:sldLayoutMkLst>
          <pc:spChg chg="add mod">
            <ac:chgData name="Stephen Kurniawan" userId="98a6f147-1caf-47f2-8e74-24cd4be6d7bf" providerId="ADAL" clId="{A3573757-997C-4092-A300-34449357E25A}" dt="2024-04-20T21:31:19.039" v="813" actId="1076"/>
            <ac:spMkLst>
              <pc:docMk/>
              <pc:sldMasterMk cId="0" sldId="2147483648"/>
              <pc:sldLayoutMk cId="1976441686" sldId="2147483713"/>
              <ac:spMk id="2" creationId="{45610D7D-2EDE-DAC9-6FB7-7B2D560ACD9D}"/>
            </ac:spMkLst>
          </pc:spChg>
          <pc:spChg chg="del">
            <ac:chgData name="Stephen Kurniawan" userId="98a6f147-1caf-47f2-8e74-24cd4be6d7bf" providerId="ADAL" clId="{A3573757-997C-4092-A300-34449357E25A}" dt="2024-04-14T20:01:03.315" v="24" actId="478"/>
            <ac:spMkLst>
              <pc:docMk/>
              <pc:sldMasterMk cId="0" sldId="2147483648"/>
              <pc:sldLayoutMk cId="1976441686" sldId="2147483713"/>
              <ac:spMk id="2" creationId="{CE800459-A61A-5C61-618E-653DADD5D938}"/>
            </ac:spMkLst>
          </pc:spChg>
          <pc:spChg chg="add del mod">
            <ac:chgData name="Stephen Kurniawan" userId="98a6f147-1caf-47f2-8e74-24cd4be6d7bf" providerId="ADAL" clId="{A3573757-997C-4092-A300-34449357E25A}" dt="2024-04-20T21:30:41.577" v="766" actId="478"/>
            <ac:spMkLst>
              <pc:docMk/>
              <pc:sldMasterMk cId="0" sldId="2147483648"/>
              <pc:sldLayoutMk cId="1976441686" sldId="2147483713"/>
              <ac:spMk id="5" creationId="{08AB3E84-BB7A-5F8A-B91A-F19840715248}"/>
            </ac:spMkLst>
          </pc:spChg>
          <pc:spChg chg="add mod">
            <ac:chgData name="Stephen Kurniawan" userId="98a6f147-1caf-47f2-8e74-24cd4be6d7bf" providerId="ADAL" clId="{A3573757-997C-4092-A300-34449357E25A}" dt="2024-04-20T21:31:19.039" v="813" actId="1076"/>
            <ac:spMkLst>
              <pc:docMk/>
              <pc:sldMasterMk cId="0" sldId="2147483648"/>
              <pc:sldLayoutMk cId="1976441686" sldId="2147483713"/>
              <ac:spMk id="6" creationId="{8506C89B-C1DE-55DD-9375-AC8953940534}"/>
            </ac:spMkLst>
          </pc:spChg>
          <pc:spChg chg="add mod">
            <ac:chgData name="Stephen Kurniawan" userId="98a6f147-1caf-47f2-8e74-24cd4be6d7bf" providerId="ADAL" clId="{A3573757-997C-4092-A300-34449357E25A}" dt="2024-04-20T21:31:26.987" v="818" actId="20577"/>
            <ac:spMkLst>
              <pc:docMk/>
              <pc:sldMasterMk cId="0" sldId="2147483648"/>
              <pc:sldLayoutMk cId="1976441686" sldId="2147483713"/>
              <ac:spMk id="7" creationId="{622D4179-8A15-0B66-DC0A-46A863D34420}"/>
            </ac:spMkLst>
          </pc:spChg>
          <pc:picChg chg="add mod">
            <ac:chgData name="Stephen Kurniawan" userId="98a6f147-1caf-47f2-8e74-24cd4be6d7bf" providerId="ADAL" clId="{A3573757-997C-4092-A300-34449357E25A}" dt="2024-04-20T21:31:12.542" v="812" actId="1076"/>
            <ac:picMkLst>
              <pc:docMk/>
              <pc:sldMasterMk cId="0" sldId="2147483648"/>
              <pc:sldLayoutMk cId="1976441686" sldId="2147483713"/>
              <ac:picMk id="4" creationId="{6C78FAEF-817F-33BF-EB16-9086E69F3FB6}"/>
            </ac:picMkLst>
          </pc:picChg>
        </pc:sldLayoutChg>
        <pc:sldLayoutChg chg="addSp delSp modSp new mod setBg">
          <pc:chgData name="Stephen Kurniawan" userId="98a6f147-1caf-47f2-8e74-24cd4be6d7bf" providerId="ADAL" clId="{A3573757-997C-4092-A300-34449357E25A}" dt="2024-04-21T20:12:57.685" v="952" actId="207"/>
          <pc:sldLayoutMkLst>
            <pc:docMk/>
            <pc:sldMasterMk cId="0" sldId="2147483648"/>
            <pc:sldLayoutMk cId="3713610194" sldId="2147483714"/>
          </pc:sldLayoutMkLst>
          <pc:spChg chg="del">
            <ac:chgData name="Stephen Kurniawan" userId="98a6f147-1caf-47f2-8e74-24cd4be6d7bf" providerId="ADAL" clId="{A3573757-997C-4092-A300-34449357E25A}" dt="2024-04-14T20:01:21.033" v="28" actId="478"/>
            <ac:spMkLst>
              <pc:docMk/>
              <pc:sldMasterMk cId="0" sldId="2147483648"/>
              <pc:sldLayoutMk cId="3713610194" sldId="2147483714"/>
              <ac:spMk id="2" creationId="{1A49643B-9F6E-CCC1-5F12-B2DE8B433DB1}"/>
            </ac:spMkLst>
          </pc:spChg>
          <pc:spChg chg="add mod">
            <ac:chgData name="Stephen Kurniawan" userId="98a6f147-1caf-47f2-8e74-24cd4be6d7bf" providerId="ADAL" clId="{A3573757-997C-4092-A300-34449357E25A}" dt="2024-04-20T21:16:26.288" v="436" actId="21"/>
            <ac:spMkLst>
              <pc:docMk/>
              <pc:sldMasterMk cId="0" sldId="2147483648"/>
              <pc:sldLayoutMk cId="3713610194" sldId="2147483714"/>
              <ac:spMk id="2" creationId="{2AB994C5-7F13-497D-917B-F014225512A0}"/>
            </ac:spMkLst>
          </pc:spChg>
          <pc:spChg chg="add del mod">
            <ac:chgData name="Stephen Kurniawan" userId="98a6f147-1caf-47f2-8e74-24cd4be6d7bf" providerId="ADAL" clId="{A3573757-997C-4092-A300-34449357E25A}" dt="2024-04-20T21:12:21.926" v="345" actId="478"/>
            <ac:spMkLst>
              <pc:docMk/>
              <pc:sldMasterMk cId="0" sldId="2147483648"/>
              <pc:sldLayoutMk cId="3713610194" sldId="2147483714"/>
              <ac:spMk id="4" creationId="{9716E481-C615-634B-561C-698CF5FF7E28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5" creationId="{7585158C-028D-940D-3662-DB5984373BBF}"/>
            </ac:spMkLst>
          </pc:spChg>
          <pc:spChg chg="add mod">
            <ac:chgData name="Stephen Kurniawan" userId="98a6f147-1caf-47f2-8e74-24cd4be6d7bf" providerId="ADAL" clId="{A3573757-997C-4092-A300-34449357E25A}" dt="2024-04-20T21:17:30.326" v="446" actId="21"/>
            <ac:spMkLst>
              <pc:docMk/>
              <pc:sldMasterMk cId="0" sldId="2147483648"/>
              <pc:sldLayoutMk cId="3713610194" sldId="2147483714"/>
              <ac:spMk id="5" creationId="{D2BE38C1-03DE-91D9-D265-A2C2AD9171CD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6" creationId="{6D9338D6-DBCC-B2C5-1FE4-350419CE2330}"/>
            </ac:spMkLst>
          </pc:spChg>
          <pc:spChg chg="add mod">
            <ac:chgData name="Stephen Kurniawan" userId="98a6f147-1caf-47f2-8e74-24cd4be6d7bf" providerId="ADAL" clId="{A3573757-997C-4092-A300-34449357E25A}" dt="2024-04-20T21:17:52.276" v="459" actId="20577"/>
            <ac:spMkLst>
              <pc:docMk/>
              <pc:sldMasterMk cId="0" sldId="2147483648"/>
              <pc:sldLayoutMk cId="3713610194" sldId="2147483714"/>
              <ac:spMk id="6" creationId="{B070DEB4-09B8-6390-E097-CC105631A414}"/>
            </ac:spMkLst>
          </pc:spChg>
          <pc:spChg chg="add mod">
            <ac:chgData name="Stephen Kurniawan" userId="98a6f147-1caf-47f2-8e74-24cd4be6d7bf" providerId="ADAL" clId="{A3573757-997C-4092-A300-34449357E25A}" dt="2024-04-20T21:17:57.693" v="460" actId="20577"/>
            <ac:spMkLst>
              <pc:docMk/>
              <pc:sldMasterMk cId="0" sldId="2147483648"/>
              <pc:sldLayoutMk cId="3713610194" sldId="2147483714"/>
              <ac:spMk id="7" creationId="{39B54EB2-F5C2-22B7-F225-D82CD0261440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7" creationId="{61C6F25E-8571-A0C9-9157-6C76AD664F0A}"/>
            </ac:spMkLst>
          </pc:spChg>
          <pc:spChg chg="add del">
            <ac:chgData name="Stephen Kurniawan" userId="98a6f147-1caf-47f2-8e74-24cd4be6d7bf" providerId="ADAL" clId="{A3573757-997C-4092-A300-34449357E25A}" dt="2024-04-20T21:16:33.025" v="437" actId="11529"/>
            <ac:spMkLst>
              <pc:docMk/>
              <pc:sldMasterMk cId="0" sldId="2147483648"/>
              <pc:sldLayoutMk cId="3713610194" sldId="2147483714"/>
              <ac:spMk id="8" creationId="{2164E0B7-1380-404E-1DAF-EAA2626FB11A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8" creationId="{8A04D1A9-38F8-68DC-F903-B98F162C7952}"/>
            </ac:spMkLst>
          </pc:spChg>
          <pc:spChg chg="add del mod">
            <ac:chgData name="Stephen Kurniawan" userId="98a6f147-1caf-47f2-8e74-24cd4be6d7bf" providerId="ADAL" clId="{A3573757-997C-4092-A300-34449357E25A}" dt="2024-04-20T21:10:21.879" v="286" actId="478"/>
            <ac:spMkLst>
              <pc:docMk/>
              <pc:sldMasterMk cId="0" sldId="2147483648"/>
              <pc:sldLayoutMk cId="3713610194" sldId="2147483714"/>
              <ac:spMk id="10" creationId="{CA3338AF-279E-F98B-4F54-AADBE81E23F7}"/>
            </ac:spMkLst>
          </pc:spChg>
          <pc:spChg chg="add del mod">
            <ac:chgData name="Stephen Kurniawan" userId="98a6f147-1caf-47f2-8e74-24cd4be6d7bf" providerId="ADAL" clId="{A3573757-997C-4092-A300-34449357E25A}" dt="2024-04-20T21:10:24.030" v="288" actId="478"/>
            <ac:spMkLst>
              <pc:docMk/>
              <pc:sldMasterMk cId="0" sldId="2147483648"/>
              <pc:sldLayoutMk cId="3713610194" sldId="2147483714"/>
              <ac:spMk id="11" creationId="{4F8DF1FD-FD1A-E316-86B8-F68B9605F409}"/>
            </ac:spMkLst>
          </pc:spChg>
          <pc:spChg chg="add del mod">
            <ac:chgData name="Stephen Kurniawan" userId="98a6f147-1caf-47f2-8e74-24cd4be6d7bf" providerId="ADAL" clId="{A3573757-997C-4092-A300-34449357E25A}" dt="2024-04-20T21:10:23.226" v="287" actId="478"/>
            <ac:spMkLst>
              <pc:docMk/>
              <pc:sldMasterMk cId="0" sldId="2147483648"/>
              <pc:sldLayoutMk cId="3713610194" sldId="2147483714"/>
              <ac:spMk id="12" creationId="{8E4A3900-8EC8-4E06-B274-CEC7B4CC16CF}"/>
            </ac:spMkLst>
          </pc:spChg>
          <pc:spChg chg="add del mod">
            <ac:chgData name="Stephen Kurniawan" userId="98a6f147-1caf-47f2-8e74-24cd4be6d7bf" providerId="ADAL" clId="{A3573757-997C-4092-A300-34449357E25A}" dt="2024-04-20T21:10:24.435" v="289" actId="478"/>
            <ac:spMkLst>
              <pc:docMk/>
              <pc:sldMasterMk cId="0" sldId="2147483648"/>
              <pc:sldLayoutMk cId="3713610194" sldId="2147483714"/>
              <ac:spMk id="13" creationId="{BDC82309-A67C-0DDE-12BB-6DCC75F4BCCC}"/>
            </ac:spMkLst>
          </pc:spChg>
          <pc:spChg chg="add mod">
            <ac:chgData name="Stephen Kurniawan" userId="98a6f147-1caf-47f2-8e74-24cd4be6d7bf" providerId="ADAL" clId="{A3573757-997C-4092-A300-34449357E25A}" dt="2024-04-21T20:12:52.240" v="949" actId="207"/>
            <ac:spMkLst>
              <pc:docMk/>
              <pc:sldMasterMk cId="0" sldId="2147483648"/>
              <pc:sldLayoutMk cId="3713610194" sldId="2147483714"/>
              <ac:spMk id="14" creationId="{AA3FDB45-8DB5-EA2D-122A-2E16BC129775}"/>
            </ac:spMkLst>
          </pc:spChg>
          <pc:spChg chg="add mod">
            <ac:chgData name="Stephen Kurniawan" userId="98a6f147-1caf-47f2-8e74-24cd4be6d7bf" providerId="ADAL" clId="{A3573757-997C-4092-A300-34449357E25A}" dt="2024-04-21T20:12:53.922" v="950" actId="207"/>
            <ac:spMkLst>
              <pc:docMk/>
              <pc:sldMasterMk cId="0" sldId="2147483648"/>
              <pc:sldLayoutMk cId="3713610194" sldId="2147483714"/>
              <ac:spMk id="15" creationId="{979E4F5A-A87C-7583-E41B-4B3AF5772422}"/>
            </ac:spMkLst>
          </pc:spChg>
          <pc:spChg chg="add mod">
            <ac:chgData name="Stephen Kurniawan" userId="98a6f147-1caf-47f2-8e74-24cd4be6d7bf" providerId="ADAL" clId="{A3573757-997C-4092-A300-34449357E25A}" dt="2024-04-20T21:17:50.696" v="458" actId="571"/>
            <ac:spMkLst>
              <pc:docMk/>
              <pc:sldMasterMk cId="0" sldId="2147483648"/>
              <pc:sldLayoutMk cId="3713610194" sldId="2147483714"/>
              <ac:spMk id="16" creationId="{4909EC55-5A63-98A9-D774-62A33CCAEA10}"/>
            </ac:spMkLst>
          </pc:spChg>
          <pc:spChg chg="add mod">
            <ac:chgData name="Stephen Kurniawan" userId="98a6f147-1caf-47f2-8e74-24cd4be6d7bf" providerId="ADAL" clId="{A3573757-997C-4092-A300-34449357E25A}" dt="2024-04-21T20:12:56.016" v="951" actId="207"/>
            <ac:spMkLst>
              <pc:docMk/>
              <pc:sldMasterMk cId="0" sldId="2147483648"/>
              <pc:sldLayoutMk cId="3713610194" sldId="2147483714"/>
              <ac:spMk id="17" creationId="{370E468A-5494-0575-8022-B2A49824B7D0}"/>
            </ac:spMkLst>
          </pc:spChg>
          <pc:spChg chg="add mod">
            <ac:chgData name="Stephen Kurniawan" userId="98a6f147-1caf-47f2-8e74-24cd4be6d7bf" providerId="ADAL" clId="{A3573757-997C-4092-A300-34449357E25A}" dt="2024-04-21T20:12:57.685" v="952" actId="207"/>
            <ac:spMkLst>
              <pc:docMk/>
              <pc:sldMasterMk cId="0" sldId="2147483648"/>
              <pc:sldLayoutMk cId="3713610194" sldId="2147483714"/>
              <ac:spMk id="18" creationId="{FCC539DC-57C8-E1BB-31C6-D3539DE2EBDC}"/>
            </ac:spMkLst>
          </pc:spChg>
          <pc:picChg chg="add mod">
            <ac:chgData name="Stephen Kurniawan" userId="98a6f147-1caf-47f2-8e74-24cd4be6d7bf" providerId="ADAL" clId="{A3573757-997C-4092-A300-34449357E25A}" dt="2024-04-14T20:01:17.207" v="27"/>
            <ac:picMkLst>
              <pc:docMk/>
              <pc:sldMasterMk cId="0" sldId="2147483648"/>
              <pc:sldLayoutMk cId="3713610194" sldId="2147483714"/>
              <ac:picMk id="4" creationId="{330B4267-13C9-0655-FA3A-F933A20213B7}"/>
            </ac:picMkLst>
          </pc:picChg>
          <pc:picChg chg="add mod">
            <ac:chgData name="Stephen Kurniawan" userId="98a6f147-1caf-47f2-8e74-24cd4be6d7bf" providerId="ADAL" clId="{A3573757-997C-4092-A300-34449357E25A}" dt="2024-04-20T21:17:37.039" v="452" actId="1076"/>
            <ac:picMkLst>
              <pc:docMk/>
              <pc:sldMasterMk cId="0" sldId="2147483648"/>
              <pc:sldLayoutMk cId="3713610194" sldId="2147483714"/>
              <ac:picMk id="9" creationId="{F2C3D0F0-3DF8-4F86-5413-E0B681B6A8B2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1T20:16:58.326" v="1028" actId="207"/>
          <pc:sldLayoutMkLst>
            <pc:docMk/>
            <pc:sldMasterMk cId="0" sldId="2147483648"/>
            <pc:sldLayoutMk cId="1104561071" sldId="2147483715"/>
          </pc:sldLayoutMkLst>
          <pc:spChg chg="del mod">
            <ac:chgData name="Stephen Kurniawan" userId="98a6f147-1caf-47f2-8e74-24cd4be6d7bf" providerId="ADAL" clId="{A3573757-997C-4092-A300-34449357E25A}" dt="2024-04-14T20:02:22.277" v="34" actId="478"/>
            <ac:spMkLst>
              <pc:docMk/>
              <pc:sldMasterMk cId="0" sldId="2147483648"/>
              <pc:sldLayoutMk cId="1104561071" sldId="2147483715"/>
              <ac:spMk id="2" creationId="{4651C6F5-F85B-0759-C405-2CF360EEA4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5" creationId="{E145EC37-E731-A551-236B-3313A7AD67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6" creationId="{97F6FD88-AC79-3ABB-080E-4BFD127F6D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7" creationId="{2555A105-9B75-E07E-DD43-82AD948F2529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8" creationId="{35300055-D743-DFFF-4AD8-666454FB3B0F}"/>
            </ac:spMkLst>
          </pc:spChg>
          <pc:spChg chg="add del mod">
            <ac:chgData name="Stephen Kurniawan" userId="98a6f147-1caf-47f2-8e74-24cd4be6d7bf" providerId="ADAL" clId="{A3573757-997C-4092-A300-34449357E25A}" dt="2024-04-21T20:15:20.955" v="958" actId="14100"/>
            <ac:spMkLst>
              <pc:docMk/>
              <pc:sldMasterMk cId="0" sldId="2147483648"/>
              <pc:sldLayoutMk cId="1104561071" sldId="2147483715"/>
              <ac:spMk id="10" creationId="{32E7EA77-832D-7698-D622-61CD8B99576F}"/>
            </ac:spMkLst>
          </pc:spChg>
          <pc:spChg chg="add del mod">
            <ac:chgData name="Stephen Kurniawan" userId="98a6f147-1caf-47f2-8e74-24cd4be6d7bf" providerId="ADAL" clId="{A3573757-997C-4092-A300-34449357E25A}" dt="2024-04-14T20:02:26.635" v="37" actId="478"/>
            <ac:spMkLst>
              <pc:docMk/>
              <pc:sldMasterMk cId="0" sldId="2147483648"/>
              <pc:sldLayoutMk cId="1104561071" sldId="2147483715"/>
              <ac:spMk id="11" creationId="{7FF3F63E-3732-78D2-AD68-79FDF8E3E0B3}"/>
            </ac:spMkLst>
          </pc:spChg>
          <pc:spChg chg="add del mod">
            <ac:chgData name="Stephen Kurniawan" userId="98a6f147-1caf-47f2-8e74-24cd4be6d7bf" providerId="ADAL" clId="{A3573757-997C-4092-A300-34449357E25A}" dt="2024-04-14T20:02:26.635" v="37" actId="478"/>
            <ac:spMkLst>
              <pc:docMk/>
              <pc:sldMasterMk cId="0" sldId="2147483648"/>
              <pc:sldLayoutMk cId="1104561071" sldId="2147483715"/>
              <ac:spMk id="12" creationId="{FF2D639A-087E-2FA7-F163-BA4A435A9082}"/>
            </ac:spMkLst>
          </pc:spChg>
          <pc:spChg chg="add del mod">
            <ac:chgData name="Stephen Kurniawan" userId="98a6f147-1caf-47f2-8e74-24cd4be6d7bf" providerId="ADAL" clId="{A3573757-997C-4092-A300-34449357E25A}" dt="2024-04-21T20:15:56.445" v="994" actId="20577"/>
            <ac:spMkLst>
              <pc:docMk/>
              <pc:sldMasterMk cId="0" sldId="2147483648"/>
              <pc:sldLayoutMk cId="1104561071" sldId="2147483715"/>
              <ac:spMk id="13" creationId="{B6AA8BAB-A914-6508-E7AF-81202F25D839}"/>
            </ac:spMkLst>
          </pc:spChg>
          <pc:spChg chg="add del mod">
            <ac:chgData name="Stephen Kurniawan" userId="98a6f147-1caf-47f2-8e74-24cd4be6d7bf" providerId="ADAL" clId="{A3573757-997C-4092-A300-34449357E25A}" dt="2024-04-21T20:16:58.326" v="1028" actId="207"/>
            <ac:spMkLst>
              <pc:docMk/>
              <pc:sldMasterMk cId="0" sldId="2147483648"/>
              <pc:sldLayoutMk cId="1104561071" sldId="2147483715"/>
              <ac:spMk id="14" creationId="{71358F21-051E-206A-D00B-B43354D5D760}"/>
            </ac:spMkLst>
          </pc:spChg>
          <pc:spChg chg="add del mod">
            <ac:chgData name="Stephen Kurniawan" userId="98a6f147-1caf-47f2-8e74-24cd4be6d7bf" providerId="ADAL" clId="{A3573757-997C-4092-A300-34449357E25A}" dt="2024-04-14T20:02:41.533" v="41"/>
            <ac:spMkLst>
              <pc:docMk/>
              <pc:sldMasterMk cId="0" sldId="2147483648"/>
              <pc:sldLayoutMk cId="1104561071" sldId="2147483715"/>
              <ac:spMk id="15" creationId="{97EB8EDB-3B4B-F8B1-2F6B-105B01BB91BF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6" creationId="{19C7FFBE-5785-2C10-F2C8-29EAB04D670B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7" creationId="{38189F75-04D9-559C-FDDF-AF14D58F7054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8" creationId="{9845911C-C1F5-3182-144C-1E2047B75D23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9" creationId="{CF08C279-EDCF-D1DD-B201-E1DEC38EE23E}"/>
            </ac:spMkLst>
          </pc:spChg>
          <pc:picChg chg="add mod">
            <ac:chgData name="Stephen Kurniawan" userId="98a6f147-1caf-47f2-8e74-24cd4be6d7bf" providerId="ADAL" clId="{A3573757-997C-4092-A300-34449357E25A}" dt="2024-04-14T20:01:57.868" v="31"/>
            <ac:picMkLst>
              <pc:docMk/>
              <pc:sldMasterMk cId="0" sldId="2147483648"/>
              <pc:sldLayoutMk cId="1104561071" sldId="2147483715"/>
              <ac:picMk id="4" creationId="{C0B19CF7-B6C0-4209-2FA2-03DE9DBF78D7}"/>
            </ac:picMkLst>
          </pc:picChg>
          <pc:picChg chg="add mod">
            <ac:chgData name="Stephen Kurniawan" userId="98a6f147-1caf-47f2-8e74-24cd4be6d7bf" providerId="ADAL" clId="{A3573757-997C-4092-A300-34449357E25A}" dt="2024-04-21T20:16:29.351" v="997" actId="1076"/>
            <ac:picMkLst>
              <pc:docMk/>
              <pc:sldMasterMk cId="0" sldId="2147483648"/>
              <pc:sldLayoutMk cId="1104561071" sldId="2147483715"/>
              <ac:picMk id="9" creationId="{7BDE0CF6-23A0-475F-E17D-2A5D06FC0131}"/>
            </ac:picMkLst>
          </pc:picChg>
        </pc:sldLayoutChg>
        <pc:sldLayoutChg chg="addSp delSp modSp mod">
          <pc:chgData name="Stephen Kurniawan" userId="98a6f147-1caf-47f2-8e74-24cd4be6d7bf" providerId="ADAL" clId="{A3573757-997C-4092-A300-34449357E25A}" dt="2024-04-21T20:26:55.854" v="1365" actId="20577"/>
          <pc:sldLayoutMkLst>
            <pc:docMk/>
            <pc:sldMasterMk cId="0" sldId="2147483648"/>
            <pc:sldLayoutMk cId="4259342615" sldId="2147483716"/>
          </pc:sldLayoutMkLst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3" creationId="{0D3E8F6D-30DC-482E-79BE-6690FC3025CC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4" creationId="{B8056ED0-F4FE-1FD4-AB71-92B5D53E0829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5" creationId="{B5989618-EE8D-A309-7653-631BA609EA61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6" creationId="{0B1971B2-10F1-8B78-CD6A-872D2D3FF5EC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7" creationId="{3340BD38-0D34-0DD3-083E-5E4C982134AC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8" creationId="{1533D51C-0561-5F1F-FCCD-8256995D7851}"/>
            </ac:spMkLst>
          </pc:spChg>
          <pc:spChg chg="del mod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9" creationId="{8ABFA118-4DF0-EF68-D397-3ED8EB97B776}"/>
            </ac:spMkLst>
          </pc:spChg>
          <pc:spChg chg="del mod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10" creationId="{0C35CC88-21D9-0F7A-6CD6-497149F3BFD6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11" creationId="{4ACC59FA-B992-8699-DA02-89D40CE22A96}"/>
            </ac:spMkLst>
          </pc:spChg>
          <pc:spChg chg="add mod">
            <ac:chgData name="Stephen Kurniawan" userId="98a6f147-1caf-47f2-8e74-24cd4be6d7bf" providerId="ADAL" clId="{A3573757-997C-4092-A300-34449357E25A}" dt="2024-04-21T20:26:45.139" v="1356" actId="20577"/>
            <ac:spMkLst>
              <pc:docMk/>
              <pc:sldMasterMk cId="0" sldId="2147483648"/>
              <pc:sldLayoutMk cId="4259342615" sldId="2147483716"/>
              <ac:spMk id="12" creationId="{0729C6EF-DA83-8578-34F2-94023D0CC6E5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13" creationId="{05ADDBE3-13B6-8021-81C9-6A8AD75A7299}"/>
            </ac:spMkLst>
          </pc:spChg>
          <pc:spChg chg="add mod">
            <ac:chgData name="Stephen Kurniawan" userId="98a6f147-1caf-47f2-8e74-24cd4be6d7bf" providerId="ADAL" clId="{A3573757-997C-4092-A300-34449357E25A}" dt="2024-04-21T20:26:55.854" v="1365" actId="20577"/>
            <ac:spMkLst>
              <pc:docMk/>
              <pc:sldMasterMk cId="0" sldId="2147483648"/>
              <pc:sldLayoutMk cId="4259342615" sldId="2147483716"/>
              <ac:spMk id="14" creationId="{9A442C29-E40D-E5FB-E30E-1A8104FC32F4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7:24.486" v="1376" actId="20577"/>
          <pc:sldLayoutMkLst>
            <pc:docMk/>
            <pc:sldMasterMk cId="0" sldId="2147483648"/>
            <pc:sldLayoutMk cId="632925151" sldId="2147483717"/>
          </pc:sldLayoutMkLst>
          <pc:spChg chg="add mod">
            <ac:chgData name="Stephen Kurniawan" userId="98a6f147-1caf-47f2-8e74-24cd4be6d7bf" providerId="ADAL" clId="{A3573757-997C-4092-A300-34449357E25A}" dt="2024-04-21T20:26:01.722" v="1346"/>
            <ac:spMkLst>
              <pc:docMk/>
              <pc:sldMasterMk cId="0" sldId="2147483648"/>
              <pc:sldLayoutMk cId="632925151" sldId="2147483717"/>
              <ac:spMk id="3" creationId="{87F95481-CA74-40CA-5714-18D7596BD8E5}"/>
            </ac:spMkLst>
          </pc:spChg>
          <pc:spChg chg="add mod">
            <ac:chgData name="Stephen Kurniawan" userId="98a6f147-1caf-47f2-8e74-24cd4be6d7bf" providerId="ADAL" clId="{A3573757-997C-4092-A300-34449357E25A}" dt="2024-04-21T20:26:01.722" v="1346"/>
            <ac:spMkLst>
              <pc:docMk/>
              <pc:sldMasterMk cId="0" sldId="2147483648"/>
              <pc:sldLayoutMk cId="632925151" sldId="2147483717"/>
              <ac:spMk id="4" creationId="{A39875C0-16A3-04D5-2FDF-90553E3FC152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5" creationId="{B5989618-EE8D-A309-7653-631BA609EA61}"/>
            </ac:spMkLst>
          </pc:spChg>
          <pc:spChg chg="del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6" creationId="{0B1971B2-10F1-8B78-CD6A-872D2D3FF5EC}"/>
            </ac:spMkLst>
          </pc:spChg>
          <pc:spChg chg="del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7" creationId="{3340BD38-0D34-0DD3-083E-5E4C982134AC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8" creationId="{1533D51C-0561-5F1F-FCCD-8256995D7851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9" creationId="{8ABFA118-4DF0-EF68-D397-3ED8EB97B776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10" creationId="{0C35CC88-21D9-0F7A-6CD6-497149F3BFD6}"/>
            </ac:spMkLst>
          </pc:spChg>
          <pc:spChg chg="add mod">
            <ac:chgData name="Stephen Kurniawan" userId="98a6f147-1caf-47f2-8e74-24cd4be6d7bf" providerId="ADAL" clId="{A3573757-997C-4092-A300-34449357E25A}" dt="2024-04-21T20:27:03.591" v="1366"/>
            <ac:spMkLst>
              <pc:docMk/>
              <pc:sldMasterMk cId="0" sldId="2147483648"/>
              <pc:sldLayoutMk cId="632925151" sldId="2147483717"/>
              <ac:spMk id="11" creationId="{C49E5F9C-13C6-ED13-4150-69BB0FC3C0E3}"/>
            </ac:spMkLst>
          </pc:spChg>
          <pc:spChg chg="add mod">
            <ac:chgData name="Stephen Kurniawan" userId="98a6f147-1caf-47f2-8e74-24cd4be6d7bf" providerId="ADAL" clId="{A3573757-997C-4092-A300-34449357E25A}" dt="2024-04-21T20:27:23.227" v="1375" actId="20577"/>
            <ac:spMkLst>
              <pc:docMk/>
              <pc:sldMasterMk cId="0" sldId="2147483648"/>
              <pc:sldLayoutMk cId="632925151" sldId="2147483717"/>
              <ac:spMk id="12" creationId="{5BAB0EDF-C557-492D-A514-B4F6CB5FCB33}"/>
            </ac:spMkLst>
          </pc:spChg>
          <pc:spChg chg="add mod">
            <ac:chgData name="Stephen Kurniawan" userId="98a6f147-1caf-47f2-8e74-24cd4be6d7bf" providerId="ADAL" clId="{A3573757-997C-4092-A300-34449357E25A}" dt="2024-04-21T20:27:08.725" v="1368" actId="20577"/>
            <ac:spMkLst>
              <pc:docMk/>
              <pc:sldMasterMk cId="0" sldId="2147483648"/>
              <pc:sldLayoutMk cId="632925151" sldId="2147483717"/>
              <ac:spMk id="13" creationId="{612CFB36-C0B2-BD00-F702-23F25716BD3B}"/>
            </ac:spMkLst>
          </pc:spChg>
          <pc:spChg chg="add mod">
            <ac:chgData name="Stephen Kurniawan" userId="98a6f147-1caf-47f2-8e74-24cd4be6d7bf" providerId="ADAL" clId="{A3573757-997C-4092-A300-34449357E25A}" dt="2024-04-21T20:27:24.486" v="1376" actId="20577"/>
            <ac:spMkLst>
              <pc:docMk/>
              <pc:sldMasterMk cId="0" sldId="2147483648"/>
              <pc:sldLayoutMk cId="632925151" sldId="2147483717"/>
              <ac:spMk id="14" creationId="{A32D2238-D56C-2519-8D5C-642290813AC9}"/>
            </ac:spMkLst>
          </pc:spChg>
        </pc:sldLayoutChg>
        <pc:sldLayoutChg chg="new del mod">
          <pc:chgData name="Stephen Kurniawan" userId="98a6f147-1caf-47f2-8e74-24cd4be6d7bf" providerId="ADAL" clId="{A3573757-997C-4092-A300-34449357E25A}" dt="2024-04-14T20:05:25.426" v="52" actId="2696"/>
          <pc:sldLayoutMkLst>
            <pc:docMk/>
            <pc:sldMasterMk cId="0" sldId="2147483648"/>
            <pc:sldLayoutMk cId="1539444067" sldId="2147483718"/>
          </pc:sldLayoutMkLst>
        </pc:sldLayoutChg>
        <pc:sldLayoutChg chg="addSp delSp modSp mod">
          <pc:chgData name="Stephen Kurniawan" userId="98a6f147-1caf-47f2-8e74-24cd4be6d7bf" providerId="ADAL" clId="{A3573757-997C-4092-A300-34449357E25A}" dt="2024-04-21T20:23:02.064" v="1342" actId="20577"/>
          <pc:sldLayoutMkLst>
            <pc:docMk/>
            <pc:sldMasterMk cId="0" sldId="2147483648"/>
            <pc:sldLayoutMk cId="3104581202" sldId="2147483719"/>
          </pc:sldLayoutMkLst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2" creationId="{C871AF52-D2B9-1081-144A-4DAA5148C17D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4" creationId="{0EEB8452-FDAC-C593-96AD-2DEBDC073D0E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5" creationId="{F3FAF99B-89FD-5EE3-8CD7-178571698CC2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6" creationId="{10E12D29-49FA-0A0F-073A-E4112C9820ED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7" creationId="{A5E3FA37-89C1-8B09-A5A4-80A452D5E1C2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8" creationId="{F8B5EF72-E5EF-8FBE-0E31-76BC50B1B602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0" creationId="{32E7EA77-832D-7698-D622-61CD8B99576F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1" creationId="{7FF3F63E-3732-78D2-AD68-79FDF8E3E0B3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2" creationId="{FF2D639A-087E-2FA7-F163-BA4A435A9082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3" creationId="{B6AA8BAB-A914-6508-E7AF-81202F25D839}"/>
            </ac:spMkLst>
          </pc:spChg>
          <pc:spChg chg="del mod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4" creationId="{71358F21-051E-206A-D00B-B43354D5D760}"/>
            </ac:spMkLst>
          </pc:spChg>
          <pc:spChg chg="del mod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5" creationId="{97EB8EDB-3B4B-F8B1-2F6B-105B01BB91BF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6" creationId="{84E5BCEA-7CAF-12C0-4D88-FFDD2B1323C4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7" creationId="{677DE3C3-388C-0B09-7697-B3044CE13254}"/>
            </ac:spMkLst>
          </pc:spChg>
          <pc:spChg chg="add mod">
            <ac:chgData name="Stephen Kurniawan" userId="98a6f147-1caf-47f2-8e74-24cd4be6d7bf" providerId="ADAL" clId="{A3573757-997C-4092-A300-34449357E25A}" dt="2024-04-21T20:22:38.372" v="1328" actId="20577"/>
            <ac:spMkLst>
              <pc:docMk/>
              <pc:sldMasterMk cId="0" sldId="2147483648"/>
              <pc:sldLayoutMk cId="3104581202" sldId="2147483719"/>
              <ac:spMk id="18" creationId="{A11EB085-C5B6-4574-D0B7-F562710A31BD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9" creationId="{168EF372-2FDC-9A44-0BC9-18415F4F1792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20" creationId="{8051E29E-1CDA-0969-AAA0-BE63D80A495C}"/>
            </ac:spMkLst>
          </pc:spChg>
          <pc:spChg chg="add mod">
            <ac:chgData name="Stephen Kurniawan" userId="98a6f147-1caf-47f2-8e74-24cd4be6d7bf" providerId="ADAL" clId="{A3573757-997C-4092-A300-34449357E25A}" dt="2024-04-21T20:23:02.064" v="1342" actId="20577"/>
            <ac:spMkLst>
              <pc:docMk/>
              <pc:sldMasterMk cId="0" sldId="2147483648"/>
              <pc:sldLayoutMk cId="3104581202" sldId="2147483719"/>
              <ac:spMk id="21" creationId="{A42EDF82-FB1A-2840-CC29-61D523A9F6E6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3.137" v="1331" actId="20577"/>
          <pc:sldLayoutMkLst>
            <pc:docMk/>
            <pc:sldMasterMk cId="0" sldId="2147483648"/>
            <pc:sldLayoutMk cId="2687125434" sldId="2147483720"/>
          </pc:sldLayoutMkLst>
          <pc:spChg chg="add mod">
            <ac:chgData name="Stephen Kurniawan" userId="98a6f147-1caf-47f2-8e74-24cd4be6d7bf" providerId="ADAL" clId="{A3573757-997C-4092-A300-34449357E25A}" dt="2024-04-21T20:19:24.697" v="1053"/>
            <ac:spMkLst>
              <pc:docMk/>
              <pc:sldMasterMk cId="0" sldId="2147483648"/>
              <pc:sldLayoutMk cId="2687125434" sldId="2147483720"/>
              <ac:spMk id="2" creationId="{39587C9D-9F04-439D-5590-7C582C2939A5}"/>
            </ac:spMkLst>
          </pc:spChg>
          <pc:spChg chg="add mod">
            <ac:chgData name="Stephen Kurniawan" userId="98a6f147-1caf-47f2-8e74-24cd4be6d7bf" providerId="ADAL" clId="{A3573757-997C-4092-A300-34449357E25A}" dt="2024-04-21T20:21:15.795" v="1196" actId="20577"/>
            <ac:spMkLst>
              <pc:docMk/>
              <pc:sldMasterMk cId="0" sldId="2147483648"/>
              <pc:sldLayoutMk cId="2687125434" sldId="2147483720"/>
              <ac:spMk id="4" creationId="{C12206A1-A367-92D5-348A-C8B9214535AD}"/>
            </ac:spMkLst>
          </pc:spChg>
          <pc:spChg chg="add mod">
            <ac:chgData name="Stephen Kurniawan" userId="98a6f147-1caf-47f2-8e74-24cd4be6d7bf" providerId="ADAL" clId="{A3573757-997C-4092-A300-34449357E25A}" dt="2024-04-21T20:22:42.048" v="1330" actId="20577"/>
            <ac:spMkLst>
              <pc:docMk/>
              <pc:sldMasterMk cId="0" sldId="2147483648"/>
              <pc:sldLayoutMk cId="2687125434" sldId="2147483720"/>
              <ac:spMk id="5" creationId="{461C005D-AF3C-A0CB-EAB5-8B1B9E28A022}"/>
            </ac:spMkLst>
          </pc:spChg>
          <pc:spChg chg="add mod">
            <ac:chgData name="Stephen Kurniawan" userId="98a6f147-1caf-47f2-8e74-24cd4be6d7bf" providerId="ADAL" clId="{A3573757-997C-4092-A300-34449357E25A}" dt="2024-04-21T20:19:24.697" v="1053"/>
            <ac:spMkLst>
              <pc:docMk/>
              <pc:sldMasterMk cId="0" sldId="2147483648"/>
              <pc:sldLayoutMk cId="2687125434" sldId="2147483720"/>
              <ac:spMk id="6" creationId="{3B5197AE-94B7-111D-E986-836F0EC54F5E}"/>
            </ac:spMkLst>
          </pc:spChg>
          <pc:spChg chg="add mod">
            <ac:chgData name="Stephen Kurniawan" userId="98a6f147-1caf-47f2-8e74-24cd4be6d7bf" providerId="ADAL" clId="{A3573757-997C-4092-A300-34449357E25A}" dt="2024-04-21T20:21:36.357" v="1260" actId="20577"/>
            <ac:spMkLst>
              <pc:docMk/>
              <pc:sldMasterMk cId="0" sldId="2147483648"/>
              <pc:sldLayoutMk cId="2687125434" sldId="2147483720"/>
              <ac:spMk id="7" creationId="{2E49088D-F882-800D-FE84-94F9A973F6A7}"/>
            </ac:spMkLst>
          </pc:spChg>
          <pc:spChg chg="add mod">
            <ac:chgData name="Stephen Kurniawan" userId="98a6f147-1caf-47f2-8e74-24cd4be6d7bf" providerId="ADAL" clId="{A3573757-997C-4092-A300-34449357E25A}" dt="2024-04-21T20:22:43.137" v="1331" actId="20577"/>
            <ac:spMkLst>
              <pc:docMk/>
              <pc:sldMasterMk cId="0" sldId="2147483648"/>
              <pc:sldLayoutMk cId="2687125434" sldId="2147483720"/>
              <ac:spMk id="8" creationId="{06877283-B79D-7BDC-CF59-F2C0F5DB27F4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0" creationId="{32E7EA77-832D-7698-D622-61CD8B99576F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1" creationId="{7FF3F63E-3732-78D2-AD68-79FDF8E3E0B3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2" creationId="{FF2D639A-087E-2FA7-F163-BA4A435A9082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3" creationId="{B6AA8BAB-A914-6508-E7AF-81202F25D839}"/>
            </ac:spMkLst>
          </pc:spChg>
          <pc:spChg chg="del mod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4" creationId="{71358F21-051E-206A-D00B-B43354D5D760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5" creationId="{97EB8EDB-3B4B-F8B1-2F6B-105B01BB91BF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9.743" v="1335" actId="20577"/>
          <pc:sldLayoutMkLst>
            <pc:docMk/>
            <pc:sldMasterMk cId="0" sldId="2147483648"/>
            <pc:sldLayoutMk cId="1635498429" sldId="2147483721"/>
          </pc:sldLayoutMkLst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3" creationId="{26E36A7A-50BC-A8A4-8B3A-26639B00E718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4" creationId="{9A6ED105-63CE-8830-117F-294EF966FD17}"/>
            </ac:spMkLst>
          </pc:spChg>
          <pc:spChg chg="del mod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5" creationId="{4E640DE2-3F21-FEA7-765A-0FDE332A79A4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6" creationId="{5813634B-C1CF-2576-C8A6-91866D56E4BA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7" creationId="{85D452FD-1D1D-A063-A01C-62E121A92ABC}"/>
            </ac:spMkLst>
          </pc:spChg>
          <pc:spChg chg="del mod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8" creationId="{9B4A3C71-1E5B-7DEF-E029-5B3B8680915E}"/>
            </ac:spMkLst>
          </pc:spChg>
          <pc:spChg chg="add mod">
            <ac:chgData name="Stephen Kurniawan" userId="98a6f147-1caf-47f2-8e74-24cd4be6d7bf" providerId="ADAL" clId="{A3573757-997C-4092-A300-34449357E25A}" dt="2024-04-21T20:19:31.917" v="1057"/>
            <ac:spMkLst>
              <pc:docMk/>
              <pc:sldMasterMk cId="0" sldId="2147483648"/>
              <pc:sldLayoutMk cId="1635498429" sldId="2147483721"/>
              <ac:spMk id="9" creationId="{3148CB38-9A22-5DA5-8965-700C24FD8B6A}"/>
            </ac:spMkLst>
          </pc:spChg>
          <pc:spChg chg="add mod">
            <ac:chgData name="Stephen Kurniawan" userId="98a6f147-1caf-47f2-8e74-24cd4be6d7bf" providerId="ADAL" clId="{A3573757-997C-4092-A300-34449357E25A}" dt="2024-04-21T20:19:54.285" v="1071" actId="20577"/>
            <ac:spMkLst>
              <pc:docMk/>
              <pc:sldMasterMk cId="0" sldId="2147483648"/>
              <pc:sldLayoutMk cId="1635498429" sldId="2147483721"/>
              <ac:spMk id="10" creationId="{69D8103A-A69B-B1CA-2987-689868AC39EA}"/>
            </ac:spMkLst>
          </pc:spChg>
          <pc:spChg chg="add mod">
            <ac:chgData name="Stephen Kurniawan" userId="98a6f147-1caf-47f2-8e74-24cd4be6d7bf" providerId="ADAL" clId="{A3573757-997C-4092-A300-34449357E25A}" dt="2024-04-21T20:22:48.932" v="1334" actId="20577"/>
            <ac:spMkLst>
              <pc:docMk/>
              <pc:sldMasterMk cId="0" sldId="2147483648"/>
              <pc:sldLayoutMk cId="1635498429" sldId="2147483721"/>
              <ac:spMk id="11" creationId="{1B8AB7A4-37F9-8B47-8BA9-5C09F8330607}"/>
            </ac:spMkLst>
          </pc:spChg>
          <pc:spChg chg="add mod">
            <ac:chgData name="Stephen Kurniawan" userId="98a6f147-1caf-47f2-8e74-24cd4be6d7bf" providerId="ADAL" clId="{A3573757-997C-4092-A300-34449357E25A}" dt="2024-04-21T20:19:31.917" v="1057"/>
            <ac:spMkLst>
              <pc:docMk/>
              <pc:sldMasterMk cId="0" sldId="2147483648"/>
              <pc:sldLayoutMk cId="1635498429" sldId="2147483721"/>
              <ac:spMk id="12" creationId="{AC618D34-EC52-7050-9752-391795323007}"/>
            </ac:spMkLst>
          </pc:spChg>
          <pc:spChg chg="add mod">
            <ac:chgData name="Stephen Kurniawan" userId="98a6f147-1caf-47f2-8e74-24cd4be6d7bf" providerId="ADAL" clId="{A3573757-997C-4092-A300-34449357E25A}" dt="2024-04-21T20:20:19.795" v="1143" actId="20577"/>
            <ac:spMkLst>
              <pc:docMk/>
              <pc:sldMasterMk cId="0" sldId="2147483648"/>
              <pc:sldLayoutMk cId="1635498429" sldId="2147483721"/>
              <ac:spMk id="13" creationId="{3BFBEE91-5810-A5BE-9B19-8FE79BEECE3F}"/>
            </ac:spMkLst>
          </pc:spChg>
          <pc:spChg chg="add mod">
            <ac:chgData name="Stephen Kurniawan" userId="98a6f147-1caf-47f2-8e74-24cd4be6d7bf" providerId="ADAL" clId="{A3573757-997C-4092-A300-34449357E25A}" dt="2024-04-21T20:22:49.743" v="1335" actId="20577"/>
            <ac:spMkLst>
              <pc:docMk/>
              <pc:sldMasterMk cId="0" sldId="2147483648"/>
              <pc:sldLayoutMk cId="1635498429" sldId="2147483721"/>
              <ac:spMk id="14" creationId="{FFBF6D96-43BC-BF4E-B523-FFD9E84A0B5E}"/>
            </ac:spMkLst>
          </pc:spChg>
        </pc:sldLayoutChg>
        <pc:sldLayoutChg chg="modSp mod">
          <pc:chgData name="Stephen Kurniawan" userId="98a6f147-1caf-47f2-8e74-24cd4be6d7bf" providerId="ADAL" clId="{A3573757-997C-4092-A300-34449357E25A}" dt="2024-04-20T21:14:51.364" v="430" actId="6014"/>
          <pc:sldLayoutMkLst>
            <pc:docMk/>
            <pc:sldMasterMk cId="0" sldId="2147483648"/>
            <pc:sldLayoutMk cId="4251225809" sldId="2147483722"/>
          </pc:sldLayoutMkLst>
          <pc:spChg chg="mod">
            <ac:chgData name="Stephen Kurniawan" userId="98a6f147-1caf-47f2-8e74-24cd4be6d7bf" providerId="ADAL" clId="{A3573757-997C-4092-A300-34449357E25A}" dt="2024-04-20T20:53:21.013" v="207" actId="14100"/>
            <ac:spMkLst>
              <pc:docMk/>
              <pc:sldMasterMk cId="0" sldId="2147483648"/>
              <pc:sldLayoutMk cId="4251225809" sldId="2147483722"/>
              <ac:spMk id="10" creationId="{32E7EA77-832D-7698-D622-61CD8B99576F}"/>
            </ac:spMkLst>
          </pc:spChg>
          <pc:spChg chg="mod">
            <ac:chgData name="Stephen Kurniawan" userId="98a6f147-1caf-47f2-8e74-24cd4be6d7bf" providerId="ADAL" clId="{A3573757-997C-4092-A300-34449357E25A}" dt="2024-04-20T20:52:01.187" v="101" actId="14100"/>
            <ac:spMkLst>
              <pc:docMk/>
              <pc:sldMasterMk cId="0" sldId="2147483648"/>
              <pc:sldLayoutMk cId="4251225809" sldId="2147483722"/>
              <ac:spMk id="12" creationId="{FF2D639A-087E-2FA7-F163-BA4A435A9082}"/>
            </ac:spMkLst>
          </pc:spChg>
          <pc:spChg chg="mod">
            <ac:chgData name="Stephen Kurniawan" userId="98a6f147-1caf-47f2-8e74-24cd4be6d7bf" providerId="ADAL" clId="{A3573757-997C-4092-A300-34449357E25A}" dt="2024-04-20T20:52:51.369" v="156" actId="20577"/>
            <ac:spMkLst>
              <pc:docMk/>
              <pc:sldMasterMk cId="0" sldId="2147483648"/>
              <pc:sldLayoutMk cId="4251225809" sldId="2147483722"/>
              <ac:spMk id="13" creationId="{B6AA8BAB-A914-6508-E7AF-81202F25D839}"/>
            </ac:spMkLst>
          </pc:spChg>
          <pc:spChg chg="mod">
            <ac:chgData name="Stephen Kurniawan" userId="98a6f147-1caf-47f2-8e74-24cd4be6d7bf" providerId="ADAL" clId="{A3573757-997C-4092-A300-34449357E25A}" dt="2024-04-20T20:53:24.675" v="208" actId="14100"/>
            <ac:spMkLst>
              <pc:docMk/>
              <pc:sldMasterMk cId="0" sldId="2147483648"/>
              <pc:sldLayoutMk cId="4251225809" sldId="2147483722"/>
              <ac:spMk id="14" creationId="{71358F21-051E-206A-D00B-B43354D5D760}"/>
            </ac:spMkLst>
          </pc:spChg>
          <pc:spChg chg="mod">
            <ac:chgData name="Stephen Kurniawan" userId="98a6f147-1caf-47f2-8e74-24cd4be6d7bf" providerId="ADAL" clId="{A3573757-997C-4092-A300-34449357E25A}" dt="2024-04-20T20:53:08.644" v="203" actId="20577"/>
            <ac:spMkLst>
              <pc:docMk/>
              <pc:sldMasterMk cId="0" sldId="2147483648"/>
              <pc:sldLayoutMk cId="4251225809" sldId="2147483722"/>
              <ac:spMk id="15" creationId="{97EB8EDB-3B4B-F8B1-2F6B-105B01BB91BF}"/>
            </ac:spMkLst>
          </pc:spChg>
        </pc:sldLayoutChg>
      </pc:sldMasterChg>
      <pc:sldMasterChg chg="modSldLayout">
        <pc:chgData name="Stephen Kurniawan" userId="98a6f147-1caf-47f2-8e74-24cd4be6d7bf" providerId="ADAL" clId="{A3573757-997C-4092-A300-34449357E25A}" dt="2024-04-14T19:56:26.185" v="0"/>
        <pc:sldMasterMkLst>
          <pc:docMk/>
          <pc:sldMasterMk cId="2447423978" sldId="2147483708"/>
        </pc:sldMasterMkLst>
        <pc:sldLayoutChg chg="setBg">
          <pc:chgData name="Stephen Kurniawan" userId="98a6f147-1caf-47f2-8e74-24cd4be6d7bf" providerId="ADAL" clId="{A3573757-997C-4092-A300-34449357E25A}" dt="2024-04-14T19:56:26.185" v="0"/>
          <pc:sldLayoutMkLst>
            <pc:docMk/>
            <pc:sldMasterMk cId="2447423978" sldId="2147483708"/>
            <pc:sldLayoutMk cId="3888170432" sldId="2147483742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19:58:02.758" v="7" actId="6938"/>
        <pc:sldMasterMkLst>
          <pc:docMk/>
          <pc:sldMasterMk cId="537226378" sldId="2147483709"/>
        </pc:sldMasterMkLst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998684342" sldId="214748371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4140835145" sldId="214748371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55107246" sldId="214748371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737850101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778021856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759090699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953861387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325294253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2207216922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233367574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525243613" sldId="2147483720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19:57:53.059" v="5" actId="6938"/>
        <pc:sldMasterMkLst>
          <pc:docMk/>
          <pc:sldMasterMk cId="4054463448" sldId="2147483709"/>
        </pc:sldMasterMkLst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566161886" sldId="214748371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097836751" sldId="214748371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024172296" sldId="214748371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323960567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1326988087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936310090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787402892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157800827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420470716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794234301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60615222" sldId="2147483720"/>
          </pc:sldLayoutMkLst>
        </pc:sldLayoutChg>
      </pc:sldMasterChg>
      <pc:sldMasterChg chg="modSldLayout">
        <pc:chgData name="Stephen Kurniawan" userId="98a6f147-1caf-47f2-8e74-24cd4be6d7bf" providerId="ADAL" clId="{A3573757-997C-4092-A300-34449357E25A}" dt="2024-04-14T19:58:08.832" v="9"/>
        <pc:sldMasterMkLst>
          <pc:docMk/>
          <pc:sldMasterMk cId="4544380" sldId="2147483710"/>
        </pc:sldMasterMkLst>
        <pc:sldLayoutChg chg="setBg">
          <pc:chgData name="Stephen Kurniawan" userId="98a6f147-1caf-47f2-8e74-24cd4be6d7bf" providerId="ADAL" clId="{A3573757-997C-4092-A300-34449357E25A}" dt="2024-04-14T19:58:08.832" v="9"/>
          <pc:sldLayoutMkLst>
            <pc:docMk/>
            <pc:sldMasterMk cId="4544380" sldId="2147483710"/>
            <pc:sldLayoutMk cId="323711583" sldId="2147483744"/>
          </pc:sldLayoutMkLst>
        </pc:sldLayoutChg>
      </pc:sldMasterChg>
      <pc:sldMasterChg chg="modSldLayout">
        <pc:chgData name="Stephen Kurniawan" userId="98a6f147-1caf-47f2-8e74-24cd4be6d7bf" providerId="ADAL" clId="{A3573757-997C-4092-A300-34449357E25A}" dt="2024-04-14T19:58:25.456" v="10"/>
        <pc:sldMasterMkLst>
          <pc:docMk/>
          <pc:sldMasterMk cId="2163715360" sldId="2147483710"/>
        </pc:sldMasterMkLst>
        <pc:sldLayoutChg chg="setBg">
          <pc:chgData name="Stephen Kurniawan" userId="98a6f147-1caf-47f2-8e74-24cd4be6d7bf" providerId="ADAL" clId="{A3573757-997C-4092-A300-34449357E25A}" dt="2024-04-14T19:58:25.456" v="10"/>
          <pc:sldLayoutMkLst>
            <pc:docMk/>
            <pc:sldMasterMk cId="2163715360" sldId="2147483710"/>
            <pc:sldLayoutMk cId="4240955679" sldId="2147483744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20:00:42.062" v="19" actId="6938"/>
        <pc:sldMasterMkLst>
          <pc:docMk/>
          <pc:sldMasterMk cId="609996831" sldId="2147483712"/>
        </pc:sldMasterMkLst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537175467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27362636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786264875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56633081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811939991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66158494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298505835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282408519" sldId="214748372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955874546" sldId="214748372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142326015" sldId="214748372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557763654" sldId="2147483723"/>
          </pc:sldLayoutMkLst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1368488424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1368488424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1199899211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1199899211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2932496729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2932496729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1.wdp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Created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by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GRII Slide Maker</a:t>
            </a:r>
          </a:p>
          <a:p>
            <a:pPr algn="r"/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-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Awan</a:t>
            </a:r>
            <a:endParaRPr lang="de-DE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/>
              <a:t> 43, 1-2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pencipta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B9721-7942-76BD-02EA-D32A7C0FFF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2D4F9-FE87-3099-F898-66A1AF91377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poster for a concert&#10;&#10;Description automatically generated">
            <a:extLst>
              <a:ext uri="{FF2B5EF4-FFF2-40B4-BE49-F238E27FC236}">
                <a16:creationId xmlns:a16="http://schemas.microsoft.com/office/drawing/2014/main" id="{994F3E0E-FF84-BE65-9293-E265CE677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6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503647" y="675628"/>
            <a:ext cx="5232400" cy="2239022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675628"/>
            <a:ext cx="5232400" cy="149448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Makan Malam &amp; </a:t>
            </a:r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Abendessen &amp; Gebetkreis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338" y="2170113"/>
            <a:ext cx="5232400" cy="13493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Jumat</a:t>
            </a:r>
            <a:r>
              <a:rPr lang="de-DE" dirty="0"/>
              <a:t> di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Ganjil</a:t>
            </a:r>
            <a:r>
              <a:rPr lang="de-DE" dirty="0"/>
              <a:t>, </a:t>
            </a:r>
          </a:p>
          <a:p>
            <a:r>
              <a:rPr lang="de-DE" dirty="0"/>
              <a:t>18:30 CET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Freitags der ungeraden Kalenderwoche,</a:t>
            </a:r>
          </a:p>
          <a:p>
            <a:r>
              <a:rPr lang="de-DE" dirty="0"/>
              <a:t>18:30 CET</a:t>
            </a:r>
          </a:p>
        </p:txBody>
      </p:sp>
    </p:spTree>
    <p:extLst>
      <p:ext uri="{BB962C8B-B14F-4D97-AF65-F5344CB8AC3E}">
        <p14:creationId xmlns:p14="http://schemas.microsoft.com/office/powerpoint/2010/main" val="4251225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A6163B25-3CC5-A054-BB0C-61E91CB7B2DD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55F8D648-303E-D3CF-FA5D-0FBCD26B2D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Pendalaman</a:t>
            </a:r>
            <a:r>
              <a:rPr lang="de-DE" dirty="0"/>
              <a:t> </a:t>
            </a:r>
            <a:r>
              <a:rPr lang="de-DE" dirty="0" err="1"/>
              <a:t>Alkitab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6E946-E69E-4ECF-9698-C30DAB1931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Sabtu</a:t>
            </a:r>
            <a:r>
              <a:rPr lang="en-MY" dirty="0"/>
              <a:t>, 15:00 CET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8" name="Google Shape;507;p39">
            <a:extLst>
              <a:ext uri="{FF2B5EF4-FFF2-40B4-BE49-F238E27FC236}">
                <a16:creationId xmlns:a16="http://schemas.microsoft.com/office/drawing/2014/main" id="{937B409A-F3AE-B2A9-025C-48378881774F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728C75A-441F-01A5-1C67-63A311619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/>
              <a:t>B</a:t>
            </a:r>
            <a:r>
              <a:rPr lang="de-DE" dirty="0" err="1"/>
              <a:t>ibelstunde</a:t>
            </a:r>
            <a:endParaRPr lang="de-DE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D6DA8094-2363-169E-2AAE-D0B21C08A4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Samstags, 15:00 CET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D1672-EBA0-C035-E1FF-85D5B0C94D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9C70018D-2600-F179-64B7-774DDAB4261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F47D0834-3787-5C4F-321A-0463F82B9B5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200B5792-4EEE-6042-BBF2-BF4B61CD52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Online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06A5440-6CE8-7F9E-D16A-36ECD2C09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2 </a:t>
            </a:r>
            <a:r>
              <a:rPr lang="de-DE" dirty="0" err="1"/>
              <a:t>minggu</a:t>
            </a:r>
            <a:r>
              <a:rPr lang="de-DE" dirty="0"/>
              <a:t>, 13:00 CET</a:t>
            </a:r>
          </a:p>
        </p:txBody>
      </p:sp>
    </p:spTree>
    <p:extLst>
      <p:ext uri="{BB962C8B-B14F-4D97-AF65-F5344CB8AC3E}">
        <p14:creationId xmlns:p14="http://schemas.microsoft.com/office/powerpoint/2010/main" val="42894538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3899A-169E-679A-A835-E3C844CF501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72049E8A-E580-9C81-F309-8B582941276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17EAB587-AA6B-F6A3-72F0-E3282426ACB2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0341D8F5-98B0-D6E8-90B4-E12B8EE2D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Master Class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822EC0A3-1DEA-D960-5087-A56EC6D69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genap</a:t>
            </a:r>
            <a:endParaRPr lang="de-DE" dirty="0"/>
          </a:p>
          <a:p>
            <a:r>
              <a:rPr lang="de-DE" dirty="0"/>
              <a:t>14:00 CET</a:t>
            </a:r>
          </a:p>
        </p:txBody>
      </p:sp>
    </p:spTree>
    <p:extLst>
      <p:ext uri="{BB962C8B-B14F-4D97-AF65-F5344CB8AC3E}">
        <p14:creationId xmlns:p14="http://schemas.microsoft.com/office/powerpoint/2010/main" val="232964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DAE53-DB1D-6EC6-24BE-4D8FFF1FFD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21;g275a9adfb00_0_194">
            <a:extLst>
              <a:ext uri="{FF2B5EF4-FFF2-40B4-BE49-F238E27FC236}">
                <a16:creationId xmlns:a16="http://schemas.microsoft.com/office/drawing/2014/main" id="{6C78FAEF-817F-33BF-EB16-9086E69F3FB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7425" y="0"/>
            <a:ext cx="9713875" cy="6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45610D7D-2EDE-DAC9-6FB7-7B2D560ACD9D}"/>
              </a:ext>
            </a:extLst>
          </p:cNvPr>
          <p:cNvSpPr/>
          <p:nvPr userDrawn="1"/>
        </p:nvSpPr>
        <p:spPr>
          <a:xfrm>
            <a:off x="1117425" y="3511650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8506C89B-C1DE-55DD-9375-AC8953940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7641" y="3511781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</a:t>
            </a:r>
            <a:r>
              <a:rPr lang="de-DE" dirty="0" err="1"/>
              <a:t>Nikah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622D4179-8A15-0B66-DC0A-46A863D344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41" y="4219806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Pendaftaran</a:t>
            </a:r>
            <a:r>
              <a:rPr lang="de-DE" dirty="0"/>
              <a:t> </a:t>
            </a:r>
            <a:r>
              <a:rPr lang="de-DE" dirty="0" err="1"/>
              <a:t>ke</a:t>
            </a:r>
            <a:r>
              <a:rPr lang="de-DE" dirty="0"/>
              <a:t> </a:t>
            </a:r>
            <a:r>
              <a:rPr lang="de-DE" dirty="0" err="1"/>
              <a:t>Sdr</a:t>
            </a:r>
            <a:r>
              <a:rPr lang="de-DE" dirty="0"/>
              <a:t>. Thomas</a:t>
            </a:r>
          </a:p>
        </p:txBody>
      </p:sp>
    </p:spTree>
    <p:extLst>
      <p:ext uri="{BB962C8B-B14F-4D97-AF65-F5344CB8AC3E}">
        <p14:creationId xmlns:p14="http://schemas.microsoft.com/office/powerpoint/2010/main" val="1976441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8E3A-2510-FC3B-1DB8-997970FE398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685;g1ef2f85ac88_1_0">
            <a:extLst>
              <a:ext uri="{FF2B5EF4-FFF2-40B4-BE49-F238E27FC236}">
                <a16:creationId xmlns:a16="http://schemas.microsoft.com/office/drawing/2014/main" id="{F2C3D0F0-3DF8-4F86-5413-E0B681B6A8B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8600" y="-72562"/>
            <a:ext cx="12450000" cy="7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B994C5-7F13-497D-917B-F014225512A0}"/>
              </a:ext>
            </a:extLst>
          </p:cNvPr>
          <p:cNvSpPr/>
          <p:nvPr userDrawn="1"/>
        </p:nvSpPr>
        <p:spPr>
          <a:xfrm>
            <a:off x="577271" y="14593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E38C1-03DE-91D9-D265-A2C2AD9171CD}"/>
              </a:ext>
            </a:extLst>
          </p:cNvPr>
          <p:cNvSpPr/>
          <p:nvPr userDrawn="1"/>
        </p:nvSpPr>
        <p:spPr>
          <a:xfrm>
            <a:off x="577271" y="22444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0DEB4-09B8-6390-E097-CC105631A414}"/>
              </a:ext>
            </a:extLst>
          </p:cNvPr>
          <p:cNvSpPr/>
          <p:nvPr userDrawn="1"/>
        </p:nvSpPr>
        <p:spPr>
          <a:xfrm>
            <a:off x="577271" y="36310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54EB2-F5C2-22B7-F225-D82CD0261440}"/>
              </a:ext>
            </a:extLst>
          </p:cNvPr>
          <p:cNvSpPr/>
          <p:nvPr userDrawn="1"/>
        </p:nvSpPr>
        <p:spPr>
          <a:xfrm>
            <a:off x="577271" y="44161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3FDB45-8DB5-EA2D-122A-2E16BC129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850" y="1446213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Latihan </a:t>
            </a: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Koor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9E4F5A-A87C-7583-E41B-4B3AF5772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171" y="222430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Setiap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Minggu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70E468A-5494-0575-8022-B2A49824B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171" y="3621578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Chorübung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CC539DC-57C8-E1BB-31C6-D3539DE2E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171" y="440271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Jeden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Sonntag,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0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160441"/>
            <a:ext cx="5232400" cy="708025"/>
          </a:xfrm>
        </p:spPr>
        <p:txBody>
          <a:bodyPr/>
          <a:lstStyle>
            <a:lvl1pPr marL="114300" marR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lang="de-DE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 err="1"/>
              <a:t>Sabtu</a:t>
            </a:r>
            <a:r>
              <a:rPr lang="de-DE" dirty="0"/>
              <a:t> 15:30 CET</a:t>
            </a:r>
          </a:p>
          <a:p>
            <a:pPr lvl="0"/>
            <a:r>
              <a:rPr lang="de-DE" dirty="0"/>
              <a:t>Berner Heerweg 60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118105"/>
            <a:ext cx="5232400" cy="768350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Bibelstunde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 CEST </a:t>
            </a:r>
          </a:p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 Berner Heerweg 60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5610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5989618-EE8D-A309-7653-631BA609E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533D51C-0561-5F1F-FCCD-8256995D78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14:00 CET 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ABFA118-4DF0-EF68-D397-3ED8EB97B7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C35CC88-21D9-0F7A-6CD6-497149F3B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14:00 CET 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0D3E8F6D-30DC-482E-79BE-6690FC3025C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B8056ED0-F4FE-1FD4-AB71-92B5D53E0829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ACC59FA-B992-8699-DA02-89D40CE22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0729C6EF-DA83-8578-34F2-94023D0CC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, 16:00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5ADDBE3-13B6-8021-81C9-6A8AD75A7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A442C29-E40D-E5FB-E30E-1A8104FC3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42593426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87F95481-CA74-40CA-5714-18D7596BD8E5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A39875C0-16A3-04D5-2FDF-90553E3FC152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49E5F9C-13C6-ED13-4150-69BB0FC3C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&amp; </a:t>
            </a:r>
            <a:r>
              <a:rPr lang="de-DE" dirty="0" err="1"/>
              <a:t>Perjamuan</a:t>
            </a:r>
            <a:r>
              <a:rPr lang="de-DE" dirty="0"/>
              <a:t> Kudus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5BAB0EDF-C557-492D-A514-B4F6CB5FCB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9:00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12CFB36-C0B2-BD00-F702-23F25716B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Sonntagsgottesdienst &amp; Abendmahl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32D2238-D56C-2519-8D5C-642290813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</a:t>
            </a:r>
            <a:r>
              <a:rPr lang="de-DE"/>
              <a:t>, 9:00</a:t>
            </a:r>
            <a:endParaRPr lang="de-DE" dirty="0"/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6329251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7;p39">
            <a:extLst>
              <a:ext uri="{FF2B5EF4-FFF2-40B4-BE49-F238E27FC236}">
                <a16:creationId xmlns:a16="http://schemas.microsoft.com/office/drawing/2014/main" id="{84E5BCEA-7CAF-12C0-4D88-FFDD2B1323C4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677DE3C3-388C-0B09-7697-B3044CE13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11EB085-C5B6-4574-D0B7-F562710A31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11:00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9" name="Google Shape;507;p39">
            <a:extLst>
              <a:ext uri="{FF2B5EF4-FFF2-40B4-BE49-F238E27FC236}">
                <a16:creationId xmlns:a16="http://schemas.microsoft.com/office/drawing/2014/main" id="{168EF372-2FDC-9A44-0BC9-18415F4F1792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051E29E-1CDA-0969-AAA0-BE63D80A49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42EDF82-FB1A-2840-CC29-61D523A9F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11:00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31045812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39587C9D-9F04-439D-5590-7C582C2939A5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C12206A1-A367-92D5-348A-C8B9214535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461C005D-AF3C-A0CB-EAB5-8B1B9E28A0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15:30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6" name="Google Shape;507;p39">
            <a:extLst>
              <a:ext uri="{FF2B5EF4-FFF2-40B4-BE49-F238E27FC236}">
                <a16:creationId xmlns:a16="http://schemas.microsoft.com/office/drawing/2014/main" id="{3B5197AE-94B7-111D-E986-836F0EC54F5E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2E49088D-F882-800D-FE84-94F9A973F6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06877283-B79D-7BDC-CF59-F2C0F5DB27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26871254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507;p39">
            <a:extLst>
              <a:ext uri="{FF2B5EF4-FFF2-40B4-BE49-F238E27FC236}">
                <a16:creationId xmlns:a16="http://schemas.microsoft.com/office/drawing/2014/main" id="{66DCE902-0CF5-C96E-134A-329F0D642FE0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32E36152-3B8A-A4D3-5FE2-F3745B5A0C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DAB35957-4830-5188-DE75-08269B3B2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9:00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8" name="Google Shape;507;p39">
            <a:extLst>
              <a:ext uri="{FF2B5EF4-FFF2-40B4-BE49-F238E27FC236}">
                <a16:creationId xmlns:a16="http://schemas.microsoft.com/office/drawing/2014/main" id="{07869742-E182-2960-5EC4-DBA0527D0989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C678E55D-C69D-3910-7E65-61C3A602EC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C14B1A93-0DD5-EDA2-A06A-EFB42FF5E4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9:00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p39">
            <a:extLst>
              <a:ext uri="{FF2B5EF4-FFF2-40B4-BE49-F238E27FC236}">
                <a16:creationId xmlns:a16="http://schemas.microsoft.com/office/drawing/2014/main" id="{3148CB38-9A22-5DA5-8965-700C24FD8B6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69D8103A-A69B-B1CA-2987-689868AC3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B8AB7A4-37F9-8B47-8BA9-5C09F8330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16:00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2" name="Google Shape;507;p39">
            <a:extLst>
              <a:ext uri="{FF2B5EF4-FFF2-40B4-BE49-F238E27FC236}">
                <a16:creationId xmlns:a16="http://schemas.microsoft.com/office/drawing/2014/main" id="{AC618D34-EC52-7050-9752-391795323007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3BFBEE91-5810-A5BE-9B19-8FE79BEEC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FBF6D96-43BC-BF4E-B523-FFD9E84A0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6354984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708" r:id="rId26"/>
    <p:sldLayoutId id="2147483706" r:id="rId27"/>
    <p:sldLayoutId id="2147483722" r:id="rId28"/>
    <p:sldLayoutId id="2147483697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698" r:id="rId35"/>
    <p:sldLayoutId id="2147483716" r:id="rId36"/>
    <p:sldLayoutId id="2147483717" r:id="rId37"/>
    <p:sldLayoutId id="2147483719" r:id="rId38"/>
    <p:sldLayoutId id="2147483720" r:id="rId39"/>
    <p:sldLayoutId id="2147483700" r:id="rId40"/>
    <p:sldLayoutId id="2147483721" r:id="rId41"/>
    <p:sldLayoutId id="2147483707" r:id="rId42"/>
    <p:sldLayoutId id="2147483702" r:id="rId43"/>
    <p:sldLayoutId id="2147483703" r:id="rId44"/>
    <p:sldLayoutId id="2147483705" r:id="rId45"/>
    <p:sldLayoutId id="2147483701" r:id="rId46"/>
    <p:sldLayoutId id="2147483654" r:id="rId47"/>
    <p:sldLayoutId id="2147483655" r:id="rId48"/>
    <p:sldLayoutId id="2147483656" r:id="rId49"/>
    <p:sldLayoutId id="2147483657" r:id="rId50"/>
    <p:sldLayoutId id="2147483658" r:id="rId51"/>
    <p:sldLayoutId id="2147483659" r:id="rId5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Kejadian 1:2-3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1:2 : Und die Erde war wüst und leer, und es war finster auf der Tiefe; und der Geist Gottes schwebte auf dem Wasser.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1:2 : Bumi belum berbentuk dan kosong; gelap gulita menutupi samudera raya, dan Roh Allah melayang-layang di atas permukaan air.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1:3 : Und Gott sprach: Es werde Licht! und es ward Licht.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1:3 : Berfirmanlah Allah: "Jadilah terang." Lalu terang itu jadi.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Pfr.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21 April 2024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Malam &amp; </a:t>
            </a:r>
          </a:p>
          <a:p>
            <a:r>
              <a:t> 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Abendessen &amp; Gebetkreis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Jumat di Minggu Ganjil </a:t>
            </a:r>
          </a:p>
          <a:p>
            <a:r>
              <a:t> 18:30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Freitags der ungeraden Woche </a:t>
            </a:r>
          </a:p>
          <a:p>
            <a:r>
              <a:t> 18:30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Pemahaman Alkitab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15:00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Bibelstunde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Samstags, 15:00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Katekisasi Online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setiap 2 minggu, 13:00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Master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Sabtu minggu genap </a:t>
            </a:r>
          </a:p>
          <a:p>
            <a:r>
              <a:t> 14:00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Katekisasi Nikah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Pendaftaran: Thomas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Latihan Koor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Minggu, 14:00 - 15:00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Chorübung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Sonntags, 14:00 - 15:00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14:00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Sonntag, 14:00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Jeden Sonntag, 16:00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 &amp; Perjamuan Kudus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 &amp; Abendmahl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11:00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Sonntag, 11:00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15:30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Sonntagsschule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Sonntagsschule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Jeden Sonntag, 16:00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Roboto Condensed</vt:lpstr>
      <vt:lpstr>Roboto</vt:lpstr>
      <vt:lpstr>Arial</vt:lpstr>
      <vt:lpstr>Calibri</vt:lpstr>
      <vt:lpstr>Corsiva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53</cp:revision>
  <dcterms:created xsi:type="dcterms:W3CDTF">2021-05-09T21:05:28Z</dcterms:created>
  <dcterms:modified xsi:type="dcterms:W3CDTF">2024-04-21T20:27:24Z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