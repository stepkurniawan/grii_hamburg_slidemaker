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1" r:id="rId57"/>
    <p:sldId id="292" r:id="rId58"/>
    <p:sldId id="293" r:id="rId59"/>
    <p:sldId id="294" r:id="rId60"/>
    <p:sldId id="295" r:id="rId61"/>
    <p:sldId id="296" r:id="rId62"/>
    <p:sldId id="297" r:id="rId63"/>
    <p:sldId id="298" r:id="rId64"/>
    <p:sldId id="299" r:id="rId65"/>
    <p:sldId id="300" r:id="rId66"/>
    <p:sldId id="301" r:id="rId67"/>
    <p:sldId id="302" r:id="rId68"/>
    <p:sldId id="303" r:id="rId69"/>
    <p:sldId id="304" r:id="rId70"/>
    <p:sldId id="305" r:id="rId71"/>
    <p:sldId id="306" r:id="rId72"/>
    <p:sldId id="307" r:id="rId73"/>
    <p:sldId id="308" r:id="rId74"/>
    <p:sldId id="309" r:id="rId75"/>
    <p:sldId id="310" r:id="rId76"/>
    <p:sldId id="311" r:id="rId77"/>
    <p:sldId id="312" r:id="rId78"/>
    <p:sldId id="313" r:id="rId79"/>
    <p:sldId id="314" r:id="rId80"/>
    <p:sldId id="315" r:id="rId81"/>
    <p:sldId id="316" r:id="rId82"/>
    <p:sldId id="317" r:id="rId83"/>
    <p:sldId id="318" r:id="rId84"/>
    <p:sldId id="319" r:id="rId85"/>
    <p:sldId id="320" r:id="rId86"/>
    <p:sldId id="321" r:id="rId87"/>
    <p:sldId id="322" r:id="rId88"/>
    <p:sldId id="323" r:id="rId89"/>
    <p:sldId id="324" r:id="rId90"/>
    <p:sldId id="325" r:id="rId91"/>
    <p:sldId id="326" r:id="rId92"/>
    <p:sldId id="327" r:id="rId93"/>
    <p:sldId id="328" r:id="rId94"/>
    <p:sldId id="329" r:id="rId95"/>
    <p:sldId id="330" r:id="rId96"/>
    <p:sldId id="331" r:id="rId97"/>
    <p:sldId id="332" r:id="rId98"/>
    <p:sldId id="333" r:id="rId99"/>
    <p:sldId id="334" r:id="rId100"/>
    <p:sldId id="335" r:id="rId101"/>
    <p:sldId id="336" r:id="rId102"/>
    <p:sldId id="337" r:id="rId103"/>
    <p:sldId id="338" r:id="rId104"/>
    <p:sldId id="339" r:id="rId105"/>
    <p:sldId id="340" r:id="rId106"/>
    <p:sldId id="341" r:id="rId107"/>
    <p:sldId id="342" r:id="rId108"/>
    <p:sldId id="343" r:id="rId109"/>
    <p:sldId id="344" r:id="rId110"/>
    <p:sldId id="345" r:id="rId111"/>
    <p:sldId id="346" r:id="rId112"/>
    <p:sldId id="347" r:id="rId113"/>
    <p:sldId id="348" r:id="rId114"/>
    <p:sldId id="349" r:id="rId115"/>
    <p:sldId id="350" r:id="rId116"/>
    <p:sldId id="351" r:id="rId117"/>
    <p:sldId id="352" r:id="rId118"/>
    <p:sldId id="353" r:id="rId119"/>
    <p:sldId id="354" r:id="rId120"/>
    <p:sldId id="355" r:id="rId121"/>
    <p:sldId id="356" r:id="rId122"/>
    <p:sldId id="357" r:id="rId123"/>
    <p:sldId id="358" r:id="rId124"/>
    <p:sldId id="359" r:id="rId125"/>
    <p:sldId id="360" r:id="rId126"/>
  </p:sldIdLst>
  <p:sldSz cx="12192000" cy="6858000"/>
  <p:notesSz cx="6858000" cy="9144000"/>
  <p:embeddedFontLst>
    <p:embeddedFont>
      <p:font typeface="Corsiva" panose="020B0604020202020204" charset="0"/>
      <p:regular r:id="rId3"/>
      <p:bold r:id="rId4"/>
      <p:italic r:id="rId5"/>
      <p:boldItalic r:id="rId6"/>
    </p:embeddedFont>
    <p:embeddedFont>
      <p:font typeface="Roboto" panose="02000000000000000000" pitchFamily="2" charset="0"/>
      <p:regular r:id="rId7"/>
      <p:bold r:id="rId8"/>
      <p:italic r:id="rId9"/>
      <p:boldItalic r:id="rId10"/>
    </p:embeddedFont>
    <p:embeddedFont>
      <p:font typeface="Roboto Condensed" panose="02000000000000000000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24BDAD-C02D-4ECC-879F-E5D510CDC487}" v="16" dt="2024-06-01T09:23:39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2753"/>
    <p:restoredTop sz="94692"/>
  </p:normalViewPr>
  <p:slideViewPr>
    <p:cSldViewPr snapToGrid="0">
      <p:cViewPr varScale="1">
        <p:scale>
          <a:sx n="84" d="100"/>
          <a:sy n="84" d="100"/>
        </p:scale>
        <p:origin x="6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font" Target="fonts/font8.fntdata"/><Relationship Id="rId100" Type="http://schemas.openxmlformats.org/officeDocument/2006/relationships/slide" Target="slides/slide79.xml"/><Relationship Id="rId101" Type="http://schemas.openxmlformats.org/officeDocument/2006/relationships/slide" Target="slides/slide80.xml"/><Relationship Id="rId102" Type="http://schemas.openxmlformats.org/officeDocument/2006/relationships/slide" Target="slides/slide81.xml"/><Relationship Id="rId103" Type="http://schemas.openxmlformats.org/officeDocument/2006/relationships/slide" Target="slides/slide82.xml"/><Relationship Id="rId104" Type="http://schemas.openxmlformats.org/officeDocument/2006/relationships/slide" Target="slides/slide83.xml"/><Relationship Id="rId105" Type="http://schemas.openxmlformats.org/officeDocument/2006/relationships/slide" Target="slides/slide84.xml"/><Relationship Id="rId106" Type="http://schemas.openxmlformats.org/officeDocument/2006/relationships/slide" Target="slides/slide85.xml"/><Relationship Id="rId107" Type="http://schemas.openxmlformats.org/officeDocument/2006/relationships/slide" Target="slides/slide86.xml"/><Relationship Id="rId108" Type="http://schemas.openxmlformats.org/officeDocument/2006/relationships/slide" Target="slides/slide87.xml"/><Relationship Id="rId109" Type="http://schemas.openxmlformats.org/officeDocument/2006/relationships/slide" Target="slides/slide88.xml"/><Relationship Id="rId11" Type="http://schemas.openxmlformats.org/officeDocument/2006/relationships/font" Target="fonts/font9.fntdata"/><Relationship Id="rId110" Type="http://schemas.openxmlformats.org/officeDocument/2006/relationships/slide" Target="slides/slide89.xml"/><Relationship Id="rId111" Type="http://schemas.openxmlformats.org/officeDocument/2006/relationships/slide" Target="slides/slide90.xml"/><Relationship Id="rId112" Type="http://schemas.openxmlformats.org/officeDocument/2006/relationships/slide" Target="slides/slide91.xml"/><Relationship Id="rId113" Type="http://schemas.openxmlformats.org/officeDocument/2006/relationships/slide" Target="slides/slide92.xml"/><Relationship Id="rId114" Type="http://schemas.openxmlformats.org/officeDocument/2006/relationships/slide" Target="slides/slide93.xml"/><Relationship Id="rId115" Type="http://schemas.openxmlformats.org/officeDocument/2006/relationships/slide" Target="slides/slide94.xml"/><Relationship Id="rId116" Type="http://schemas.openxmlformats.org/officeDocument/2006/relationships/slide" Target="slides/slide95.xml"/><Relationship Id="rId117" Type="http://schemas.openxmlformats.org/officeDocument/2006/relationships/slide" Target="slides/slide96.xml"/><Relationship Id="rId118" Type="http://schemas.openxmlformats.org/officeDocument/2006/relationships/slide" Target="slides/slide97.xml"/><Relationship Id="rId119" Type="http://schemas.openxmlformats.org/officeDocument/2006/relationships/slide" Target="slides/slide98.xml"/><Relationship Id="rId12" Type="http://schemas.openxmlformats.org/officeDocument/2006/relationships/font" Target="fonts/font10.fntdata"/><Relationship Id="rId120" Type="http://schemas.openxmlformats.org/officeDocument/2006/relationships/slide" Target="slides/slide99.xml"/><Relationship Id="rId121" Type="http://schemas.openxmlformats.org/officeDocument/2006/relationships/slide" Target="slides/slide100.xml"/><Relationship Id="rId122" Type="http://schemas.openxmlformats.org/officeDocument/2006/relationships/slide" Target="slides/slide101.xml"/><Relationship Id="rId123" Type="http://schemas.openxmlformats.org/officeDocument/2006/relationships/slide" Target="slides/slide102.xml"/><Relationship Id="rId124" Type="http://schemas.openxmlformats.org/officeDocument/2006/relationships/slide" Target="slides/slide103.xml"/><Relationship Id="rId125" Type="http://schemas.openxmlformats.org/officeDocument/2006/relationships/slide" Target="slides/slide104.xml"/><Relationship Id="rId126" Type="http://schemas.openxmlformats.org/officeDocument/2006/relationships/slide" Target="slides/slide105.xml"/><Relationship Id="rId13" Type="http://schemas.openxmlformats.org/officeDocument/2006/relationships/font" Target="fonts/font11.fntdata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Relationship Id="rId14" Type="http://schemas.openxmlformats.org/officeDocument/2006/relationships/font" Target="fonts/font12.fntdata"/><Relationship Id="rId2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" Type="http://schemas.openxmlformats.org/officeDocument/2006/relationships/font" Target="fonts/font1.fntdata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" Type="http://schemas.openxmlformats.org/officeDocument/2006/relationships/font" Target="fonts/font2.fntdata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Relationship Id="rId45" Type="http://schemas.openxmlformats.org/officeDocument/2006/relationships/slide" Target="slides/slide24.xml"/><Relationship Id="rId46" Type="http://schemas.openxmlformats.org/officeDocument/2006/relationships/slide" Target="slides/slide25.xml"/><Relationship Id="rId47" Type="http://schemas.openxmlformats.org/officeDocument/2006/relationships/slide" Target="slides/slide26.xml"/><Relationship Id="rId48" Type="http://schemas.openxmlformats.org/officeDocument/2006/relationships/slide" Target="slides/slide27.xml"/><Relationship Id="rId49" Type="http://schemas.openxmlformats.org/officeDocument/2006/relationships/slide" Target="slides/slide28.xml"/><Relationship Id="rId5" Type="http://schemas.openxmlformats.org/officeDocument/2006/relationships/font" Target="fonts/font3.fntdata"/><Relationship Id="rId50" Type="http://schemas.openxmlformats.org/officeDocument/2006/relationships/slide" Target="slides/slide29.xml"/><Relationship Id="rId51" Type="http://schemas.openxmlformats.org/officeDocument/2006/relationships/slide" Target="slides/slide30.xml"/><Relationship Id="rId52" Type="http://schemas.openxmlformats.org/officeDocument/2006/relationships/slide" Target="slides/slide31.xml"/><Relationship Id="rId53" Type="http://schemas.openxmlformats.org/officeDocument/2006/relationships/slide" Target="slides/slide32.xml"/><Relationship Id="rId54" Type="http://schemas.openxmlformats.org/officeDocument/2006/relationships/slide" Target="slides/slide33.xml"/><Relationship Id="rId55" Type="http://schemas.openxmlformats.org/officeDocument/2006/relationships/slide" Target="slides/slide34.xml"/><Relationship Id="rId56" Type="http://schemas.openxmlformats.org/officeDocument/2006/relationships/slide" Target="slides/slide35.xml"/><Relationship Id="rId57" Type="http://schemas.openxmlformats.org/officeDocument/2006/relationships/slide" Target="slides/slide36.xml"/><Relationship Id="rId58" Type="http://schemas.openxmlformats.org/officeDocument/2006/relationships/slide" Target="slides/slide37.xml"/><Relationship Id="rId59" Type="http://schemas.openxmlformats.org/officeDocument/2006/relationships/slide" Target="slides/slide38.xml"/><Relationship Id="rId6" Type="http://schemas.openxmlformats.org/officeDocument/2006/relationships/font" Target="fonts/font4.fntdata"/><Relationship Id="rId60" Type="http://schemas.openxmlformats.org/officeDocument/2006/relationships/slide" Target="slides/slide39.xml"/><Relationship Id="rId61" Type="http://schemas.openxmlformats.org/officeDocument/2006/relationships/slide" Target="slides/slide40.xml"/><Relationship Id="rId62" Type="http://schemas.openxmlformats.org/officeDocument/2006/relationships/slide" Target="slides/slide41.xml"/><Relationship Id="rId63" Type="http://schemas.openxmlformats.org/officeDocument/2006/relationships/slide" Target="slides/slide42.xml"/><Relationship Id="rId64" Type="http://schemas.openxmlformats.org/officeDocument/2006/relationships/slide" Target="slides/slide43.xml"/><Relationship Id="rId65" Type="http://schemas.openxmlformats.org/officeDocument/2006/relationships/slide" Target="slides/slide44.xml"/><Relationship Id="rId66" Type="http://schemas.openxmlformats.org/officeDocument/2006/relationships/slide" Target="slides/slide45.xml"/><Relationship Id="rId67" Type="http://schemas.openxmlformats.org/officeDocument/2006/relationships/slide" Target="slides/slide46.xml"/><Relationship Id="rId68" Type="http://schemas.openxmlformats.org/officeDocument/2006/relationships/slide" Target="slides/slide47.xml"/><Relationship Id="rId69" Type="http://schemas.openxmlformats.org/officeDocument/2006/relationships/slide" Target="slides/slide48.xml"/><Relationship Id="rId7" Type="http://schemas.openxmlformats.org/officeDocument/2006/relationships/font" Target="fonts/font5.fntdata"/><Relationship Id="rId70" Type="http://schemas.openxmlformats.org/officeDocument/2006/relationships/slide" Target="slides/slide49.xml"/><Relationship Id="rId71" Type="http://schemas.openxmlformats.org/officeDocument/2006/relationships/slide" Target="slides/slide50.xml"/><Relationship Id="rId72" Type="http://schemas.openxmlformats.org/officeDocument/2006/relationships/slide" Target="slides/slide51.xml"/><Relationship Id="rId73" Type="http://schemas.openxmlformats.org/officeDocument/2006/relationships/slide" Target="slides/slide52.xml"/><Relationship Id="rId74" Type="http://schemas.openxmlformats.org/officeDocument/2006/relationships/slide" Target="slides/slide53.xml"/><Relationship Id="rId75" Type="http://schemas.openxmlformats.org/officeDocument/2006/relationships/slide" Target="slides/slide54.xml"/><Relationship Id="rId76" Type="http://schemas.openxmlformats.org/officeDocument/2006/relationships/slide" Target="slides/slide55.xml"/><Relationship Id="rId77" Type="http://schemas.openxmlformats.org/officeDocument/2006/relationships/slide" Target="slides/slide56.xml"/><Relationship Id="rId78" Type="http://schemas.openxmlformats.org/officeDocument/2006/relationships/slide" Target="slides/slide57.xml"/><Relationship Id="rId79" Type="http://schemas.openxmlformats.org/officeDocument/2006/relationships/slide" Target="slides/slide58.xml"/><Relationship Id="rId8" Type="http://schemas.openxmlformats.org/officeDocument/2006/relationships/font" Target="fonts/font6.fntdata"/><Relationship Id="rId80" Type="http://schemas.openxmlformats.org/officeDocument/2006/relationships/slide" Target="slides/slide59.xml"/><Relationship Id="rId81" Type="http://schemas.openxmlformats.org/officeDocument/2006/relationships/slide" Target="slides/slide60.xml"/><Relationship Id="rId82" Type="http://schemas.openxmlformats.org/officeDocument/2006/relationships/slide" Target="slides/slide61.xml"/><Relationship Id="rId83" Type="http://schemas.openxmlformats.org/officeDocument/2006/relationships/slide" Target="slides/slide62.xml"/><Relationship Id="rId84" Type="http://schemas.openxmlformats.org/officeDocument/2006/relationships/slide" Target="slides/slide63.xml"/><Relationship Id="rId85" Type="http://schemas.openxmlformats.org/officeDocument/2006/relationships/slide" Target="slides/slide64.xml"/><Relationship Id="rId86" Type="http://schemas.openxmlformats.org/officeDocument/2006/relationships/slide" Target="slides/slide65.xml"/><Relationship Id="rId87" Type="http://schemas.openxmlformats.org/officeDocument/2006/relationships/slide" Target="slides/slide66.xml"/><Relationship Id="rId88" Type="http://schemas.openxmlformats.org/officeDocument/2006/relationships/slide" Target="slides/slide67.xml"/><Relationship Id="rId89" Type="http://schemas.openxmlformats.org/officeDocument/2006/relationships/slide" Target="slides/slide68.xml"/><Relationship Id="rId9" Type="http://schemas.openxmlformats.org/officeDocument/2006/relationships/font" Target="fonts/font7.fntdata"/><Relationship Id="rId90" Type="http://schemas.openxmlformats.org/officeDocument/2006/relationships/slide" Target="slides/slide69.xml"/><Relationship Id="rId91" Type="http://schemas.openxmlformats.org/officeDocument/2006/relationships/slide" Target="slides/slide70.xml"/><Relationship Id="rId92" Type="http://schemas.openxmlformats.org/officeDocument/2006/relationships/slide" Target="slides/slide71.xml"/><Relationship Id="rId93" Type="http://schemas.openxmlformats.org/officeDocument/2006/relationships/slide" Target="slides/slide72.xml"/><Relationship Id="rId94" Type="http://schemas.openxmlformats.org/officeDocument/2006/relationships/slide" Target="slides/slide73.xml"/><Relationship Id="rId95" Type="http://schemas.openxmlformats.org/officeDocument/2006/relationships/slide" Target="slides/slide74.xml"/><Relationship Id="rId96" Type="http://schemas.openxmlformats.org/officeDocument/2006/relationships/slide" Target="slides/slide75.xml"/><Relationship Id="rId97" Type="http://schemas.openxmlformats.org/officeDocument/2006/relationships/slide" Target="slides/slide76.xml"/><Relationship Id="rId98" Type="http://schemas.openxmlformats.org/officeDocument/2006/relationships/slide" Target="slides/slide77.xml"/><Relationship Id="rId99" Type="http://schemas.openxmlformats.org/officeDocument/2006/relationships/slide" Target="slides/slide7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Kurniawan" userId="98a6f147-1caf-47f2-8e74-24cd4be6d7bf" providerId="ADAL" clId="{8324BDAD-C02D-4ECC-879F-E5D510CDC487}"/>
    <pc:docChg chg="undo custSel modMainMaster">
      <pc:chgData name="Stephen Kurniawan" userId="98a6f147-1caf-47f2-8e74-24cd4be6d7bf" providerId="ADAL" clId="{8324BDAD-C02D-4ECC-879F-E5D510CDC487}" dt="2024-06-01T09:23:39.212" v="42" actId="255"/>
      <pc:docMkLst>
        <pc:docMk/>
      </pc:docMkLst>
      <pc:sldMasterChg chg="modSldLayout">
        <pc:chgData name="Stephen Kurniawan" userId="98a6f147-1caf-47f2-8e74-24cd4be6d7bf" providerId="ADAL" clId="{8324BDAD-C02D-4ECC-879F-E5D510CDC487}" dt="2024-06-01T09:23:39.212" v="42" actId="255"/>
        <pc:sldMasterMkLst>
          <pc:docMk/>
          <pc:sldMasterMk cId="0" sldId="2147483648"/>
        </pc:sldMasterMkLst>
        <pc:sldLayoutChg chg="addSp delSp modSp mod">
          <pc:chgData name="Stephen Kurniawan" userId="98a6f147-1caf-47f2-8e74-24cd4be6d7bf" providerId="ADAL" clId="{8324BDAD-C02D-4ECC-879F-E5D510CDC487}" dt="2024-06-01T09:23:39.212" v="42" actId="255"/>
          <pc:sldLayoutMkLst>
            <pc:docMk/>
            <pc:sldMasterMk cId="0" sldId="2147483648"/>
            <pc:sldLayoutMk cId="4212968070" sldId="2147483673"/>
          </pc:sldLayoutMkLst>
          <pc:spChg chg="add mod">
            <ac:chgData name="Stephen Kurniawan" userId="98a6f147-1caf-47f2-8e74-24cd4be6d7bf" providerId="ADAL" clId="{8324BDAD-C02D-4ECC-879F-E5D510CDC487}" dt="2024-06-01T09:22:29.836" v="2" actId="1076"/>
            <ac:spMkLst>
              <pc:docMk/>
              <pc:sldMasterMk cId="0" sldId="2147483648"/>
              <pc:sldLayoutMk cId="4212968070" sldId="2147483673"/>
              <ac:spMk id="2" creationId="{33829CB6-9D94-AD17-53A3-49B496134172}"/>
            </ac:spMkLst>
          </pc:spChg>
          <pc:spChg chg="add del">
            <ac:chgData name="Stephen Kurniawan" userId="98a6f147-1caf-47f2-8e74-24cd4be6d7bf" providerId="ADAL" clId="{8324BDAD-C02D-4ECC-879F-E5D510CDC487}" dt="2024-06-01T09:22:48.866" v="3" actId="11529"/>
            <ac:spMkLst>
              <pc:docMk/>
              <pc:sldMasterMk cId="0" sldId="2147483648"/>
              <pc:sldLayoutMk cId="4212968070" sldId="2147483673"/>
              <ac:spMk id="4" creationId="{C5A944F5-E4C0-49D4-CB9B-9132C1737C3C}"/>
            </ac:spMkLst>
          </pc:spChg>
          <pc:spChg chg="add mod">
            <ac:chgData name="Stephen Kurniawan" userId="98a6f147-1caf-47f2-8e74-24cd4be6d7bf" providerId="ADAL" clId="{8324BDAD-C02D-4ECC-879F-E5D510CDC487}" dt="2024-06-01T09:23:39.212" v="42" actId="255"/>
            <ac:spMkLst>
              <pc:docMk/>
              <pc:sldMasterMk cId="0" sldId="2147483648"/>
              <pc:sldLayoutMk cId="4212968070" sldId="2147483673"/>
              <ac:spMk id="5" creationId="{93C8EA97-1460-4A9F-87D8-B56EB8B62287}"/>
            </ac:spMkLst>
          </pc:spChg>
        </pc:sldLayoutChg>
      </pc:sldMasterChg>
    </pc:docChg>
  </pc:docChgLst>
  <pc:docChgLst>
    <pc:chgData name="Artanago, Kenwyn" userId="280bbbef-73a8-4da2-b05f-60f93405c8ba" providerId="ADAL" clId="{7A0A163C-5BAC-46C4-B51C-B27C04650638}"/>
    <pc:docChg chg="undo custSel addSld delSld modSld sldOrd modMainMaster">
      <pc:chgData name="Artanago, Kenwyn" userId="280bbbef-73a8-4da2-b05f-60f93405c8ba" providerId="ADAL" clId="{7A0A163C-5BAC-46C4-B51C-B27C04650638}" dt="2023-07-16T09:26:25.532" v="454" actId="729"/>
      <pc:docMkLst>
        <pc:docMk/>
      </pc:docMkLst>
      <pc:sldChg chg="addSp modSp mod">
        <pc:chgData name="Artanago, Kenwyn" userId="280bbbef-73a8-4da2-b05f-60f93405c8ba" providerId="ADAL" clId="{7A0A163C-5BAC-46C4-B51C-B27C04650638}" dt="2023-07-16T08:04:42.149" v="4" actId="27614"/>
        <pc:sldMkLst>
          <pc:docMk/>
          <pc:sldMk cId="1368488424" sldId="258"/>
        </pc:sldMkLst>
        <pc:picChg chg="add mod">
          <ac:chgData name="Artanago, Kenwyn" userId="280bbbef-73a8-4da2-b05f-60f93405c8ba" providerId="ADAL" clId="{7A0A163C-5BAC-46C4-B51C-B27C04650638}" dt="2023-07-16T08:04:42.149" v="4" actId="27614"/>
          <ac:picMkLst>
            <pc:docMk/>
            <pc:sldMk cId="1368488424" sldId="258"/>
            <ac:picMk id="5" creationId="{A9540718-E3AD-4C61-A94A-262FADD42A4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5.032" v="7" actId="962"/>
        <pc:sldMkLst>
          <pc:docMk/>
          <pc:sldMk cId="1199899211" sldId="259"/>
        </pc:sldMkLst>
        <pc:picChg chg="add mod">
          <ac:chgData name="Artanago, Kenwyn" userId="280bbbef-73a8-4da2-b05f-60f93405c8ba" providerId="ADAL" clId="{7A0A163C-5BAC-46C4-B51C-B27C04650638}" dt="2023-07-16T08:04:45.032" v="7" actId="962"/>
          <ac:picMkLst>
            <pc:docMk/>
            <pc:sldMk cId="1199899211" sldId="259"/>
            <ac:picMk id="5" creationId="{421BEB6B-2C09-4977-A9EB-711A5F47280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8.376" v="10" actId="962"/>
        <pc:sldMkLst>
          <pc:docMk/>
          <pc:sldMk cId="2932496729" sldId="260"/>
        </pc:sldMkLst>
        <pc:picChg chg="add mod">
          <ac:chgData name="Artanago, Kenwyn" userId="280bbbef-73a8-4da2-b05f-60f93405c8ba" providerId="ADAL" clId="{7A0A163C-5BAC-46C4-B51C-B27C04650638}" dt="2023-07-16T08:04:48.376" v="10" actId="962"/>
          <ac:picMkLst>
            <pc:docMk/>
            <pc:sldMk cId="2932496729" sldId="260"/>
            <ac:picMk id="5" creationId="{B83D3DC2-8B0B-4BB0-B71C-93E9C3016FD8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2.024" v="13" actId="962"/>
        <pc:sldMkLst>
          <pc:docMk/>
          <pc:sldMk cId="0" sldId="261"/>
        </pc:sldMkLst>
        <pc:picChg chg="add mod">
          <ac:chgData name="Artanago, Kenwyn" userId="280bbbef-73a8-4da2-b05f-60f93405c8ba" providerId="ADAL" clId="{7A0A163C-5BAC-46C4-B51C-B27C04650638}" dt="2023-07-16T08:04:52.024" v="13" actId="962"/>
          <ac:picMkLst>
            <pc:docMk/>
            <pc:sldMk cId="0" sldId="261"/>
            <ac:picMk id="6" creationId="{DE4233D7-8AA5-4DCB-B582-03E6C558FD3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6.273" v="15" actId="27614"/>
        <pc:sldMkLst>
          <pc:docMk/>
          <pc:sldMk cId="0" sldId="262"/>
        </pc:sldMkLst>
        <pc:picChg chg="add mod">
          <ac:chgData name="Artanago, Kenwyn" userId="280bbbef-73a8-4da2-b05f-60f93405c8ba" providerId="ADAL" clId="{7A0A163C-5BAC-46C4-B51C-B27C04650638}" dt="2023-07-16T08:04:56.273" v="15" actId="27614"/>
          <ac:picMkLst>
            <pc:docMk/>
            <pc:sldMk cId="0" sldId="262"/>
            <ac:picMk id="6" creationId="{88888088-E6FF-4595-BE2F-A597A04E1D3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0.250" v="18" actId="962"/>
        <pc:sldMkLst>
          <pc:docMk/>
          <pc:sldMk cId="0" sldId="263"/>
        </pc:sldMkLst>
        <pc:picChg chg="add mod">
          <ac:chgData name="Artanago, Kenwyn" userId="280bbbef-73a8-4da2-b05f-60f93405c8ba" providerId="ADAL" clId="{7A0A163C-5BAC-46C4-B51C-B27C04650638}" dt="2023-07-16T08:05:00.250" v="18" actId="962"/>
          <ac:picMkLst>
            <pc:docMk/>
            <pc:sldMk cId="0" sldId="263"/>
            <ac:picMk id="6" creationId="{F16C39DC-9BD2-4880-9D07-F8E942AE7C1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4.224" v="21" actId="962"/>
        <pc:sldMkLst>
          <pc:docMk/>
          <pc:sldMk cId="0" sldId="264"/>
        </pc:sldMkLst>
        <pc:picChg chg="add mod">
          <ac:chgData name="Artanago, Kenwyn" userId="280bbbef-73a8-4da2-b05f-60f93405c8ba" providerId="ADAL" clId="{7A0A163C-5BAC-46C4-B51C-B27C04650638}" dt="2023-07-16T08:05:04.224" v="21" actId="962"/>
          <ac:picMkLst>
            <pc:docMk/>
            <pc:sldMk cId="0" sldId="264"/>
            <ac:picMk id="6" creationId="{22C73110-7AF0-4838-8F44-3DFFD168113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8.019" v="24" actId="962"/>
        <pc:sldMkLst>
          <pc:docMk/>
          <pc:sldMk cId="0" sldId="265"/>
        </pc:sldMkLst>
        <pc:picChg chg="add mod">
          <ac:chgData name="Artanago, Kenwyn" userId="280bbbef-73a8-4da2-b05f-60f93405c8ba" providerId="ADAL" clId="{7A0A163C-5BAC-46C4-B51C-B27C04650638}" dt="2023-07-16T08:05:08.019" v="24" actId="962"/>
          <ac:picMkLst>
            <pc:docMk/>
            <pc:sldMk cId="0" sldId="265"/>
            <ac:picMk id="6" creationId="{D58DB986-C50F-4C0C-AFC4-E9029C1FA17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1.910" v="27" actId="962"/>
        <pc:sldMkLst>
          <pc:docMk/>
          <pc:sldMk cId="0" sldId="266"/>
        </pc:sldMkLst>
        <pc:picChg chg="add mod">
          <ac:chgData name="Artanago, Kenwyn" userId="280bbbef-73a8-4da2-b05f-60f93405c8ba" providerId="ADAL" clId="{7A0A163C-5BAC-46C4-B51C-B27C04650638}" dt="2023-07-16T08:05:11.910" v="27" actId="962"/>
          <ac:picMkLst>
            <pc:docMk/>
            <pc:sldMk cId="0" sldId="266"/>
            <ac:picMk id="6" creationId="{44422C44-C731-47E0-A8C8-22998B7197B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8.136" v="30" actId="962"/>
        <pc:sldMkLst>
          <pc:docMk/>
          <pc:sldMk cId="0" sldId="267"/>
        </pc:sldMkLst>
        <pc:picChg chg="add mod">
          <ac:chgData name="Artanago, Kenwyn" userId="280bbbef-73a8-4da2-b05f-60f93405c8ba" providerId="ADAL" clId="{7A0A163C-5BAC-46C4-B51C-B27C04650638}" dt="2023-07-16T08:05:18.136" v="30" actId="962"/>
          <ac:picMkLst>
            <pc:docMk/>
            <pc:sldMk cId="0" sldId="267"/>
            <ac:picMk id="6" creationId="{8EE7F937-AD36-496F-B201-5F668FEC83A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2.501" v="33" actId="962"/>
        <pc:sldMkLst>
          <pc:docMk/>
          <pc:sldMk cId="0" sldId="268"/>
        </pc:sldMkLst>
        <pc:picChg chg="add mod">
          <ac:chgData name="Artanago, Kenwyn" userId="280bbbef-73a8-4da2-b05f-60f93405c8ba" providerId="ADAL" clId="{7A0A163C-5BAC-46C4-B51C-B27C04650638}" dt="2023-07-16T08:05:22.501" v="33" actId="962"/>
          <ac:picMkLst>
            <pc:docMk/>
            <pc:sldMk cId="0" sldId="268"/>
            <ac:picMk id="6" creationId="{CA0E0886-6750-4025-999D-F0AB43AED55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7.207" v="36" actId="962"/>
        <pc:sldMkLst>
          <pc:docMk/>
          <pc:sldMk cId="0" sldId="269"/>
        </pc:sldMkLst>
        <pc:picChg chg="add mod">
          <ac:chgData name="Artanago, Kenwyn" userId="280bbbef-73a8-4da2-b05f-60f93405c8ba" providerId="ADAL" clId="{7A0A163C-5BAC-46C4-B51C-B27C04650638}" dt="2023-07-16T08:05:27.207" v="36" actId="962"/>
          <ac:picMkLst>
            <pc:docMk/>
            <pc:sldMk cId="0" sldId="269"/>
            <ac:picMk id="6" creationId="{C1ACC2CA-C52B-4FA7-8499-FD37CEC17D1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47.431" v="39" actId="962"/>
        <pc:sldMkLst>
          <pc:docMk/>
          <pc:sldMk cId="0" sldId="271"/>
        </pc:sldMkLst>
        <pc:picChg chg="add mod">
          <ac:chgData name="Artanago, Kenwyn" userId="280bbbef-73a8-4da2-b05f-60f93405c8ba" providerId="ADAL" clId="{7A0A163C-5BAC-46C4-B51C-B27C04650638}" dt="2023-07-16T08:05:47.431" v="39" actId="962"/>
          <ac:picMkLst>
            <pc:docMk/>
            <pc:sldMk cId="0" sldId="271"/>
            <ac:picMk id="5" creationId="{4E2D619B-3021-4431-81F5-A26B08F775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55.762" v="45" actId="962"/>
        <pc:sldMkLst>
          <pc:docMk/>
          <pc:sldMk cId="0" sldId="272"/>
        </pc:sldMkLst>
        <pc:picChg chg="add mod">
          <ac:chgData name="Artanago, Kenwyn" userId="280bbbef-73a8-4da2-b05f-60f93405c8ba" providerId="ADAL" clId="{7A0A163C-5BAC-46C4-B51C-B27C04650638}" dt="2023-07-16T08:05:52.539" v="42" actId="962"/>
          <ac:picMkLst>
            <pc:docMk/>
            <pc:sldMk cId="0" sldId="272"/>
            <ac:picMk id="6" creationId="{E5B8E278-73FA-4F16-B04B-D3B1692E9CEA}"/>
          </ac:picMkLst>
        </pc:picChg>
        <pc:picChg chg="add mod">
          <ac:chgData name="Artanago, Kenwyn" userId="280bbbef-73a8-4da2-b05f-60f93405c8ba" providerId="ADAL" clId="{7A0A163C-5BAC-46C4-B51C-B27C04650638}" dt="2023-07-16T08:05:55.762" v="45" actId="962"/>
          <ac:picMkLst>
            <pc:docMk/>
            <pc:sldMk cId="0" sldId="272"/>
            <ac:picMk id="8" creationId="{DB8F484A-028C-4FF1-8B8B-E4ECA9547DE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0.622" v="48" actId="962"/>
        <pc:sldMkLst>
          <pc:docMk/>
          <pc:sldMk cId="0" sldId="273"/>
        </pc:sldMkLst>
        <pc:picChg chg="add mod">
          <ac:chgData name="Artanago, Kenwyn" userId="280bbbef-73a8-4da2-b05f-60f93405c8ba" providerId="ADAL" clId="{7A0A163C-5BAC-46C4-B51C-B27C04650638}" dt="2023-07-16T08:06:00.622" v="48" actId="962"/>
          <ac:picMkLst>
            <pc:docMk/>
            <pc:sldMk cId="0" sldId="273"/>
            <ac:picMk id="6" creationId="{E9BDB2D3-EB97-4C09-8DF9-9EFF4855250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4.980" v="51" actId="962"/>
        <pc:sldMkLst>
          <pc:docMk/>
          <pc:sldMk cId="0" sldId="274"/>
        </pc:sldMkLst>
        <pc:picChg chg="add mod">
          <ac:chgData name="Artanago, Kenwyn" userId="280bbbef-73a8-4da2-b05f-60f93405c8ba" providerId="ADAL" clId="{7A0A163C-5BAC-46C4-B51C-B27C04650638}" dt="2023-07-16T08:06:04.980" v="51" actId="962"/>
          <ac:picMkLst>
            <pc:docMk/>
            <pc:sldMk cId="0" sldId="274"/>
            <ac:picMk id="6" creationId="{882D19AE-1DE2-431A-90D3-5854848F319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9.325" v="54" actId="962"/>
        <pc:sldMkLst>
          <pc:docMk/>
          <pc:sldMk cId="0" sldId="275"/>
        </pc:sldMkLst>
        <pc:picChg chg="add mod">
          <ac:chgData name="Artanago, Kenwyn" userId="280bbbef-73a8-4da2-b05f-60f93405c8ba" providerId="ADAL" clId="{7A0A163C-5BAC-46C4-B51C-B27C04650638}" dt="2023-07-16T08:06:09.325" v="54" actId="962"/>
          <ac:picMkLst>
            <pc:docMk/>
            <pc:sldMk cId="0" sldId="275"/>
            <ac:picMk id="6" creationId="{7C075448-7C96-456D-BC1B-84CB1BC1846D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14.011" v="57" actId="962"/>
        <pc:sldMkLst>
          <pc:docMk/>
          <pc:sldMk cId="0" sldId="276"/>
        </pc:sldMkLst>
        <pc:picChg chg="add mod">
          <ac:chgData name="Artanago, Kenwyn" userId="280bbbef-73a8-4da2-b05f-60f93405c8ba" providerId="ADAL" clId="{7A0A163C-5BAC-46C4-B51C-B27C04650638}" dt="2023-07-16T08:06:14.011" v="57" actId="962"/>
          <ac:picMkLst>
            <pc:docMk/>
            <pc:sldMk cId="0" sldId="276"/>
            <ac:picMk id="6" creationId="{B512A7EE-E12B-4D78-AE06-1523029184CA}"/>
          </ac:picMkLst>
        </pc:picChg>
      </pc:sldChg>
      <pc:sldChg chg="modSp mod">
        <pc:chgData name="Artanago, Kenwyn" userId="280bbbef-73a8-4da2-b05f-60f93405c8ba" providerId="ADAL" clId="{7A0A163C-5BAC-46C4-B51C-B27C04650638}" dt="2023-07-16T08:07:52.208" v="85" actId="20577"/>
        <pc:sldMkLst>
          <pc:docMk/>
          <pc:sldMk cId="0" sldId="283"/>
        </pc:sldMkLst>
        <pc:spChg chg="mod">
          <ac:chgData name="Artanago, Kenwyn" userId="280bbbef-73a8-4da2-b05f-60f93405c8ba" providerId="ADAL" clId="{7A0A163C-5BAC-46C4-B51C-B27C04650638}" dt="2023-07-16T08:07:52.208" v="85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58.889" v="166"/>
        <pc:sldMkLst>
          <pc:docMk/>
          <pc:sldMk cId="0" sldId="284"/>
        </pc:sldMkLst>
        <pc:spChg chg="mod">
          <ac:chgData name="Artanago, Kenwyn" userId="280bbbef-73a8-4da2-b05f-60f93405c8ba" providerId="ADAL" clId="{7A0A163C-5BAC-46C4-B51C-B27C04650638}" dt="2023-07-16T08:15:58.889" v="166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47.861" v="163"/>
        <pc:sldMkLst>
          <pc:docMk/>
          <pc:sldMk cId="0" sldId="285"/>
        </pc:sldMkLst>
        <pc:spChg chg="mod">
          <ac:chgData name="Artanago, Kenwyn" userId="280bbbef-73a8-4da2-b05f-60f93405c8ba" providerId="ADAL" clId="{7A0A163C-5BAC-46C4-B51C-B27C04650638}" dt="2023-07-16T08:15:47.861" v="163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32.079" v="160"/>
        <pc:sldMkLst>
          <pc:docMk/>
          <pc:sldMk cId="0" sldId="286"/>
        </pc:sldMkLst>
        <pc:spChg chg="mod">
          <ac:chgData name="Artanago, Kenwyn" userId="280bbbef-73a8-4da2-b05f-60f93405c8ba" providerId="ADAL" clId="{7A0A163C-5BAC-46C4-B51C-B27C04650638}" dt="2023-07-16T08:15:32.079" v="160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11.407" v="157"/>
        <pc:sldMkLst>
          <pc:docMk/>
          <pc:sldMk cId="0" sldId="287"/>
        </pc:sldMkLst>
        <pc:spChg chg="mod">
          <ac:chgData name="Artanago, Kenwyn" userId="280bbbef-73a8-4da2-b05f-60f93405c8ba" providerId="ADAL" clId="{7A0A163C-5BAC-46C4-B51C-B27C04650638}" dt="2023-07-16T08:15:11.407" v="157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8:52.124" v="169" actId="962"/>
        <pc:sldMkLst>
          <pc:docMk/>
          <pc:sldMk cId="0" sldId="289"/>
        </pc:sldMkLst>
        <pc:picChg chg="add mod">
          <ac:chgData name="Artanago, Kenwyn" userId="280bbbef-73a8-4da2-b05f-60f93405c8ba" providerId="ADAL" clId="{7A0A163C-5BAC-46C4-B51C-B27C04650638}" dt="2023-07-16T08:18:52.124" v="169" actId="962"/>
          <ac:picMkLst>
            <pc:docMk/>
            <pc:sldMk cId="0" sldId="289"/>
            <ac:picMk id="6" creationId="{4E25DDDA-2232-4DB7-A0AC-5FFC558309C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8:58.014" v="172" actId="962"/>
        <pc:sldMkLst>
          <pc:docMk/>
          <pc:sldMk cId="0" sldId="290"/>
        </pc:sldMkLst>
        <pc:picChg chg="add mod">
          <ac:chgData name="Artanago, Kenwyn" userId="280bbbef-73a8-4da2-b05f-60f93405c8ba" providerId="ADAL" clId="{7A0A163C-5BAC-46C4-B51C-B27C04650638}" dt="2023-07-16T08:18:58.014" v="172" actId="962"/>
          <ac:picMkLst>
            <pc:docMk/>
            <pc:sldMk cId="0" sldId="290"/>
            <ac:picMk id="6" creationId="{9D10FCAE-B7FD-4C9E-8B65-D3A6CA265DC6}"/>
          </ac:picMkLst>
        </pc:picChg>
      </pc:sldChg>
      <pc:sldChg chg="modSp mod">
        <pc:chgData name="Artanago, Kenwyn" userId="280bbbef-73a8-4da2-b05f-60f93405c8ba" providerId="ADAL" clId="{7A0A163C-5BAC-46C4-B51C-B27C04650638}" dt="2023-07-16T08:40:48.394" v="449" actId="207"/>
        <pc:sldMkLst>
          <pc:docMk/>
          <pc:sldMk cId="0" sldId="292"/>
        </pc:sldMkLst>
        <pc:spChg chg="mod">
          <ac:chgData name="Artanago, Kenwyn" userId="280bbbef-73a8-4da2-b05f-60f93405c8ba" providerId="ADAL" clId="{7A0A163C-5BAC-46C4-B51C-B27C04650638}" dt="2023-07-16T08:40:41.111" v="448" actId="207"/>
          <ac:spMkLst>
            <pc:docMk/>
            <pc:sldMk cId="0" sldId="292"/>
            <ac:spMk id="507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40:48.394" v="449" actId="207"/>
          <ac:spMkLst>
            <pc:docMk/>
            <pc:sldMk cId="0" sldId="292"/>
            <ac:spMk id="508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9:03.281" v="175" actId="962"/>
        <pc:sldMkLst>
          <pc:docMk/>
          <pc:sldMk cId="0" sldId="293"/>
        </pc:sldMkLst>
        <pc:picChg chg="add mod">
          <ac:chgData name="Artanago, Kenwyn" userId="280bbbef-73a8-4da2-b05f-60f93405c8ba" providerId="ADAL" clId="{7A0A163C-5BAC-46C4-B51C-B27C04650638}" dt="2023-07-16T08:19:03.281" v="175" actId="962"/>
          <ac:picMkLst>
            <pc:docMk/>
            <pc:sldMk cId="0" sldId="293"/>
            <ac:picMk id="6" creationId="{E241312C-DDFE-481D-9885-6EC66E06F4F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07.422" v="178" actId="962"/>
        <pc:sldMkLst>
          <pc:docMk/>
          <pc:sldMk cId="0" sldId="294"/>
        </pc:sldMkLst>
        <pc:picChg chg="add mod">
          <ac:chgData name="Artanago, Kenwyn" userId="280bbbef-73a8-4da2-b05f-60f93405c8ba" providerId="ADAL" clId="{7A0A163C-5BAC-46C4-B51C-B27C04650638}" dt="2023-07-16T08:19:07.422" v="178" actId="962"/>
          <ac:picMkLst>
            <pc:docMk/>
            <pc:sldMk cId="0" sldId="294"/>
            <ac:picMk id="6" creationId="{F32D0C2D-49F6-482B-8E6F-8DA7F3ECD5C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0.780" v="181" actId="962"/>
        <pc:sldMkLst>
          <pc:docMk/>
          <pc:sldMk cId="0" sldId="295"/>
        </pc:sldMkLst>
        <pc:picChg chg="add mod">
          <ac:chgData name="Artanago, Kenwyn" userId="280bbbef-73a8-4da2-b05f-60f93405c8ba" providerId="ADAL" clId="{7A0A163C-5BAC-46C4-B51C-B27C04650638}" dt="2023-07-16T08:19:10.780" v="181" actId="962"/>
          <ac:picMkLst>
            <pc:docMk/>
            <pc:sldMk cId="0" sldId="295"/>
            <ac:picMk id="6" creationId="{03F0AE7D-A7C6-42CF-BA0B-D42A9B93A72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4.244" v="183" actId="27614"/>
        <pc:sldMkLst>
          <pc:docMk/>
          <pc:sldMk cId="0" sldId="296"/>
        </pc:sldMkLst>
        <pc:picChg chg="add mod">
          <ac:chgData name="Artanago, Kenwyn" userId="280bbbef-73a8-4da2-b05f-60f93405c8ba" providerId="ADAL" clId="{7A0A163C-5BAC-46C4-B51C-B27C04650638}" dt="2023-07-16T08:19:14.244" v="183" actId="27614"/>
          <ac:picMkLst>
            <pc:docMk/>
            <pc:sldMk cId="0" sldId="296"/>
            <ac:picMk id="6" creationId="{89C8C424-80BA-4516-83F6-C1EFFF08FF2C}"/>
          </ac:picMkLst>
        </pc:picChg>
      </pc:sldChg>
      <pc:sldChg chg="modSp mod">
        <pc:chgData name="Artanago, Kenwyn" userId="280bbbef-73a8-4da2-b05f-60f93405c8ba" providerId="ADAL" clId="{7A0A163C-5BAC-46C4-B51C-B27C04650638}" dt="2023-07-16T08:21:46.750" v="231"/>
        <pc:sldMkLst>
          <pc:docMk/>
          <pc:sldMk cId="0" sldId="302"/>
        </pc:sldMkLst>
        <pc:spChg chg="mod">
          <ac:chgData name="Artanago, Kenwyn" userId="280bbbef-73a8-4da2-b05f-60f93405c8ba" providerId="ADAL" clId="{7A0A163C-5BAC-46C4-B51C-B27C04650638}" dt="2023-07-16T08:21:46.750" v="231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7A0A163C-5BAC-46C4-B51C-B27C04650638}" dt="2023-07-16T08:22:10.207" v="233" actId="729"/>
        <pc:sldMkLst>
          <pc:docMk/>
          <pc:sldMk cId="0" sldId="312"/>
        </pc:sldMkLst>
      </pc:sldChg>
      <pc:sldChg chg="mod modShow">
        <pc:chgData name="Artanago, Kenwyn" userId="280bbbef-73a8-4da2-b05f-60f93405c8ba" providerId="ADAL" clId="{7A0A163C-5BAC-46C4-B51C-B27C04650638}" dt="2023-07-16T08:22:04.872" v="232" actId="729"/>
        <pc:sldMkLst>
          <pc:docMk/>
          <pc:sldMk cId="0" sldId="313"/>
        </pc:sldMkLst>
      </pc:sldChg>
      <pc:sldChg chg="addSp modSp mod">
        <pc:chgData name="Artanago, Kenwyn" userId="280bbbef-73a8-4da2-b05f-60f93405c8ba" providerId="ADAL" clId="{7A0A163C-5BAC-46C4-B51C-B27C04650638}" dt="2023-07-16T08:23:30.364" v="239" actId="14100"/>
        <pc:sldMkLst>
          <pc:docMk/>
          <pc:sldMk cId="0" sldId="316"/>
        </pc:sldMkLst>
        <pc:picChg chg="add mod">
          <ac:chgData name="Artanago, Kenwyn" userId="280bbbef-73a8-4da2-b05f-60f93405c8ba" providerId="ADAL" clId="{7A0A163C-5BAC-46C4-B51C-B27C04650638}" dt="2023-07-16T08:23:30.364" v="239" actId="14100"/>
          <ac:picMkLst>
            <pc:docMk/>
            <pc:sldMk cId="0" sldId="316"/>
            <ac:picMk id="7" creationId="{D8138759-2139-4F5A-83F1-E6B63E6DDC4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3:50.117" v="244" actId="14100"/>
        <pc:sldMkLst>
          <pc:docMk/>
          <pc:sldMk cId="0" sldId="317"/>
        </pc:sldMkLst>
        <pc:picChg chg="add mod">
          <ac:chgData name="Artanago, Kenwyn" userId="280bbbef-73a8-4da2-b05f-60f93405c8ba" providerId="ADAL" clId="{7A0A163C-5BAC-46C4-B51C-B27C04650638}" dt="2023-07-16T08:23:50.117" v="244" actId="14100"/>
          <ac:picMkLst>
            <pc:docMk/>
            <pc:sldMk cId="0" sldId="317"/>
            <ac:picMk id="6" creationId="{B0DCE309-C93F-4058-B8A5-52508967DDF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06.729" v="249" actId="14100"/>
        <pc:sldMkLst>
          <pc:docMk/>
          <pc:sldMk cId="0" sldId="318"/>
        </pc:sldMkLst>
        <pc:picChg chg="add mod">
          <ac:chgData name="Artanago, Kenwyn" userId="280bbbef-73a8-4da2-b05f-60f93405c8ba" providerId="ADAL" clId="{7A0A163C-5BAC-46C4-B51C-B27C04650638}" dt="2023-07-16T08:24:06.729" v="249" actId="14100"/>
          <ac:picMkLst>
            <pc:docMk/>
            <pc:sldMk cId="0" sldId="318"/>
            <ac:picMk id="6" creationId="{95928CC0-8C15-4CBC-976B-F08CF93EFF2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22.576" v="255" actId="14100"/>
        <pc:sldMkLst>
          <pc:docMk/>
          <pc:sldMk cId="0" sldId="319"/>
        </pc:sldMkLst>
        <pc:picChg chg="add mod">
          <ac:chgData name="Artanago, Kenwyn" userId="280bbbef-73a8-4da2-b05f-60f93405c8ba" providerId="ADAL" clId="{7A0A163C-5BAC-46C4-B51C-B27C04650638}" dt="2023-07-16T08:24:22.576" v="255" actId="14100"/>
          <ac:picMkLst>
            <pc:docMk/>
            <pc:sldMk cId="0" sldId="319"/>
            <ac:picMk id="6" creationId="{F257EE43-15B9-4B46-8BCA-88018739750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33.680" v="260" actId="14100"/>
        <pc:sldMkLst>
          <pc:docMk/>
          <pc:sldMk cId="0" sldId="320"/>
        </pc:sldMkLst>
        <pc:picChg chg="add mod">
          <ac:chgData name="Artanago, Kenwyn" userId="280bbbef-73a8-4da2-b05f-60f93405c8ba" providerId="ADAL" clId="{7A0A163C-5BAC-46C4-B51C-B27C04650638}" dt="2023-07-16T08:24:33.680" v="260" actId="14100"/>
          <ac:picMkLst>
            <pc:docMk/>
            <pc:sldMk cId="0" sldId="320"/>
            <ac:picMk id="6" creationId="{466A901E-5E78-4E55-9150-731838B4FB2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45.122" v="265" actId="14100"/>
        <pc:sldMkLst>
          <pc:docMk/>
          <pc:sldMk cId="0" sldId="321"/>
        </pc:sldMkLst>
        <pc:picChg chg="add mod">
          <ac:chgData name="Artanago, Kenwyn" userId="280bbbef-73a8-4da2-b05f-60f93405c8ba" providerId="ADAL" clId="{7A0A163C-5BAC-46C4-B51C-B27C04650638}" dt="2023-07-16T08:24:45.122" v="265" actId="14100"/>
          <ac:picMkLst>
            <pc:docMk/>
            <pc:sldMk cId="0" sldId="321"/>
            <ac:picMk id="6" creationId="{74557036-9EE8-469B-AACC-AFADA87A73A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57.079" v="270" actId="14100"/>
        <pc:sldMkLst>
          <pc:docMk/>
          <pc:sldMk cId="0" sldId="322"/>
        </pc:sldMkLst>
        <pc:picChg chg="add mod">
          <ac:chgData name="Artanago, Kenwyn" userId="280bbbef-73a8-4da2-b05f-60f93405c8ba" providerId="ADAL" clId="{7A0A163C-5BAC-46C4-B51C-B27C04650638}" dt="2023-07-16T08:24:57.079" v="270" actId="14100"/>
          <ac:picMkLst>
            <pc:docMk/>
            <pc:sldMk cId="0" sldId="322"/>
            <ac:picMk id="6" creationId="{49C5D0CD-DBB4-455B-976E-E1F4C5E868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07.706" v="275" actId="14100"/>
        <pc:sldMkLst>
          <pc:docMk/>
          <pc:sldMk cId="0" sldId="324"/>
        </pc:sldMkLst>
        <pc:picChg chg="add mod">
          <ac:chgData name="Artanago, Kenwyn" userId="280bbbef-73a8-4da2-b05f-60f93405c8ba" providerId="ADAL" clId="{7A0A163C-5BAC-46C4-B51C-B27C04650638}" dt="2023-07-16T08:25:07.706" v="275" actId="14100"/>
          <ac:picMkLst>
            <pc:docMk/>
            <pc:sldMk cId="0" sldId="324"/>
            <ac:picMk id="6" creationId="{90291670-DD28-46E0-BF36-5B38413271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18.633" v="280" actId="14100"/>
        <pc:sldMkLst>
          <pc:docMk/>
          <pc:sldMk cId="0" sldId="325"/>
        </pc:sldMkLst>
        <pc:picChg chg="add mod">
          <ac:chgData name="Artanago, Kenwyn" userId="280bbbef-73a8-4da2-b05f-60f93405c8ba" providerId="ADAL" clId="{7A0A163C-5BAC-46C4-B51C-B27C04650638}" dt="2023-07-16T08:25:18.633" v="280" actId="14100"/>
          <ac:picMkLst>
            <pc:docMk/>
            <pc:sldMk cId="0" sldId="325"/>
            <ac:picMk id="6" creationId="{74DE1E87-7237-4D82-92D3-8594240BC3E8}"/>
          </ac:picMkLst>
        </pc:picChg>
      </pc:sldChg>
      <pc:sldChg chg="mod modShow">
        <pc:chgData name="Artanago, Kenwyn" userId="280bbbef-73a8-4da2-b05f-60f93405c8ba" providerId="ADAL" clId="{7A0A163C-5BAC-46C4-B51C-B27C04650638}" dt="2023-07-16T09:26:25.532" v="454" actId="729"/>
        <pc:sldMkLst>
          <pc:docMk/>
          <pc:sldMk cId="0" sldId="339"/>
        </pc:sldMkLst>
      </pc:sldChg>
      <pc:sldChg chg="modSp mod">
        <pc:chgData name="Artanago, Kenwyn" userId="280bbbef-73a8-4da2-b05f-60f93405c8ba" providerId="ADAL" clId="{7A0A163C-5BAC-46C4-B51C-B27C04650638}" dt="2023-07-16T08:36:33.575" v="447" actId="20577"/>
        <pc:sldMkLst>
          <pc:docMk/>
          <pc:sldMk cId="0" sldId="340"/>
        </pc:sldMkLst>
        <pc:spChg chg="mod">
          <ac:chgData name="Artanago, Kenwyn" userId="280bbbef-73a8-4da2-b05f-60f93405c8ba" providerId="ADAL" clId="{7A0A163C-5BAC-46C4-B51C-B27C04650638}" dt="2023-07-16T08:36:30.419" v="445" actId="20577"/>
          <ac:spMkLst>
            <pc:docMk/>
            <pc:sldMk cId="0" sldId="340"/>
            <ac:spMk id="559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6:33.575" v="447" actId="20577"/>
          <ac:spMkLst>
            <pc:docMk/>
            <pc:sldMk cId="0" sldId="340"/>
            <ac:spMk id="560" creationId="{00000000-0000-0000-0000-000000000000}"/>
          </ac:spMkLst>
        </pc:spChg>
      </pc:sldChg>
      <pc:sldChg chg="modSp mod ord">
        <pc:chgData name="Artanago, Kenwyn" userId="280bbbef-73a8-4da2-b05f-60f93405c8ba" providerId="ADAL" clId="{7A0A163C-5BAC-46C4-B51C-B27C04650638}" dt="2023-07-16T08:34:10.874" v="437" actId="20577"/>
        <pc:sldMkLst>
          <pc:docMk/>
          <pc:sldMk cId="0" sldId="343"/>
        </pc:sldMkLst>
        <pc:spChg chg="mod">
          <ac:chgData name="Artanago, Kenwyn" userId="280bbbef-73a8-4da2-b05f-60f93405c8ba" providerId="ADAL" clId="{7A0A163C-5BAC-46C4-B51C-B27C04650638}" dt="2023-07-16T08:34:07.779" v="434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10.874" v="437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34:24.420" v="443" actId="20577"/>
        <pc:sldMkLst>
          <pc:docMk/>
          <pc:sldMk cId="0" sldId="344"/>
        </pc:sldMkLst>
        <pc:spChg chg="mod">
          <ac:chgData name="Artanago, Kenwyn" userId="280bbbef-73a8-4da2-b05f-60f93405c8ba" providerId="ADAL" clId="{7A0A163C-5BAC-46C4-B51C-B27C04650638}" dt="2023-07-16T08:34:21.667" v="440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24.420" v="443" actId="20577"/>
          <ac:spMkLst>
            <pc:docMk/>
            <pc:sldMk cId="0" sldId="344"/>
            <ac:spMk id="586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06:17.982" v="60" actId="962"/>
        <pc:sldMkLst>
          <pc:docMk/>
          <pc:sldMk cId="2138632321" sldId="384"/>
        </pc:sldMkLst>
        <pc:picChg chg="add mod">
          <ac:chgData name="Artanago, Kenwyn" userId="280bbbef-73a8-4da2-b05f-60f93405c8ba" providerId="ADAL" clId="{7A0A163C-5BAC-46C4-B51C-B27C04650638}" dt="2023-07-16T08:06:17.982" v="60" actId="962"/>
          <ac:picMkLst>
            <pc:docMk/>
            <pc:sldMk cId="2138632321" sldId="384"/>
            <ac:picMk id="6" creationId="{34E557EA-A861-4829-84A4-DD7E1A993D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23.236" v="63" actId="962"/>
        <pc:sldMkLst>
          <pc:docMk/>
          <pc:sldMk cId="2287554166" sldId="385"/>
        </pc:sldMkLst>
        <pc:picChg chg="add mod">
          <ac:chgData name="Artanago, Kenwyn" userId="280bbbef-73a8-4da2-b05f-60f93405c8ba" providerId="ADAL" clId="{7A0A163C-5BAC-46C4-B51C-B27C04650638}" dt="2023-07-16T08:06:23.236" v="63" actId="962"/>
          <ac:picMkLst>
            <pc:docMk/>
            <pc:sldMk cId="2287554166" sldId="385"/>
            <ac:picMk id="6" creationId="{C0D5BFF0-77FA-4064-BC26-49FA0F6D37A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29.553" v="285" actId="14100"/>
        <pc:sldMkLst>
          <pc:docMk/>
          <pc:sldMk cId="2915271513" sldId="386"/>
        </pc:sldMkLst>
        <pc:picChg chg="add mod">
          <ac:chgData name="Artanago, Kenwyn" userId="280bbbef-73a8-4da2-b05f-60f93405c8ba" providerId="ADAL" clId="{7A0A163C-5BAC-46C4-B51C-B27C04650638}" dt="2023-07-16T08:25:29.553" v="285" actId="14100"/>
          <ac:picMkLst>
            <pc:docMk/>
            <pc:sldMk cId="2915271513" sldId="386"/>
            <ac:picMk id="7" creationId="{CB332905-77A7-4B4D-B422-7DB777F0AFF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39.816" v="290" actId="14100"/>
        <pc:sldMkLst>
          <pc:docMk/>
          <pc:sldMk cId="3747739469" sldId="387"/>
        </pc:sldMkLst>
        <pc:picChg chg="add mod">
          <ac:chgData name="Artanago, Kenwyn" userId="280bbbef-73a8-4da2-b05f-60f93405c8ba" providerId="ADAL" clId="{7A0A163C-5BAC-46C4-B51C-B27C04650638}" dt="2023-07-16T08:25:39.816" v="290" actId="14100"/>
          <ac:picMkLst>
            <pc:docMk/>
            <pc:sldMk cId="3747739469" sldId="387"/>
            <ac:picMk id="7" creationId="{396889DC-CAF9-47B0-BAEE-1F33B013CED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49.632" v="295" actId="14100"/>
        <pc:sldMkLst>
          <pc:docMk/>
          <pc:sldMk cId="2268274077" sldId="388"/>
        </pc:sldMkLst>
        <pc:picChg chg="add mod">
          <ac:chgData name="Artanago, Kenwyn" userId="280bbbef-73a8-4da2-b05f-60f93405c8ba" providerId="ADAL" clId="{7A0A163C-5BAC-46C4-B51C-B27C04650638}" dt="2023-07-16T08:25:49.632" v="295" actId="14100"/>
          <ac:picMkLst>
            <pc:docMk/>
            <pc:sldMk cId="2268274077" sldId="388"/>
            <ac:picMk id="7" creationId="{EB3AC9F6-47A9-4485-AB52-705F0D07F7F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58.353" v="300" actId="14100"/>
        <pc:sldMkLst>
          <pc:docMk/>
          <pc:sldMk cId="4123100765" sldId="389"/>
        </pc:sldMkLst>
        <pc:picChg chg="add mod">
          <ac:chgData name="Artanago, Kenwyn" userId="280bbbef-73a8-4da2-b05f-60f93405c8ba" providerId="ADAL" clId="{7A0A163C-5BAC-46C4-B51C-B27C04650638}" dt="2023-07-16T08:25:58.353" v="300" actId="14100"/>
          <ac:picMkLst>
            <pc:docMk/>
            <pc:sldMk cId="4123100765" sldId="389"/>
            <ac:picMk id="7" creationId="{AC8FB3DD-2794-47B0-A709-9E93A56807C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07.382" v="305" actId="14100"/>
        <pc:sldMkLst>
          <pc:docMk/>
          <pc:sldMk cId="1167368597" sldId="390"/>
        </pc:sldMkLst>
        <pc:picChg chg="add mod">
          <ac:chgData name="Artanago, Kenwyn" userId="280bbbef-73a8-4da2-b05f-60f93405c8ba" providerId="ADAL" clId="{7A0A163C-5BAC-46C4-B51C-B27C04650638}" dt="2023-07-16T08:26:07.382" v="305" actId="14100"/>
          <ac:picMkLst>
            <pc:docMk/>
            <pc:sldMk cId="1167368597" sldId="390"/>
            <ac:picMk id="7" creationId="{C93FB76E-F8D4-495B-935E-FD89C00DF73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17.059" v="310" actId="14100"/>
        <pc:sldMkLst>
          <pc:docMk/>
          <pc:sldMk cId="2202194069" sldId="391"/>
        </pc:sldMkLst>
        <pc:picChg chg="add mod">
          <ac:chgData name="Artanago, Kenwyn" userId="280bbbef-73a8-4da2-b05f-60f93405c8ba" providerId="ADAL" clId="{7A0A163C-5BAC-46C4-B51C-B27C04650638}" dt="2023-07-16T08:26:17.059" v="310" actId="14100"/>
          <ac:picMkLst>
            <pc:docMk/>
            <pc:sldMk cId="2202194069" sldId="391"/>
            <ac:picMk id="8" creationId="{6A663E29-2AB9-4BC5-AD60-D8E0C0932DFE}"/>
          </ac:picMkLst>
        </pc:picChg>
      </pc:sldChg>
      <pc:sldChg chg="del">
        <pc:chgData name="Artanago, Kenwyn" userId="280bbbef-73a8-4da2-b05f-60f93405c8ba" providerId="ADAL" clId="{7A0A163C-5BAC-46C4-B51C-B27C04650638}" dt="2023-07-16T08:26:46.628" v="311" actId="2696"/>
        <pc:sldMkLst>
          <pc:docMk/>
          <pc:sldMk cId="2588376745" sldId="392"/>
        </pc:sldMkLst>
      </pc:sldChg>
      <pc:sldChg chg="mod modShow">
        <pc:chgData name="Artanago, Kenwyn" userId="280bbbef-73a8-4da2-b05f-60f93405c8ba" providerId="ADAL" clId="{7A0A163C-5BAC-46C4-B51C-B27C04650638}" dt="2023-07-16T08:28:59.896" v="312" actId="729"/>
        <pc:sldMkLst>
          <pc:docMk/>
          <pc:sldMk cId="1201868625" sldId="393"/>
        </pc:sldMkLst>
      </pc:sldChg>
      <pc:sldChg chg="addSp modSp mod">
        <pc:chgData name="Artanago, Kenwyn" userId="280bbbef-73a8-4da2-b05f-60f93405c8ba" providerId="ADAL" clId="{7A0A163C-5BAC-46C4-B51C-B27C04650638}" dt="2023-07-16T08:06:27.262" v="66" actId="962"/>
        <pc:sldMkLst>
          <pc:docMk/>
          <pc:sldMk cId="3947617216" sldId="394"/>
        </pc:sldMkLst>
        <pc:picChg chg="add mod">
          <ac:chgData name="Artanago, Kenwyn" userId="280bbbef-73a8-4da2-b05f-60f93405c8ba" providerId="ADAL" clId="{7A0A163C-5BAC-46C4-B51C-B27C04650638}" dt="2023-07-16T08:06:27.262" v="66" actId="962"/>
          <ac:picMkLst>
            <pc:docMk/>
            <pc:sldMk cId="3947617216" sldId="394"/>
            <ac:picMk id="7" creationId="{08D7E78E-225A-443D-A782-C3E7B97910D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7.777" v="185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7A0A163C-5BAC-46C4-B51C-B27C04650638}" dt="2023-07-16T08:19:17.777" v="185" actId="27614"/>
          <ac:picMkLst>
            <pc:docMk/>
            <pc:sldMk cId="1042451822" sldId="395"/>
            <ac:picMk id="7" creationId="{35034E99-F463-4EC3-B9C6-0DDD2A42175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1.300" v="188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7A0A163C-5BAC-46C4-B51C-B27C04650638}" dt="2023-07-16T08:19:21.300" v="188" actId="962"/>
          <ac:picMkLst>
            <pc:docMk/>
            <pc:sldMk cId="3510275573" sldId="396"/>
            <ac:picMk id="7" creationId="{251766A7-D1C2-447E-9AC2-D46B544BB8A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7.791" v="191" actId="962"/>
        <pc:sldMkLst>
          <pc:docMk/>
          <pc:sldMk cId="2070663167" sldId="397"/>
        </pc:sldMkLst>
        <pc:picChg chg="add mod">
          <ac:chgData name="Artanago, Kenwyn" userId="280bbbef-73a8-4da2-b05f-60f93405c8ba" providerId="ADAL" clId="{7A0A163C-5BAC-46C4-B51C-B27C04650638}" dt="2023-07-16T08:19:27.791" v="191" actId="962"/>
          <ac:picMkLst>
            <pc:docMk/>
            <pc:sldMk cId="2070663167" sldId="397"/>
            <ac:picMk id="7" creationId="{F375D645-2C2F-4A77-9EF6-0CBACA96411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1.402" v="194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7A0A163C-5BAC-46C4-B51C-B27C04650638}" dt="2023-07-16T08:19:31.402" v="194" actId="962"/>
          <ac:picMkLst>
            <pc:docMk/>
            <pc:sldMk cId="3313265396" sldId="398"/>
            <ac:picMk id="7" creationId="{E1BD2D39-68AC-474C-8763-C86292A78E8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5.770" v="196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7A0A163C-5BAC-46C4-B51C-B27C04650638}" dt="2023-07-16T08:19:35.770" v="196" actId="27614"/>
          <ac:picMkLst>
            <pc:docMk/>
            <pc:sldMk cId="959628280" sldId="399"/>
            <ac:picMk id="7" creationId="{AB3A5FC8-59F5-42B4-9737-D8F15ACA0B7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40.174" v="199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7A0A163C-5BAC-46C4-B51C-B27C04650638}" dt="2023-07-16T08:19:40.174" v="199" actId="962"/>
          <ac:picMkLst>
            <pc:docMk/>
            <pc:sldMk cId="3606197727" sldId="400"/>
            <ac:picMk id="7" creationId="{0357CDF9-37AA-4D47-B2D0-3970FA24EB5C}"/>
          </ac:picMkLst>
        </pc:picChg>
      </pc:sldChg>
      <pc:sldChg chg="modSp add mod">
        <pc:chgData name="Artanago, Kenwyn" userId="280bbbef-73a8-4da2-b05f-60f93405c8ba" providerId="ADAL" clId="{7A0A163C-5BAC-46C4-B51C-B27C04650638}" dt="2023-07-16T08:14:58.878" v="154"/>
        <pc:sldMkLst>
          <pc:docMk/>
          <pc:sldMk cId="3598211448" sldId="403"/>
        </pc:sldMkLst>
        <pc:spChg chg="mod">
          <ac:chgData name="Artanago, Kenwyn" userId="280bbbef-73a8-4da2-b05f-60f93405c8ba" providerId="ADAL" clId="{7A0A163C-5BAC-46C4-B51C-B27C04650638}" dt="2023-07-16T08:14:58.878" v="154"/>
          <ac:spMkLst>
            <pc:docMk/>
            <pc:sldMk cId="3598211448" sldId="403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41.601" v="151"/>
        <pc:sldMkLst>
          <pc:docMk/>
          <pc:sldMk cId="1770506626" sldId="404"/>
        </pc:sldMkLst>
        <pc:spChg chg="mod">
          <ac:chgData name="Artanago, Kenwyn" userId="280bbbef-73a8-4da2-b05f-60f93405c8ba" providerId="ADAL" clId="{7A0A163C-5BAC-46C4-B51C-B27C04650638}" dt="2023-07-16T08:14:41.601" v="151"/>
          <ac:spMkLst>
            <pc:docMk/>
            <pc:sldMk cId="1770506626" sldId="404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28.294" v="148"/>
        <pc:sldMkLst>
          <pc:docMk/>
          <pc:sldMk cId="3660272692" sldId="405"/>
        </pc:sldMkLst>
        <pc:spChg chg="mod">
          <ac:chgData name="Artanago, Kenwyn" userId="280bbbef-73a8-4da2-b05f-60f93405c8ba" providerId="ADAL" clId="{7A0A163C-5BAC-46C4-B51C-B27C04650638}" dt="2023-07-16T08:14:28.294" v="148"/>
          <ac:spMkLst>
            <pc:docMk/>
            <pc:sldMk cId="3660272692" sldId="405"/>
            <ac:spMk id="289" creationId="{00000000-0000-0000-0000-000000000000}"/>
          </ac:spMkLst>
        </pc:spChg>
      </pc:sldChg>
      <pc:sldChg chg="addSp modSp add mod">
        <pc:chgData name="Artanago, Kenwyn" userId="280bbbef-73a8-4da2-b05f-60f93405c8ba" providerId="ADAL" clId="{7A0A163C-5BAC-46C4-B51C-B27C04650638}" dt="2023-07-16T09:25:15.690" v="453" actId="962"/>
        <pc:sldMkLst>
          <pc:docMk/>
          <pc:sldMk cId="279105068" sldId="406"/>
        </pc:sldMkLst>
        <pc:picChg chg="add mod">
          <ac:chgData name="Artanago, Kenwyn" userId="280bbbef-73a8-4da2-b05f-60f93405c8ba" providerId="ADAL" clId="{7A0A163C-5BAC-46C4-B51C-B27C04650638}" dt="2023-07-16T09:25:15.690" v="453" actId="962"/>
          <ac:picMkLst>
            <pc:docMk/>
            <pc:sldMk cId="279105068" sldId="406"/>
            <ac:picMk id="6" creationId="{AD0CF7D0-67BD-48BB-8F78-98EC0E8C16EA}"/>
          </ac:picMkLst>
        </pc:picChg>
      </pc:sldChg>
      <pc:sldMasterChg chg="modSldLayout">
        <pc:chgData name="Artanago, Kenwyn" userId="280bbbef-73a8-4da2-b05f-60f93405c8ba" providerId="ADAL" clId="{7A0A163C-5BAC-46C4-B51C-B27C04650638}" dt="2023-07-16T08:04:29.165" v="2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7A0A163C-5BAC-46C4-B51C-B27C04650638}" dt="2023-07-16T08:04:29.165" v="2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7A0A163C-5BAC-46C4-B51C-B27C04650638}" dt="2023-07-16T08:04:29.165" v="2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  <pc:docChgLst>
    <pc:chgData name="Stephen Kurniawan" userId="98a6f147-1caf-47f2-8e74-24cd4be6d7bf" providerId="ADAL" clId="{A3573757-997C-4092-A300-34449357E25A}"/>
    <pc:docChg chg="undo redo custSel addSld delSld modSld sldOrd addMainMaster delMainMaster modMainMaster">
      <pc:chgData name="Stephen Kurniawan" userId="98a6f147-1caf-47f2-8e74-24cd4be6d7bf" providerId="ADAL" clId="{A3573757-997C-4092-A300-34449357E25A}" dt="2024-04-21T20:27:24.486" v="1376" actId="20577"/>
      <pc:docMkLst>
        <pc:docMk/>
      </pc:docMkLst>
      <pc:sldChg chg="new del">
        <pc:chgData name="Stephen Kurniawan" userId="98a6f147-1caf-47f2-8e74-24cd4be6d7bf" providerId="ADAL" clId="{A3573757-997C-4092-A300-34449357E25A}" dt="2024-04-20T21:07:03.092" v="226" actId="2696"/>
        <pc:sldMkLst>
          <pc:docMk/>
          <pc:sldMk cId="847619725" sldId="256"/>
        </pc:sldMkLst>
      </pc:sldChg>
      <pc:sldChg chg="modSp new del mod">
        <pc:chgData name="Stephen Kurniawan" userId="98a6f147-1caf-47f2-8e74-24cd4be6d7bf" providerId="ADAL" clId="{A3573757-997C-4092-A300-34449357E25A}" dt="2024-04-20T21:13:45.752" v="428" actId="47"/>
        <pc:sldMkLst>
          <pc:docMk/>
          <pc:sldMk cId="1485594169" sldId="256"/>
        </pc:sldMkLst>
        <pc:spChg chg="mod">
          <ac:chgData name="Stephen Kurniawan" userId="98a6f147-1caf-47f2-8e74-24cd4be6d7bf" providerId="ADAL" clId="{A3573757-997C-4092-A300-34449357E25A}" dt="2024-04-20T21:07:37.347" v="231" actId="20577"/>
          <ac:spMkLst>
            <pc:docMk/>
            <pc:sldMk cId="1485594169" sldId="256"/>
            <ac:spMk id="2" creationId="{0938F595-4494-0A1F-681E-2846AEF24FD7}"/>
          </ac:spMkLst>
        </pc:spChg>
      </pc:sldChg>
      <pc:sldChg chg="new del">
        <pc:chgData name="Stephen Kurniawan" userId="98a6f147-1caf-47f2-8e74-24cd4be6d7bf" providerId="ADAL" clId="{A3573757-997C-4092-A300-34449357E25A}" dt="2024-04-20T21:51:29.976" v="948" actId="47"/>
        <pc:sldMkLst>
          <pc:docMk/>
          <pc:sldMk cId="2695610365" sldId="256"/>
        </pc:sldMkLst>
      </pc:sldChg>
      <pc:sldChg chg="new del">
        <pc:chgData name="Stephen Kurniawan" userId="98a6f147-1caf-47f2-8e74-24cd4be6d7bf" providerId="ADAL" clId="{A3573757-997C-4092-A300-34449357E25A}" dt="2024-04-20T20:54:22.428" v="211" actId="47"/>
        <pc:sldMkLst>
          <pc:docMk/>
          <pc:sldMk cId="3956096351" sldId="256"/>
        </pc:sldMkLst>
      </pc:sldChg>
      <pc:sldChg chg="new del">
        <pc:chgData name="Stephen Kurniawan" userId="98a6f147-1caf-47f2-8e74-24cd4be6d7bf" providerId="ADAL" clId="{A3573757-997C-4092-A300-34449357E25A}" dt="2024-04-20T21:19:50.412" v="494" actId="47"/>
        <pc:sldMkLst>
          <pc:docMk/>
          <pc:sldMk cId="2509588017" sldId="257"/>
        </pc:sldMkLst>
      </pc:sldChg>
      <pc:sldChg chg="new del">
        <pc:chgData name="Stephen Kurniawan" userId="98a6f147-1caf-47f2-8e74-24cd4be6d7bf" providerId="ADAL" clId="{A3573757-997C-4092-A300-34449357E25A}" dt="2024-04-20T20:54:22.564" v="212" actId="47"/>
        <pc:sldMkLst>
          <pc:docMk/>
          <pc:sldMk cId="3933929867" sldId="257"/>
        </pc:sldMkLst>
      </pc:sldChg>
      <pc:sldChg chg="del">
        <pc:chgData name="Stephen Kurniawan" userId="98a6f147-1caf-47f2-8e74-24cd4be6d7bf" providerId="ADAL" clId="{A3573757-997C-4092-A300-34449357E25A}" dt="2024-04-20T21:51:18.072" v="946" actId="47"/>
        <pc:sldMkLst>
          <pc:docMk/>
          <pc:sldMk cId="1368488424" sldId="258"/>
        </pc:sldMkLst>
      </pc:sldChg>
      <pc:sldChg chg="del">
        <pc:chgData name="Stephen Kurniawan" userId="98a6f147-1caf-47f2-8e74-24cd4be6d7bf" providerId="ADAL" clId="{A3573757-997C-4092-A300-34449357E25A}" dt="2024-04-20T21:51:18.072" v="946" actId="47"/>
        <pc:sldMkLst>
          <pc:docMk/>
          <pc:sldMk cId="1199899211" sldId="259"/>
        </pc:sldMkLst>
        <pc:spChg chg="mod">
          <ac:chgData name="Stephen Kurniawan" userId="98a6f147-1caf-47f2-8e74-24cd4be6d7bf" providerId="ADAL" clId="{A3573757-997C-4092-A300-34449357E25A}" dt="2024-04-20T21:23:39.470" v="501" actId="20577"/>
          <ac:spMkLst>
            <pc:docMk/>
            <pc:sldMk cId="1199899211" sldId="259"/>
            <ac:spMk id="2" creationId="{ADB11726-601E-9B9D-9AA1-0BDD23E5E86D}"/>
          </ac:spMkLst>
        </pc:spChg>
      </pc:sldChg>
      <pc:sldChg chg="new del">
        <pc:chgData name="Stephen Kurniawan" userId="98a6f147-1caf-47f2-8e74-24cd4be6d7bf" providerId="ADAL" clId="{A3573757-997C-4092-A300-34449357E25A}" dt="2024-04-20T21:19:48.610" v="493" actId="47"/>
        <pc:sldMkLst>
          <pc:docMk/>
          <pc:sldMk cId="2428956753" sldId="260"/>
        </pc:sldMkLst>
      </pc:sldChg>
      <pc:sldChg chg="new">
        <pc:chgData name="Stephen Kurniawan" userId="98a6f147-1caf-47f2-8e74-24cd4be6d7bf" providerId="ADAL" clId="{A3573757-997C-4092-A300-34449357E25A}" dt="2024-04-20T21:26:21.594" v="610" actId="680"/>
        <pc:sldMkLst>
          <pc:docMk/>
          <pc:sldMk cId="2932496729" sldId="260"/>
        </pc:sldMkLst>
      </pc:sldChg>
      <pc:sldChg chg="new del ord">
        <pc:chgData name="Stephen Kurniawan" userId="98a6f147-1caf-47f2-8e74-24cd4be6d7bf" providerId="ADAL" clId="{A3573757-997C-4092-A300-34449357E25A}" dt="2024-04-20T21:51:18.072" v="946" actId="47"/>
        <pc:sldMkLst>
          <pc:docMk/>
          <pc:sldMk cId="2949166781" sldId="261"/>
        </pc:sldMkLst>
      </pc:sldChg>
      <pc:sldMasterChg chg="addSldLayout delSldLayout modSldLayout">
        <pc:chgData name="Stephen Kurniawan" userId="98a6f147-1caf-47f2-8e74-24cd4be6d7bf" providerId="ADAL" clId="{A3573757-997C-4092-A300-34449357E25A}" dt="2024-04-21T20:27:24.486" v="1376" actId="20577"/>
        <pc:sldMasterMkLst>
          <pc:docMk/>
          <pc:sldMasterMk cId="0" sldId="2147483648"/>
        </pc:sldMasterMkLst>
        <pc:sldLayoutChg chg="modSp mod">
          <pc:chgData name="Stephen Kurniawan" userId="98a6f147-1caf-47f2-8e74-24cd4be6d7bf" providerId="ADAL" clId="{A3573757-997C-4092-A300-34449357E25A}" dt="2024-04-20T21:29:18.432" v="643" actId="20577"/>
          <pc:sldLayoutMkLst>
            <pc:docMk/>
            <pc:sldMasterMk cId="0" sldId="2147483648"/>
            <pc:sldLayoutMk cId="559587025" sldId="2147483680"/>
          </pc:sldLayoutMkLst>
          <pc:spChg chg="mod">
            <ac:chgData name="Stephen Kurniawan" userId="98a6f147-1caf-47f2-8e74-24cd4be6d7bf" providerId="ADAL" clId="{A3573757-997C-4092-A300-34449357E25A}" dt="2024-04-20T21:29:18.432" v="643" actId="20577"/>
            <ac:spMkLst>
              <pc:docMk/>
              <pc:sldMasterMk cId="0" sldId="2147483648"/>
              <pc:sldLayoutMk cId="559587025" sldId="2147483680"/>
              <ac:spMk id="4" creationId="{27E03651-9F19-0E9F-6845-5A9DACA99D1B}"/>
            </ac:spMkLst>
          </pc:spChg>
        </pc:sldLayoutChg>
        <pc:sldLayoutChg chg="del">
          <pc:chgData name="Stephen Kurniawan" userId="98a6f147-1caf-47f2-8e74-24cd4be6d7bf" providerId="ADAL" clId="{A3573757-997C-4092-A300-34449357E25A}" dt="2024-04-14T19:59:35.065" v="11" actId="2696"/>
          <pc:sldLayoutMkLst>
            <pc:docMk/>
            <pc:sldMasterMk cId="0" sldId="2147483648"/>
            <pc:sldLayoutMk cId="1168663861" sldId="2147483696"/>
          </pc:sldLayoutMkLst>
        </pc:sldLayoutChg>
        <pc:sldLayoutChg chg="addSp delSp modSp mod">
          <pc:chgData name="Stephen Kurniawan" userId="98a6f147-1caf-47f2-8e74-24cd4be6d7bf" providerId="ADAL" clId="{A3573757-997C-4092-A300-34449357E25A}" dt="2024-04-20T21:36:40.631" v="937" actId="20577"/>
          <pc:sldLayoutMkLst>
            <pc:docMk/>
            <pc:sldMasterMk cId="0" sldId="2147483648"/>
            <pc:sldLayoutMk cId="722753354" sldId="2147483697"/>
          </pc:sldLayoutMkLst>
          <pc:spChg chg="add del mod">
            <ac:chgData name="Stephen Kurniawan" userId="98a6f147-1caf-47f2-8e74-24cd4be6d7bf" providerId="ADAL" clId="{A3573757-997C-4092-A300-34449357E25A}" dt="2024-04-20T21:25:50.268" v="588" actId="478"/>
            <ac:spMkLst>
              <pc:docMk/>
              <pc:sldMasterMk cId="0" sldId="2147483648"/>
              <pc:sldLayoutMk cId="722753354" sldId="2147483697"/>
              <ac:spMk id="2" creationId="{0702F21D-49F1-B9DD-5079-2D11E6CAEC57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4" creationId="{74352B10-F48A-65A4-861F-4D0C08647147}"/>
            </ac:spMkLst>
          </pc:spChg>
          <pc:spChg chg="add mod">
            <ac:chgData name="Stephen Kurniawan" userId="98a6f147-1caf-47f2-8e74-24cd4be6d7bf" providerId="ADAL" clId="{A3573757-997C-4092-A300-34449357E25A}" dt="2024-04-20T21:26:08.987" v="593" actId="1076"/>
            <ac:spMkLst>
              <pc:docMk/>
              <pc:sldMasterMk cId="0" sldId="2147483648"/>
              <pc:sldLayoutMk cId="722753354" sldId="2147483697"/>
              <ac:spMk id="4" creationId="{A6163B25-3CC5-A054-BB0C-61E91CB7B2DD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5" creationId="{4237855C-70D7-EB70-5B80-E4F2E75BA6DA}"/>
            </ac:spMkLst>
          </pc:spChg>
          <pc:spChg chg="add mod">
            <ac:chgData name="Stephen Kurniawan" userId="98a6f147-1caf-47f2-8e74-24cd4be6d7bf" providerId="ADAL" clId="{A3573757-997C-4092-A300-34449357E25A}" dt="2024-04-20T21:26:40.660" v="635" actId="20577"/>
            <ac:spMkLst>
              <pc:docMk/>
              <pc:sldMasterMk cId="0" sldId="2147483648"/>
              <pc:sldLayoutMk cId="722753354" sldId="2147483697"/>
              <ac:spMk id="5" creationId="{55F8D648-303E-D3CF-FA5D-0FBCD26B2DEF}"/>
            </ac:spMkLst>
          </pc:spChg>
          <pc:spChg chg="add del mod">
            <ac:chgData name="Stephen Kurniawan" userId="98a6f147-1caf-47f2-8e74-24cd4be6d7bf" providerId="ADAL" clId="{A3573757-997C-4092-A300-34449357E25A}" dt="2024-04-20T21:25:51.540" v="589" actId="478"/>
            <ac:spMkLst>
              <pc:docMk/>
              <pc:sldMasterMk cId="0" sldId="2147483648"/>
              <pc:sldLayoutMk cId="722753354" sldId="2147483697"/>
              <ac:spMk id="6" creationId="{05CA7EE7-1B6F-496A-A735-F8A86AB8BC55}"/>
            </ac:spMkLst>
          </pc:spChg>
          <pc:spChg chg="add mod">
            <ac:chgData name="Stephen Kurniawan" userId="98a6f147-1caf-47f2-8e74-24cd4be6d7bf" providerId="ADAL" clId="{A3573757-997C-4092-A300-34449357E25A}" dt="2024-04-20T21:36:31.831" v="909" actId="20577"/>
            <ac:spMkLst>
              <pc:docMk/>
              <pc:sldMasterMk cId="0" sldId="2147483648"/>
              <pc:sldLayoutMk cId="722753354" sldId="2147483697"/>
              <ac:spMk id="7" creationId="{1BD6E946-E69E-4ECF-9698-C30DAB1931BF}"/>
            </ac:spMkLst>
          </pc:spChg>
          <pc:spChg chg="add mod">
            <ac:chgData name="Stephen Kurniawan" userId="98a6f147-1caf-47f2-8e74-24cd4be6d7bf" providerId="ADAL" clId="{A3573757-997C-4092-A300-34449357E25A}" dt="2024-04-20T21:26:11.828" v="595" actId="1076"/>
            <ac:spMkLst>
              <pc:docMk/>
              <pc:sldMasterMk cId="0" sldId="2147483648"/>
              <pc:sldLayoutMk cId="722753354" sldId="2147483697"/>
              <ac:spMk id="8" creationId="{937B409A-F3AE-B2A9-025C-48378881774F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8" creationId="{C64B9234-BA2F-52FC-74ED-BA2B052A70DD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9" creationId="{40343696-4535-59FE-778B-1666B893C627}"/>
            </ac:spMkLst>
          </pc:spChg>
          <pc:spChg chg="add mod">
            <ac:chgData name="Stephen Kurniawan" userId="98a6f147-1caf-47f2-8e74-24cd4be6d7bf" providerId="ADAL" clId="{A3573757-997C-4092-A300-34449357E25A}" dt="2024-04-20T21:36:02.741" v="843" actId="20577"/>
            <ac:spMkLst>
              <pc:docMk/>
              <pc:sldMasterMk cId="0" sldId="2147483648"/>
              <pc:sldLayoutMk cId="722753354" sldId="2147483697"/>
              <ac:spMk id="9" creationId="{4728C75A-441F-01A5-1C67-63A3116195D8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10" creationId="{9BCAE751-925B-8146-DC9A-BACD6F445B72}"/>
            </ac:spMkLst>
          </pc:spChg>
          <pc:spChg chg="add mod">
            <ac:chgData name="Stephen Kurniawan" userId="98a6f147-1caf-47f2-8e74-24cd4be6d7bf" providerId="ADAL" clId="{A3573757-997C-4092-A300-34449357E25A}" dt="2024-04-20T21:36:40.631" v="937" actId="20577"/>
            <ac:spMkLst>
              <pc:docMk/>
              <pc:sldMasterMk cId="0" sldId="2147483648"/>
              <pc:sldLayoutMk cId="722753354" sldId="2147483697"/>
              <ac:spMk id="10" creationId="{D6DA8094-2363-169E-2AAE-D0B21C08A456}"/>
            </ac:spMkLst>
          </pc:spChg>
          <pc:spChg chg="del">
            <ac:chgData name="Stephen Kurniawan" userId="98a6f147-1caf-47f2-8e74-24cd4be6d7bf" providerId="ADAL" clId="{A3573757-997C-4092-A300-34449357E25A}" dt="2024-04-14T20:00:01.925" v="13" actId="478"/>
            <ac:spMkLst>
              <pc:docMk/>
              <pc:sldMasterMk cId="0" sldId="2147483648"/>
              <pc:sldLayoutMk cId="722753354" sldId="2147483697"/>
              <ac:spMk id="11" creationId="{5E88F323-8E44-5FE2-1A19-157C3D3D28AA}"/>
            </ac:spMkLst>
          </pc:spChg>
        </pc:sldLayoutChg>
        <pc:sldLayoutChg chg="modSp mod">
          <pc:chgData name="Stephen Kurniawan" userId="98a6f147-1caf-47f2-8e74-24cd4be6d7bf" providerId="ADAL" clId="{A3573757-997C-4092-A300-34449357E25A}" dt="2024-04-21T20:18:13.381" v="1049" actId="20577"/>
          <pc:sldLayoutMkLst>
            <pc:docMk/>
            <pc:sldMasterMk cId="0" sldId="2147483648"/>
            <pc:sldLayoutMk cId="1322924691" sldId="2147483698"/>
          </pc:sldLayoutMkLst>
          <pc:spChg chg="mod">
            <ac:chgData name="Stephen Kurniawan" userId="98a6f147-1caf-47f2-8e74-24cd4be6d7bf" providerId="ADAL" clId="{A3573757-997C-4092-A300-34449357E25A}" dt="2024-04-21T20:17:31.970" v="1030" actId="1076"/>
            <ac:spMkLst>
              <pc:docMk/>
              <pc:sldMasterMk cId="0" sldId="2147483648"/>
              <pc:sldLayoutMk cId="1322924691" sldId="2147483698"/>
              <ac:spMk id="6" creationId="{0B1971B2-10F1-8B78-CD6A-872D2D3FF5EC}"/>
            </ac:spMkLst>
          </pc:spChg>
          <pc:spChg chg="mod">
            <ac:chgData name="Stephen Kurniawan" userId="98a6f147-1caf-47f2-8e74-24cd4be6d7bf" providerId="ADAL" clId="{A3573757-997C-4092-A300-34449357E25A}" dt="2024-04-21T20:18:11.368" v="1048" actId="20577"/>
            <ac:spMkLst>
              <pc:docMk/>
              <pc:sldMasterMk cId="0" sldId="2147483648"/>
              <pc:sldLayoutMk cId="1322924691" sldId="2147483698"/>
              <ac:spMk id="8" creationId="{1533D51C-0561-5F1F-FCCD-8256995D7851}"/>
            </ac:spMkLst>
          </pc:spChg>
          <pc:spChg chg="mod">
            <ac:chgData name="Stephen Kurniawan" userId="98a6f147-1caf-47f2-8e74-24cd4be6d7bf" providerId="ADAL" clId="{A3573757-997C-4092-A300-34449357E25A}" dt="2024-04-21T20:17:55.204" v="1038" actId="207"/>
            <ac:spMkLst>
              <pc:docMk/>
              <pc:sldMasterMk cId="0" sldId="2147483648"/>
              <pc:sldLayoutMk cId="1322924691" sldId="2147483698"/>
              <ac:spMk id="9" creationId="{8ABFA118-4DF0-EF68-D397-3ED8EB97B776}"/>
            </ac:spMkLst>
          </pc:spChg>
          <pc:spChg chg="mod">
            <ac:chgData name="Stephen Kurniawan" userId="98a6f147-1caf-47f2-8e74-24cd4be6d7bf" providerId="ADAL" clId="{A3573757-997C-4092-A300-34449357E25A}" dt="2024-04-21T20:18:13.381" v="1049" actId="20577"/>
            <ac:spMkLst>
              <pc:docMk/>
              <pc:sldMasterMk cId="0" sldId="2147483648"/>
              <pc:sldLayoutMk cId="1322924691" sldId="2147483698"/>
              <ac:spMk id="10" creationId="{0C35CC88-21D9-0F7A-6CD6-497149F3BFD6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6.644" v="1333" actId="20577"/>
          <pc:sldLayoutMkLst>
            <pc:docMk/>
            <pc:sldMasterMk cId="0" sldId="2147483648"/>
            <pc:sldLayoutMk cId="1301541648" sldId="2147483700"/>
          </pc:sldLayoutMkLst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3" creationId="{26E36A7A-50BC-A8A4-8B3A-26639B00E718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4" creationId="{9A6ED105-63CE-8830-117F-294EF966FD17}"/>
            </ac:spMkLst>
          </pc:spChg>
          <pc:spChg chg="del mod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5" creationId="{4E640DE2-3F21-FEA7-765A-0FDE332A79A4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6" creationId="{5813634B-C1CF-2576-C8A6-91866D56E4BA}"/>
            </ac:spMkLst>
          </pc:spChg>
          <pc:spChg chg="del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7" creationId="{85D452FD-1D1D-A063-A01C-62E121A92ABC}"/>
            </ac:spMkLst>
          </pc:spChg>
          <pc:spChg chg="del mod">
            <ac:chgData name="Stephen Kurniawan" userId="98a6f147-1caf-47f2-8e74-24cd4be6d7bf" providerId="ADAL" clId="{A3573757-997C-4092-A300-34449357E25A}" dt="2024-04-21T20:19:27.795" v="1054" actId="478"/>
            <ac:spMkLst>
              <pc:docMk/>
              <pc:sldMasterMk cId="0" sldId="2147483648"/>
              <pc:sldLayoutMk cId="1301541648" sldId="2147483700"/>
              <ac:spMk id="8" creationId="{9B4A3C71-1E5B-7DEF-E029-5B3B8680915E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9" creationId="{8A313A4E-C9EF-1BDE-E83A-E57762D1A42A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0" creationId="{880C59C2-1084-EDB7-1473-09F6D15B5952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1" creationId="{5A1B57FD-7F4F-BD66-4890-4A9ECBFF6084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2" creationId="{C04D7DC4-4561-AE33-75A7-C7AB759727FF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3" creationId="{3C228EA4-0507-8BD3-A5CD-3C83FEE0D4D1}"/>
            </ac:spMkLst>
          </pc:spChg>
          <pc:spChg chg="add del mod">
            <ac:chgData name="Stephen Kurniawan" userId="98a6f147-1caf-47f2-8e74-24cd4be6d7bf" providerId="ADAL" clId="{A3573757-997C-4092-A300-34449357E25A}" dt="2024-04-21T20:20:47.935" v="1170" actId="478"/>
            <ac:spMkLst>
              <pc:docMk/>
              <pc:sldMasterMk cId="0" sldId="2147483648"/>
              <pc:sldLayoutMk cId="1301541648" sldId="2147483700"/>
              <ac:spMk id="14" creationId="{C1E49E93-D344-1E19-EBC7-E5191279BD49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5" creationId="{66DCE902-0CF5-C96E-134A-329F0D642FE0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6" creationId="{32E36152-3B8A-A4D3-5FE2-F3745B5A0C0C}"/>
            </ac:spMkLst>
          </pc:spChg>
          <pc:spChg chg="add mod">
            <ac:chgData name="Stephen Kurniawan" userId="98a6f147-1caf-47f2-8e74-24cd4be6d7bf" providerId="ADAL" clId="{A3573757-997C-4092-A300-34449357E25A}" dt="2024-04-21T20:22:45.563" v="1332" actId="20577"/>
            <ac:spMkLst>
              <pc:docMk/>
              <pc:sldMasterMk cId="0" sldId="2147483648"/>
              <pc:sldLayoutMk cId="1301541648" sldId="2147483700"/>
              <ac:spMk id="17" creationId="{DAB35957-4830-5188-DE75-08269B3B2C87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8" creationId="{07869742-E182-2960-5EC4-DBA0527D0989}"/>
            </ac:spMkLst>
          </pc:spChg>
          <pc:spChg chg="add mod">
            <ac:chgData name="Stephen Kurniawan" userId="98a6f147-1caf-47f2-8e74-24cd4be6d7bf" providerId="ADAL" clId="{A3573757-997C-4092-A300-34449357E25A}" dt="2024-04-21T20:20:48.112" v="1171"/>
            <ac:spMkLst>
              <pc:docMk/>
              <pc:sldMasterMk cId="0" sldId="2147483648"/>
              <pc:sldLayoutMk cId="1301541648" sldId="2147483700"/>
              <ac:spMk id="19" creationId="{C678E55D-C69D-3910-7E65-61C3A602EC80}"/>
            </ac:spMkLst>
          </pc:spChg>
          <pc:spChg chg="add mod">
            <ac:chgData name="Stephen Kurniawan" userId="98a6f147-1caf-47f2-8e74-24cd4be6d7bf" providerId="ADAL" clId="{A3573757-997C-4092-A300-34449357E25A}" dt="2024-04-21T20:22:46.644" v="1333" actId="20577"/>
            <ac:spMkLst>
              <pc:docMk/>
              <pc:sldMasterMk cId="0" sldId="2147483648"/>
              <pc:sldLayoutMk cId="1301541648" sldId="2147483700"/>
              <ac:spMk id="20" creationId="{C14B1A93-0DD5-EDA2-A06A-EFB42FF5E484}"/>
            </ac:spMkLst>
          </pc:spChg>
        </pc:sldLayoutChg>
        <pc:sldLayoutChg chg="mod">
          <pc:chgData name="Stephen Kurniawan" userId="98a6f147-1caf-47f2-8e74-24cd4be6d7bf" providerId="ADAL" clId="{A3573757-997C-4092-A300-34449357E25A}" dt="2024-04-20T20:43:07.269" v="60" actId="6014"/>
          <pc:sldLayoutMkLst>
            <pc:docMk/>
            <pc:sldMasterMk cId="0" sldId="2147483648"/>
            <pc:sldLayoutMk cId="528027444" sldId="2147483702"/>
          </pc:sldLayoutMkLst>
        </pc:sldLayoutChg>
        <pc:sldLayoutChg chg="mod">
          <pc:chgData name="Stephen Kurniawan" userId="98a6f147-1caf-47f2-8e74-24cd4be6d7bf" providerId="ADAL" clId="{A3573757-997C-4092-A300-34449357E25A}" dt="2024-04-20T20:45:07.428" v="76" actId="6014"/>
          <pc:sldLayoutMkLst>
            <pc:docMk/>
            <pc:sldMasterMk cId="0" sldId="2147483648"/>
            <pc:sldLayoutMk cId="3942666572" sldId="2147483706"/>
          </pc:sldLayoutMkLst>
        </pc:sldLayoutChg>
        <pc:sldLayoutChg chg="mod">
          <pc:chgData name="Stephen Kurniawan" userId="98a6f147-1caf-47f2-8e74-24cd4be6d7bf" providerId="ADAL" clId="{A3573757-997C-4092-A300-34449357E25A}" dt="2024-04-20T20:43:17.528" v="61" actId="6014"/>
          <pc:sldLayoutMkLst>
            <pc:docMk/>
            <pc:sldMasterMk cId="0" sldId="2147483648"/>
            <pc:sldLayoutMk cId="1992892987" sldId="2147483707"/>
          </pc:sldLayoutMkLst>
        </pc:sldLayoutChg>
        <pc:sldLayoutChg chg="addSp delSp modSp new mod">
          <pc:chgData name="Stephen Kurniawan" userId="98a6f147-1caf-47f2-8e74-24cd4be6d7bf" providerId="ADAL" clId="{A3573757-997C-4092-A300-34449357E25A}" dt="2024-04-20T20:45:13.900" v="77" actId="6014"/>
          <pc:sldLayoutMkLst>
            <pc:docMk/>
            <pc:sldMasterMk cId="0" sldId="2147483648"/>
            <pc:sldLayoutMk cId="3835546496" sldId="2147483708"/>
          </pc:sldLayoutMkLst>
          <pc:spChg chg="del">
            <ac:chgData name="Stephen Kurniawan" userId="98a6f147-1caf-47f2-8e74-24cd4be6d7bf" providerId="ADAL" clId="{A3573757-997C-4092-A300-34449357E25A}" dt="2024-04-14T19:56:44.063" v="3" actId="478"/>
            <ac:spMkLst>
              <pc:docMk/>
              <pc:sldMasterMk cId="0" sldId="2147483648"/>
              <pc:sldLayoutMk cId="3835546496" sldId="2147483708"/>
              <ac:spMk id="2" creationId="{E0F595F2-DB54-643C-3D73-C6863CEA7AF6}"/>
            </ac:spMkLst>
          </pc:spChg>
          <pc:picChg chg="add mod">
            <ac:chgData name="Stephen Kurniawan" userId="98a6f147-1caf-47f2-8e74-24cd4be6d7bf" providerId="ADAL" clId="{A3573757-997C-4092-A300-34449357E25A}" dt="2024-04-14T19:56:39.433" v="2"/>
            <ac:picMkLst>
              <pc:docMk/>
              <pc:sldMasterMk cId="0" sldId="2147483648"/>
              <pc:sldLayoutMk cId="3835546496" sldId="2147483708"/>
              <ac:picMk id="4" creationId="{994F3E0E-FF84-BE65-9293-E265CE6774F9}"/>
            </ac:picMkLst>
          </pc:picChg>
        </pc:sldLayoutChg>
        <pc:sldLayoutChg chg="new del mod">
          <pc:chgData name="Stephen Kurniawan" userId="98a6f147-1caf-47f2-8e74-24cd4be6d7bf" providerId="ADAL" clId="{A3573757-997C-4092-A300-34449357E25A}" dt="2024-04-14T20:04:00.053" v="50" actId="2696"/>
          <pc:sldLayoutMkLst>
            <pc:docMk/>
            <pc:sldMasterMk cId="0" sldId="2147483648"/>
            <pc:sldLayoutMk cId="4038812452" sldId="2147483709"/>
          </pc:sldLayoutMkLst>
        </pc:sldLayoutChg>
        <pc:sldLayoutChg chg="del mod">
          <pc:chgData name="Stephen Kurniawan" userId="98a6f147-1caf-47f2-8e74-24cd4be6d7bf" providerId="ADAL" clId="{A3573757-997C-4092-A300-34449357E25A}" dt="2024-04-20T21:14:39.179" v="429" actId="2696"/>
          <pc:sldLayoutMkLst>
            <pc:docMk/>
            <pc:sldMasterMk cId="0" sldId="2147483648"/>
            <pc:sldLayoutMk cId="2143942274" sldId="2147483710"/>
          </pc:sldLayoutMkLst>
        </pc:sldLayoutChg>
        <pc:sldLayoutChg chg="addSp delSp modSp new mod">
          <pc:chgData name="Stephen Kurniawan" userId="98a6f147-1caf-47f2-8e74-24cd4be6d7bf" providerId="ADAL" clId="{A3573757-997C-4092-A300-34449357E25A}" dt="2024-04-20T21:30:02.592" v="713" actId="20577"/>
          <pc:sldLayoutMkLst>
            <pc:docMk/>
            <pc:sldMasterMk cId="0" sldId="2147483648"/>
            <pc:sldLayoutMk cId="4289453838" sldId="2147483711"/>
          </pc:sldLayoutMkLst>
          <pc:spChg chg="del">
            <ac:chgData name="Stephen Kurniawan" userId="98a6f147-1caf-47f2-8e74-24cd4be6d7bf" providerId="ADAL" clId="{A3573757-997C-4092-A300-34449357E25A}" dt="2024-04-14T20:00:27.343" v="16" actId="478"/>
            <ac:spMkLst>
              <pc:docMk/>
              <pc:sldMasterMk cId="0" sldId="2147483648"/>
              <pc:sldLayoutMk cId="4289453838" sldId="2147483711"/>
              <ac:spMk id="2" creationId="{78DFC1C5-5233-0CC3-6869-875E9E5539B3}"/>
            </ac:spMkLst>
          </pc:spChg>
          <pc:spChg chg="add mod">
            <ac:chgData name="Stephen Kurniawan" userId="98a6f147-1caf-47f2-8e74-24cd4be6d7bf" providerId="ADAL" clId="{A3573757-997C-4092-A300-34449357E25A}" dt="2024-04-20T21:29:41.292" v="645"/>
            <ac:spMkLst>
              <pc:docMk/>
              <pc:sldMasterMk cId="0" sldId="2147483648"/>
              <pc:sldLayoutMk cId="4289453838" sldId="2147483711"/>
              <ac:spMk id="2" creationId="{F47D0834-3787-5C4F-321A-0463F82B9B5A}"/>
            </ac:spMkLst>
          </pc:spChg>
          <pc:spChg chg="add del mod">
            <ac:chgData name="Stephen Kurniawan" userId="98a6f147-1caf-47f2-8e74-24cd4be6d7bf" providerId="ADAL" clId="{A3573757-997C-4092-A300-34449357E25A}" dt="2024-04-20T21:29:41.030" v="644" actId="478"/>
            <ac:spMkLst>
              <pc:docMk/>
              <pc:sldMasterMk cId="0" sldId="2147483648"/>
              <pc:sldLayoutMk cId="4289453838" sldId="2147483711"/>
              <ac:spMk id="5" creationId="{9EC3CBA6-1327-0607-375E-2F4693D13ADE}"/>
            </ac:spMkLst>
          </pc:spChg>
          <pc:spChg chg="add mod">
            <ac:chgData name="Stephen Kurniawan" userId="98a6f147-1caf-47f2-8e74-24cd4be6d7bf" providerId="ADAL" clId="{A3573757-997C-4092-A300-34449357E25A}" dt="2024-04-20T21:29:48.967" v="670" actId="20577"/>
            <ac:spMkLst>
              <pc:docMk/>
              <pc:sldMasterMk cId="0" sldId="2147483648"/>
              <pc:sldLayoutMk cId="4289453838" sldId="2147483711"/>
              <ac:spMk id="6" creationId="{200B5792-4EEE-6042-BBF2-BF4B61CD5201}"/>
            </ac:spMkLst>
          </pc:spChg>
          <pc:spChg chg="add mod">
            <ac:chgData name="Stephen Kurniawan" userId="98a6f147-1caf-47f2-8e74-24cd4be6d7bf" providerId="ADAL" clId="{A3573757-997C-4092-A300-34449357E25A}" dt="2024-04-20T21:30:02.592" v="713" actId="20577"/>
            <ac:spMkLst>
              <pc:docMk/>
              <pc:sldMasterMk cId="0" sldId="2147483648"/>
              <pc:sldLayoutMk cId="4289453838" sldId="2147483711"/>
              <ac:spMk id="7" creationId="{706A5440-6CE8-7F9E-D16A-36ECD2C094AA}"/>
            </ac:spMkLst>
          </pc:spChg>
          <pc:picChg chg="add mod">
            <ac:chgData name="Stephen Kurniawan" userId="98a6f147-1caf-47f2-8e74-24cd4be6d7bf" providerId="ADAL" clId="{A3573757-997C-4092-A300-34449357E25A}" dt="2024-04-14T20:00:27.539" v="17"/>
            <ac:picMkLst>
              <pc:docMk/>
              <pc:sldMasterMk cId="0" sldId="2147483648"/>
              <pc:sldLayoutMk cId="4289453838" sldId="2147483711"/>
              <ac:picMk id="4" creationId="{9C70018D-2600-F179-64B7-774DDAB4261C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0T21:36:54.026" v="942" actId="20577"/>
          <pc:sldLayoutMkLst>
            <pc:docMk/>
            <pc:sldMasterMk cId="0" sldId="2147483648"/>
            <pc:sldLayoutMk cId="232964768" sldId="2147483712"/>
          </pc:sldLayoutMkLst>
          <pc:spChg chg="add mod">
            <ac:chgData name="Stephen Kurniawan" userId="98a6f147-1caf-47f2-8e74-24cd4be6d7bf" providerId="ADAL" clId="{A3573757-997C-4092-A300-34449357E25A}" dt="2024-04-20T21:30:11.434" v="717"/>
            <ac:spMkLst>
              <pc:docMk/>
              <pc:sldMasterMk cId="0" sldId="2147483648"/>
              <pc:sldLayoutMk cId="232964768" sldId="2147483712"/>
              <ac:spMk id="2" creationId="{17EAB587-AA6B-F6A3-72F0-E3282426ACB2}"/>
            </ac:spMkLst>
          </pc:spChg>
          <pc:spChg chg="del">
            <ac:chgData name="Stephen Kurniawan" userId="98a6f147-1caf-47f2-8e74-24cd4be6d7bf" providerId="ADAL" clId="{A3573757-997C-4092-A300-34449357E25A}" dt="2024-04-14T20:00:50.057" v="21" actId="478"/>
            <ac:spMkLst>
              <pc:docMk/>
              <pc:sldMasterMk cId="0" sldId="2147483648"/>
              <pc:sldLayoutMk cId="232964768" sldId="2147483712"/>
              <ac:spMk id="2" creationId="{C3015815-BBE6-5336-A819-32D36A45307F}"/>
            </ac:spMkLst>
          </pc:spChg>
          <pc:spChg chg="add del mod">
            <ac:chgData name="Stephen Kurniawan" userId="98a6f147-1caf-47f2-8e74-24cd4be6d7bf" providerId="ADAL" clId="{A3573757-997C-4092-A300-34449357E25A}" dt="2024-04-20T21:30:11.235" v="716" actId="478"/>
            <ac:spMkLst>
              <pc:docMk/>
              <pc:sldMasterMk cId="0" sldId="2147483648"/>
              <pc:sldLayoutMk cId="232964768" sldId="2147483712"/>
              <ac:spMk id="5" creationId="{1F56EA47-3B28-AF54-EF59-031A2155B13D}"/>
            </ac:spMkLst>
          </pc:spChg>
          <pc:spChg chg="add mod">
            <ac:chgData name="Stephen Kurniawan" userId="98a6f147-1caf-47f2-8e74-24cd4be6d7bf" providerId="ADAL" clId="{A3573757-997C-4092-A300-34449357E25A}" dt="2024-04-20T21:30:20.055" v="729" actId="20577"/>
            <ac:spMkLst>
              <pc:docMk/>
              <pc:sldMasterMk cId="0" sldId="2147483648"/>
              <pc:sldLayoutMk cId="232964768" sldId="2147483712"/>
              <ac:spMk id="6" creationId="{0341D8F5-98B0-D6E8-90B4-E12B8EE2DE3D}"/>
            </ac:spMkLst>
          </pc:spChg>
          <pc:spChg chg="add mod">
            <ac:chgData name="Stephen Kurniawan" userId="98a6f147-1caf-47f2-8e74-24cd4be6d7bf" providerId="ADAL" clId="{A3573757-997C-4092-A300-34449357E25A}" dt="2024-04-20T21:36:54.026" v="942" actId="20577"/>
            <ac:spMkLst>
              <pc:docMk/>
              <pc:sldMasterMk cId="0" sldId="2147483648"/>
              <pc:sldLayoutMk cId="232964768" sldId="2147483712"/>
              <ac:spMk id="7" creationId="{822EC0A3-1DEA-D960-5087-A56EC6D69306}"/>
            </ac:spMkLst>
          </pc:spChg>
          <pc:picChg chg="add mod">
            <ac:chgData name="Stephen Kurniawan" userId="98a6f147-1caf-47f2-8e74-24cd4be6d7bf" providerId="ADAL" clId="{A3573757-997C-4092-A300-34449357E25A}" dt="2024-04-20T21:30:08.858" v="715" actId="1076"/>
            <ac:picMkLst>
              <pc:docMk/>
              <pc:sldMasterMk cId="0" sldId="2147483648"/>
              <pc:sldLayoutMk cId="232964768" sldId="2147483712"/>
              <ac:picMk id="4" creationId="{72049E8A-E580-9C81-F309-8B5829412769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0T21:31:26.987" v="818" actId="20577"/>
          <pc:sldLayoutMkLst>
            <pc:docMk/>
            <pc:sldMasterMk cId="0" sldId="2147483648"/>
            <pc:sldLayoutMk cId="1976441686" sldId="2147483713"/>
          </pc:sldLayoutMkLst>
          <pc:spChg chg="add mod">
            <ac:chgData name="Stephen Kurniawan" userId="98a6f147-1caf-47f2-8e74-24cd4be6d7bf" providerId="ADAL" clId="{A3573757-997C-4092-A300-34449357E25A}" dt="2024-04-20T21:31:19.039" v="813" actId="1076"/>
            <ac:spMkLst>
              <pc:docMk/>
              <pc:sldMasterMk cId="0" sldId="2147483648"/>
              <pc:sldLayoutMk cId="1976441686" sldId="2147483713"/>
              <ac:spMk id="2" creationId="{45610D7D-2EDE-DAC9-6FB7-7B2D560ACD9D}"/>
            </ac:spMkLst>
          </pc:spChg>
          <pc:spChg chg="del">
            <ac:chgData name="Stephen Kurniawan" userId="98a6f147-1caf-47f2-8e74-24cd4be6d7bf" providerId="ADAL" clId="{A3573757-997C-4092-A300-34449357E25A}" dt="2024-04-14T20:01:03.315" v="24" actId="478"/>
            <ac:spMkLst>
              <pc:docMk/>
              <pc:sldMasterMk cId="0" sldId="2147483648"/>
              <pc:sldLayoutMk cId="1976441686" sldId="2147483713"/>
              <ac:spMk id="2" creationId="{CE800459-A61A-5C61-618E-653DADD5D938}"/>
            </ac:spMkLst>
          </pc:spChg>
          <pc:spChg chg="add del mod">
            <ac:chgData name="Stephen Kurniawan" userId="98a6f147-1caf-47f2-8e74-24cd4be6d7bf" providerId="ADAL" clId="{A3573757-997C-4092-A300-34449357E25A}" dt="2024-04-20T21:30:41.577" v="766" actId="478"/>
            <ac:spMkLst>
              <pc:docMk/>
              <pc:sldMasterMk cId="0" sldId="2147483648"/>
              <pc:sldLayoutMk cId="1976441686" sldId="2147483713"/>
              <ac:spMk id="5" creationId="{08AB3E84-BB7A-5F8A-B91A-F19840715248}"/>
            </ac:spMkLst>
          </pc:spChg>
          <pc:spChg chg="add mod">
            <ac:chgData name="Stephen Kurniawan" userId="98a6f147-1caf-47f2-8e74-24cd4be6d7bf" providerId="ADAL" clId="{A3573757-997C-4092-A300-34449357E25A}" dt="2024-04-20T21:31:19.039" v="813" actId="1076"/>
            <ac:spMkLst>
              <pc:docMk/>
              <pc:sldMasterMk cId="0" sldId="2147483648"/>
              <pc:sldLayoutMk cId="1976441686" sldId="2147483713"/>
              <ac:spMk id="6" creationId="{8506C89B-C1DE-55DD-9375-AC8953940534}"/>
            </ac:spMkLst>
          </pc:spChg>
          <pc:spChg chg="add mod">
            <ac:chgData name="Stephen Kurniawan" userId="98a6f147-1caf-47f2-8e74-24cd4be6d7bf" providerId="ADAL" clId="{A3573757-997C-4092-A300-34449357E25A}" dt="2024-04-20T21:31:26.987" v="818" actId="20577"/>
            <ac:spMkLst>
              <pc:docMk/>
              <pc:sldMasterMk cId="0" sldId="2147483648"/>
              <pc:sldLayoutMk cId="1976441686" sldId="2147483713"/>
              <ac:spMk id="7" creationId="{622D4179-8A15-0B66-DC0A-46A863D34420}"/>
            </ac:spMkLst>
          </pc:spChg>
          <pc:picChg chg="add mod">
            <ac:chgData name="Stephen Kurniawan" userId="98a6f147-1caf-47f2-8e74-24cd4be6d7bf" providerId="ADAL" clId="{A3573757-997C-4092-A300-34449357E25A}" dt="2024-04-20T21:31:12.542" v="812" actId="1076"/>
            <ac:picMkLst>
              <pc:docMk/>
              <pc:sldMasterMk cId="0" sldId="2147483648"/>
              <pc:sldLayoutMk cId="1976441686" sldId="2147483713"/>
              <ac:picMk id="4" creationId="{6C78FAEF-817F-33BF-EB16-9086E69F3FB6}"/>
            </ac:picMkLst>
          </pc:picChg>
        </pc:sldLayoutChg>
        <pc:sldLayoutChg chg="addSp delSp modSp new mod setBg">
          <pc:chgData name="Stephen Kurniawan" userId="98a6f147-1caf-47f2-8e74-24cd4be6d7bf" providerId="ADAL" clId="{A3573757-997C-4092-A300-34449357E25A}" dt="2024-04-21T20:12:57.685" v="952" actId="207"/>
          <pc:sldLayoutMkLst>
            <pc:docMk/>
            <pc:sldMasterMk cId="0" sldId="2147483648"/>
            <pc:sldLayoutMk cId="3713610194" sldId="2147483714"/>
          </pc:sldLayoutMkLst>
          <pc:spChg chg="del">
            <ac:chgData name="Stephen Kurniawan" userId="98a6f147-1caf-47f2-8e74-24cd4be6d7bf" providerId="ADAL" clId="{A3573757-997C-4092-A300-34449357E25A}" dt="2024-04-14T20:01:21.033" v="28" actId="478"/>
            <ac:spMkLst>
              <pc:docMk/>
              <pc:sldMasterMk cId="0" sldId="2147483648"/>
              <pc:sldLayoutMk cId="3713610194" sldId="2147483714"/>
              <ac:spMk id="2" creationId="{1A49643B-9F6E-CCC1-5F12-B2DE8B433DB1}"/>
            </ac:spMkLst>
          </pc:spChg>
          <pc:spChg chg="add mod">
            <ac:chgData name="Stephen Kurniawan" userId="98a6f147-1caf-47f2-8e74-24cd4be6d7bf" providerId="ADAL" clId="{A3573757-997C-4092-A300-34449357E25A}" dt="2024-04-20T21:16:26.288" v="436" actId="21"/>
            <ac:spMkLst>
              <pc:docMk/>
              <pc:sldMasterMk cId="0" sldId="2147483648"/>
              <pc:sldLayoutMk cId="3713610194" sldId="2147483714"/>
              <ac:spMk id="2" creationId="{2AB994C5-7F13-497D-917B-F014225512A0}"/>
            </ac:spMkLst>
          </pc:spChg>
          <pc:spChg chg="add del mod">
            <ac:chgData name="Stephen Kurniawan" userId="98a6f147-1caf-47f2-8e74-24cd4be6d7bf" providerId="ADAL" clId="{A3573757-997C-4092-A300-34449357E25A}" dt="2024-04-20T21:12:21.926" v="345" actId="478"/>
            <ac:spMkLst>
              <pc:docMk/>
              <pc:sldMasterMk cId="0" sldId="2147483648"/>
              <pc:sldLayoutMk cId="3713610194" sldId="2147483714"/>
              <ac:spMk id="4" creationId="{9716E481-C615-634B-561C-698CF5FF7E28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5" creationId="{7585158C-028D-940D-3662-DB5984373BBF}"/>
            </ac:spMkLst>
          </pc:spChg>
          <pc:spChg chg="add mod">
            <ac:chgData name="Stephen Kurniawan" userId="98a6f147-1caf-47f2-8e74-24cd4be6d7bf" providerId="ADAL" clId="{A3573757-997C-4092-A300-34449357E25A}" dt="2024-04-20T21:17:30.326" v="446" actId="21"/>
            <ac:spMkLst>
              <pc:docMk/>
              <pc:sldMasterMk cId="0" sldId="2147483648"/>
              <pc:sldLayoutMk cId="3713610194" sldId="2147483714"/>
              <ac:spMk id="5" creationId="{D2BE38C1-03DE-91D9-D265-A2C2AD9171CD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6" creationId="{6D9338D6-DBCC-B2C5-1FE4-350419CE2330}"/>
            </ac:spMkLst>
          </pc:spChg>
          <pc:spChg chg="add mod">
            <ac:chgData name="Stephen Kurniawan" userId="98a6f147-1caf-47f2-8e74-24cd4be6d7bf" providerId="ADAL" clId="{A3573757-997C-4092-A300-34449357E25A}" dt="2024-04-20T21:17:52.276" v="459" actId="20577"/>
            <ac:spMkLst>
              <pc:docMk/>
              <pc:sldMasterMk cId="0" sldId="2147483648"/>
              <pc:sldLayoutMk cId="3713610194" sldId="2147483714"/>
              <ac:spMk id="6" creationId="{B070DEB4-09B8-6390-E097-CC105631A414}"/>
            </ac:spMkLst>
          </pc:spChg>
          <pc:spChg chg="add mod">
            <ac:chgData name="Stephen Kurniawan" userId="98a6f147-1caf-47f2-8e74-24cd4be6d7bf" providerId="ADAL" clId="{A3573757-997C-4092-A300-34449357E25A}" dt="2024-04-20T21:17:57.693" v="460" actId="20577"/>
            <ac:spMkLst>
              <pc:docMk/>
              <pc:sldMasterMk cId="0" sldId="2147483648"/>
              <pc:sldLayoutMk cId="3713610194" sldId="2147483714"/>
              <ac:spMk id="7" creationId="{39B54EB2-F5C2-22B7-F225-D82CD0261440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7" creationId="{61C6F25E-8571-A0C9-9157-6C76AD664F0A}"/>
            </ac:spMkLst>
          </pc:spChg>
          <pc:spChg chg="add del">
            <ac:chgData name="Stephen Kurniawan" userId="98a6f147-1caf-47f2-8e74-24cd4be6d7bf" providerId="ADAL" clId="{A3573757-997C-4092-A300-34449357E25A}" dt="2024-04-20T21:16:33.025" v="437" actId="11529"/>
            <ac:spMkLst>
              <pc:docMk/>
              <pc:sldMasterMk cId="0" sldId="2147483648"/>
              <pc:sldLayoutMk cId="3713610194" sldId="2147483714"/>
              <ac:spMk id="8" creationId="{2164E0B7-1380-404E-1DAF-EAA2626FB11A}"/>
            </ac:spMkLst>
          </pc:spChg>
          <pc:spChg chg="add mod">
            <ac:chgData name="Stephen Kurniawan" userId="98a6f147-1caf-47f2-8e74-24cd4be6d7bf" providerId="ADAL" clId="{A3573757-997C-4092-A300-34449357E25A}" dt="2024-04-14T20:01:17.207" v="27"/>
            <ac:spMkLst>
              <pc:docMk/>
              <pc:sldMasterMk cId="0" sldId="2147483648"/>
              <pc:sldLayoutMk cId="3713610194" sldId="2147483714"/>
              <ac:spMk id="8" creationId="{8A04D1A9-38F8-68DC-F903-B98F162C7952}"/>
            </ac:spMkLst>
          </pc:spChg>
          <pc:spChg chg="add del mod">
            <ac:chgData name="Stephen Kurniawan" userId="98a6f147-1caf-47f2-8e74-24cd4be6d7bf" providerId="ADAL" clId="{A3573757-997C-4092-A300-34449357E25A}" dt="2024-04-20T21:10:21.879" v="286" actId="478"/>
            <ac:spMkLst>
              <pc:docMk/>
              <pc:sldMasterMk cId="0" sldId="2147483648"/>
              <pc:sldLayoutMk cId="3713610194" sldId="2147483714"/>
              <ac:spMk id="10" creationId="{CA3338AF-279E-F98B-4F54-AADBE81E23F7}"/>
            </ac:spMkLst>
          </pc:spChg>
          <pc:spChg chg="add del mod">
            <ac:chgData name="Stephen Kurniawan" userId="98a6f147-1caf-47f2-8e74-24cd4be6d7bf" providerId="ADAL" clId="{A3573757-997C-4092-A300-34449357E25A}" dt="2024-04-20T21:10:24.030" v="288" actId="478"/>
            <ac:spMkLst>
              <pc:docMk/>
              <pc:sldMasterMk cId="0" sldId="2147483648"/>
              <pc:sldLayoutMk cId="3713610194" sldId="2147483714"/>
              <ac:spMk id="11" creationId="{4F8DF1FD-FD1A-E316-86B8-F68B9605F409}"/>
            </ac:spMkLst>
          </pc:spChg>
          <pc:spChg chg="add del mod">
            <ac:chgData name="Stephen Kurniawan" userId="98a6f147-1caf-47f2-8e74-24cd4be6d7bf" providerId="ADAL" clId="{A3573757-997C-4092-A300-34449357E25A}" dt="2024-04-20T21:10:23.226" v="287" actId="478"/>
            <ac:spMkLst>
              <pc:docMk/>
              <pc:sldMasterMk cId="0" sldId="2147483648"/>
              <pc:sldLayoutMk cId="3713610194" sldId="2147483714"/>
              <ac:spMk id="12" creationId="{8E4A3900-8EC8-4E06-B274-CEC7B4CC16CF}"/>
            </ac:spMkLst>
          </pc:spChg>
          <pc:spChg chg="add del mod">
            <ac:chgData name="Stephen Kurniawan" userId="98a6f147-1caf-47f2-8e74-24cd4be6d7bf" providerId="ADAL" clId="{A3573757-997C-4092-A300-34449357E25A}" dt="2024-04-20T21:10:24.435" v="289" actId="478"/>
            <ac:spMkLst>
              <pc:docMk/>
              <pc:sldMasterMk cId="0" sldId="2147483648"/>
              <pc:sldLayoutMk cId="3713610194" sldId="2147483714"/>
              <ac:spMk id="13" creationId="{BDC82309-A67C-0DDE-12BB-6DCC75F4BCCC}"/>
            </ac:spMkLst>
          </pc:spChg>
          <pc:spChg chg="add mod">
            <ac:chgData name="Stephen Kurniawan" userId="98a6f147-1caf-47f2-8e74-24cd4be6d7bf" providerId="ADAL" clId="{A3573757-997C-4092-A300-34449357E25A}" dt="2024-04-21T20:12:52.240" v="949" actId="207"/>
            <ac:spMkLst>
              <pc:docMk/>
              <pc:sldMasterMk cId="0" sldId="2147483648"/>
              <pc:sldLayoutMk cId="3713610194" sldId="2147483714"/>
              <ac:spMk id="14" creationId="{AA3FDB45-8DB5-EA2D-122A-2E16BC129775}"/>
            </ac:spMkLst>
          </pc:spChg>
          <pc:spChg chg="add mod">
            <ac:chgData name="Stephen Kurniawan" userId="98a6f147-1caf-47f2-8e74-24cd4be6d7bf" providerId="ADAL" clId="{A3573757-997C-4092-A300-34449357E25A}" dt="2024-04-21T20:12:53.922" v="950" actId="207"/>
            <ac:spMkLst>
              <pc:docMk/>
              <pc:sldMasterMk cId="0" sldId="2147483648"/>
              <pc:sldLayoutMk cId="3713610194" sldId="2147483714"/>
              <ac:spMk id="15" creationId="{979E4F5A-A87C-7583-E41B-4B3AF5772422}"/>
            </ac:spMkLst>
          </pc:spChg>
          <pc:spChg chg="add mod">
            <ac:chgData name="Stephen Kurniawan" userId="98a6f147-1caf-47f2-8e74-24cd4be6d7bf" providerId="ADAL" clId="{A3573757-997C-4092-A300-34449357E25A}" dt="2024-04-20T21:17:50.696" v="458" actId="571"/>
            <ac:spMkLst>
              <pc:docMk/>
              <pc:sldMasterMk cId="0" sldId="2147483648"/>
              <pc:sldLayoutMk cId="3713610194" sldId="2147483714"/>
              <ac:spMk id="16" creationId="{4909EC55-5A63-98A9-D774-62A33CCAEA10}"/>
            </ac:spMkLst>
          </pc:spChg>
          <pc:spChg chg="add mod">
            <ac:chgData name="Stephen Kurniawan" userId="98a6f147-1caf-47f2-8e74-24cd4be6d7bf" providerId="ADAL" clId="{A3573757-997C-4092-A300-34449357E25A}" dt="2024-04-21T20:12:56.016" v="951" actId="207"/>
            <ac:spMkLst>
              <pc:docMk/>
              <pc:sldMasterMk cId="0" sldId="2147483648"/>
              <pc:sldLayoutMk cId="3713610194" sldId="2147483714"/>
              <ac:spMk id="17" creationId="{370E468A-5494-0575-8022-B2A49824B7D0}"/>
            </ac:spMkLst>
          </pc:spChg>
          <pc:spChg chg="add mod">
            <ac:chgData name="Stephen Kurniawan" userId="98a6f147-1caf-47f2-8e74-24cd4be6d7bf" providerId="ADAL" clId="{A3573757-997C-4092-A300-34449357E25A}" dt="2024-04-21T20:12:57.685" v="952" actId="207"/>
            <ac:spMkLst>
              <pc:docMk/>
              <pc:sldMasterMk cId="0" sldId="2147483648"/>
              <pc:sldLayoutMk cId="3713610194" sldId="2147483714"/>
              <ac:spMk id="18" creationId="{FCC539DC-57C8-E1BB-31C6-D3539DE2EBDC}"/>
            </ac:spMkLst>
          </pc:spChg>
          <pc:picChg chg="add mod">
            <ac:chgData name="Stephen Kurniawan" userId="98a6f147-1caf-47f2-8e74-24cd4be6d7bf" providerId="ADAL" clId="{A3573757-997C-4092-A300-34449357E25A}" dt="2024-04-14T20:01:17.207" v="27"/>
            <ac:picMkLst>
              <pc:docMk/>
              <pc:sldMasterMk cId="0" sldId="2147483648"/>
              <pc:sldLayoutMk cId="3713610194" sldId="2147483714"/>
              <ac:picMk id="4" creationId="{330B4267-13C9-0655-FA3A-F933A20213B7}"/>
            </ac:picMkLst>
          </pc:picChg>
          <pc:picChg chg="add mod">
            <ac:chgData name="Stephen Kurniawan" userId="98a6f147-1caf-47f2-8e74-24cd4be6d7bf" providerId="ADAL" clId="{A3573757-997C-4092-A300-34449357E25A}" dt="2024-04-20T21:17:37.039" v="452" actId="1076"/>
            <ac:picMkLst>
              <pc:docMk/>
              <pc:sldMasterMk cId="0" sldId="2147483648"/>
              <pc:sldLayoutMk cId="3713610194" sldId="2147483714"/>
              <ac:picMk id="9" creationId="{F2C3D0F0-3DF8-4F86-5413-E0B681B6A8B2}"/>
            </ac:picMkLst>
          </pc:picChg>
        </pc:sldLayoutChg>
        <pc:sldLayoutChg chg="addSp delSp modSp new mod">
          <pc:chgData name="Stephen Kurniawan" userId="98a6f147-1caf-47f2-8e74-24cd4be6d7bf" providerId="ADAL" clId="{A3573757-997C-4092-A300-34449357E25A}" dt="2024-04-21T20:16:58.326" v="1028" actId="207"/>
          <pc:sldLayoutMkLst>
            <pc:docMk/>
            <pc:sldMasterMk cId="0" sldId="2147483648"/>
            <pc:sldLayoutMk cId="1104561071" sldId="2147483715"/>
          </pc:sldLayoutMkLst>
          <pc:spChg chg="del mod">
            <ac:chgData name="Stephen Kurniawan" userId="98a6f147-1caf-47f2-8e74-24cd4be6d7bf" providerId="ADAL" clId="{A3573757-997C-4092-A300-34449357E25A}" dt="2024-04-14T20:02:22.277" v="34" actId="478"/>
            <ac:spMkLst>
              <pc:docMk/>
              <pc:sldMasterMk cId="0" sldId="2147483648"/>
              <pc:sldLayoutMk cId="1104561071" sldId="2147483715"/>
              <ac:spMk id="2" creationId="{4651C6F5-F85B-0759-C405-2CF360EEA4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5" creationId="{E145EC37-E731-A551-236B-3313A7AD67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6" creationId="{97F6FD88-AC79-3ABB-080E-4BFD127F6D8A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7" creationId="{2555A105-9B75-E07E-DD43-82AD948F2529}"/>
            </ac:spMkLst>
          </pc:spChg>
          <pc:spChg chg="add mod">
            <ac:chgData name="Stephen Kurniawan" userId="98a6f147-1caf-47f2-8e74-24cd4be6d7bf" providerId="ADAL" clId="{A3573757-997C-4092-A300-34449357E25A}" dt="2024-04-14T20:01:57.868" v="31"/>
            <ac:spMkLst>
              <pc:docMk/>
              <pc:sldMasterMk cId="0" sldId="2147483648"/>
              <pc:sldLayoutMk cId="1104561071" sldId="2147483715"/>
              <ac:spMk id="8" creationId="{35300055-D743-DFFF-4AD8-666454FB3B0F}"/>
            </ac:spMkLst>
          </pc:spChg>
          <pc:spChg chg="add del mod">
            <ac:chgData name="Stephen Kurniawan" userId="98a6f147-1caf-47f2-8e74-24cd4be6d7bf" providerId="ADAL" clId="{A3573757-997C-4092-A300-34449357E25A}" dt="2024-04-21T20:15:20.955" v="958" actId="14100"/>
            <ac:spMkLst>
              <pc:docMk/>
              <pc:sldMasterMk cId="0" sldId="2147483648"/>
              <pc:sldLayoutMk cId="1104561071" sldId="2147483715"/>
              <ac:spMk id="10" creationId="{32E7EA77-832D-7698-D622-61CD8B99576F}"/>
            </ac:spMkLst>
          </pc:spChg>
          <pc:spChg chg="add del mod">
            <ac:chgData name="Stephen Kurniawan" userId="98a6f147-1caf-47f2-8e74-24cd4be6d7bf" providerId="ADAL" clId="{A3573757-997C-4092-A300-34449357E25A}" dt="2024-04-14T20:02:26.635" v="37" actId="478"/>
            <ac:spMkLst>
              <pc:docMk/>
              <pc:sldMasterMk cId="0" sldId="2147483648"/>
              <pc:sldLayoutMk cId="1104561071" sldId="2147483715"/>
              <ac:spMk id="11" creationId="{7FF3F63E-3732-78D2-AD68-79FDF8E3E0B3}"/>
            </ac:spMkLst>
          </pc:spChg>
          <pc:spChg chg="add del mod">
            <ac:chgData name="Stephen Kurniawan" userId="98a6f147-1caf-47f2-8e74-24cd4be6d7bf" providerId="ADAL" clId="{A3573757-997C-4092-A300-34449357E25A}" dt="2024-04-14T20:02:26.635" v="37" actId="478"/>
            <ac:spMkLst>
              <pc:docMk/>
              <pc:sldMasterMk cId="0" sldId="2147483648"/>
              <pc:sldLayoutMk cId="1104561071" sldId="2147483715"/>
              <ac:spMk id="12" creationId="{FF2D639A-087E-2FA7-F163-BA4A435A9082}"/>
            </ac:spMkLst>
          </pc:spChg>
          <pc:spChg chg="add del mod">
            <ac:chgData name="Stephen Kurniawan" userId="98a6f147-1caf-47f2-8e74-24cd4be6d7bf" providerId="ADAL" clId="{A3573757-997C-4092-A300-34449357E25A}" dt="2024-04-21T20:15:56.445" v="994" actId="20577"/>
            <ac:spMkLst>
              <pc:docMk/>
              <pc:sldMasterMk cId="0" sldId="2147483648"/>
              <pc:sldLayoutMk cId="1104561071" sldId="2147483715"/>
              <ac:spMk id="13" creationId="{B6AA8BAB-A914-6508-E7AF-81202F25D839}"/>
            </ac:spMkLst>
          </pc:spChg>
          <pc:spChg chg="add del mod">
            <ac:chgData name="Stephen Kurniawan" userId="98a6f147-1caf-47f2-8e74-24cd4be6d7bf" providerId="ADAL" clId="{A3573757-997C-4092-A300-34449357E25A}" dt="2024-04-21T20:16:58.326" v="1028" actId="207"/>
            <ac:spMkLst>
              <pc:docMk/>
              <pc:sldMasterMk cId="0" sldId="2147483648"/>
              <pc:sldLayoutMk cId="1104561071" sldId="2147483715"/>
              <ac:spMk id="14" creationId="{71358F21-051E-206A-D00B-B43354D5D760}"/>
            </ac:spMkLst>
          </pc:spChg>
          <pc:spChg chg="add del mod">
            <ac:chgData name="Stephen Kurniawan" userId="98a6f147-1caf-47f2-8e74-24cd4be6d7bf" providerId="ADAL" clId="{A3573757-997C-4092-A300-34449357E25A}" dt="2024-04-14T20:02:41.533" v="41"/>
            <ac:spMkLst>
              <pc:docMk/>
              <pc:sldMasterMk cId="0" sldId="2147483648"/>
              <pc:sldLayoutMk cId="1104561071" sldId="2147483715"/>
              <ac:spMk id="15" creationId="{97EB8EDB-3B4B-F8B1-2F6B-105B01BB91BF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6" creationId="{19C7FFBE-5785-2C10-F2C8-29EAB04D670B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7" creationId="{38189F75-04D9-559C-FDDF-AF14D58F7054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8" creationId="{9845911C-C1F5-3182-144C-1E2047B75D23}"/>
            </ac:spMkLst>
          </pc:spChg>
          <pc:spChg chg="add mod">
            <ac:chgData name="Stephen Kurniawan" userId="98a6f147-1caf-47f2-8e74-24cd4be6d7bf" providerId="ADAL" clId="{A3573757-997C-4092-A300-34449357E25A}" dt="2024-04-14T20:02:25.065" v="36"/>
            <ac:spMkLst>
              <pc:docMk/>
              <pc:sldMasterMk cId="0" sldId="2147483648"/>
              <pc:sldLayoutMk cId="1104561071" sldId="2147483715"/>
              <ac:spMk id="19" creationId="{CF08C279-EDCF-D1DD-B201-E1DEC38EE23E}"/>
            </ac:spMkLst>
          </pc:spChg>
          <pc:picChg chg="add mod">
            <ac:chgData name="Stephen Kurniawan" userId="98a6f147-1caf-47f2-8e74-24cd4be6d7bf" providerId="ADAL" clId="{A3573757-997C-4092-A300-34449357E25A}" dt="2024-04-14T20:01:57.868" v="31"/>
            <ac:picMkLst>
              <pc:docMk/>
              <pc:sldMasterMk cId="0" sldId="2147483648"/>
              <pc:sldLayoutMk cId="1104561071" sldId="2147483715"/>
              <ac:picMk id="4" creationId="{C0B19CF7-B6C0-4209-2FA2-03DE9DBF78D7}"/>
            </ac:picMkLst>
          </pc:picChg>
          <pc:picChg chg="add mod">
            <ac:chgData name="Stephen Kurniawan" userId="98a6f147-1caf-47f2-8e74-24cd4be6d7bf" providerId="ADAL" clId="{A3573757-997C-4092-A300-34449357E25A}" dt="2024-04-21T20:16:29.351" v="997" actId="1076"/>
            <ac:picMkLst>
              <pc:docMk/>
              <pc:sldMasterMk cId="0" sldId="2147483648"/>
              <pc:sldLayoutMk cId="1104561071" sldId="2147483715"/>
              <ac:picMk id="9" creationId="{7BDE0CF6-23A0-475F-E17D-2A5D06FC0131}"/>
            </ac:picMkLst>
          </pc:picChg>
        </pc:sldLayoutChg>
        <pc:sldLayoutChg chg="addSp delSp modSp mod">
          <pc:chgData name="Stephen Kurniawan" userId="98a6f147-1caf-47f2-8e74-24cd4be6d7bf" providerId="ADAL" clId="{A3573757-997C-4092-A300-34449357E25A}" dt="2024-04-21T20:26:55.854" v="1365" actId="20577"/>
          <pc:sldLayoutMkLst>
            <pc:docMk/>
            <pc:sldMasterMk cId="0" sldId="2147483648"/>
            <pc:sldLayoutMk cId="4259342615" sldId="2147483716"/>
          </pc:sldLayoutMkLst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3" creationId="{0D3E8F6D-30DC-482E-79BE-6690FC3025CC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4" creationId="{B8056ED0-F4FE-1FD4-AB71-92B5D53E0829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5" creationId="{B5989618-EE8D-A309-7653-631BA609EA61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6" creationId="{0B1971B2-10F1-8B78-CD6A-872D2D3FF5EC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7" creationId="{3340BD38-0D34-0DD3-083E-5E4C982134AC}"/>
            </ac:spMkLst>
          </pc:spChg>
          <pc:spChg chg="del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8" creationId="{1533D51C-0561-5F1F-FCCD-8256995D7851}"/>
            </ac:spMkLst>
          </pc:spChg>
          <pc:spChg chg="del mod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9" creationId="{8ABFA118-4DF0-EF68-D397-3ED8EB97B776}"/>
            </ac:spMkLst>
          </pc:spChg>
          <pc:spChg chg="del mod">
            <ac:chgData name="Stephen Kurniawan" userId="98a6f147-1caf-47f2-8e74-24cd4be6d7bf" providerId="ADAL" clId="{A3573757-997C-4092-A300-34449357E25A}" dt="2024-04-21T20:25:57.789" v="1343" actId="478"/>
            <ac:spMkLst>
              <pc:docMk/>
              <pc:sldMasterMk cId="0" sldId="2147483648"/>
              <pc:sldLayoutMk cId="4259342615" sldId="2147483716"/>
              <ac:spMk id="10" creationId="{0C35CC88-21D9-0F7A-6CD6-497149F3BFD6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11" creationId="{4ACC59FA-B992-8699-DA02-89D40CE22A96}"/>
            </ac:spMkLst>
          </pc:spChg>
          <pc:spChg chg="add mod">
            <ac:chgData name="Stephen Kurniawan" userId="98a6f147-1caf-47f2-8e74-24cd4be6d7bf" providerId="ADAL" clId="{A3573757-997C-4092-A300-34449357E25A}" dt="2024-04-21T20:26:45.139" v="1356" actId="20577"/>
            <ac:spMkLst>
              <pc:docMk/>
              <pc:sldMasterMk cId="0" sldId="2147483648"/>
              <pc:sldLayoutMk cId="4259342615" sldId="2147483716"/>
              <ac:spMk id="12" creationId="{0729C6EF-DA83-8578-34F2-94023D0CC6E5}"/>
            </ac:spMkLst>
          </pc:spChg>
          <pc:spChg chg="add mod">
            <ac:chgData name="Stephen Kurniawan" userId="98a6f147-1caf-47f2-8e74-24cd4be6d7bf" providerId="ADAL" clId="{A3573757-997C-4092-A300-34449357E25A}" dt="2024-04-21T20:25:57.967" v="1344"/>
            <ac:spMkLst>
              <pc:docMk/>
              <pc:sldMasterMk cId="0" sldId="2147483648"/>
              <pc:sldLayoutMk cId="4259342615" sldId="2147483716"/>
              <ac:spMk id="13" creationId="{05ADDBE3-13B6-8021-81C9-6A8AD75A7299}"/>
            </ac:spMkLst>
          </pc:spChg>
          <pc:spChg chg="add mod">
            <ac:chgData name="Stephen Kurniawan" userId="98a6f147-1caf-47f2-8e74-24cd4be6d7bf" providerId="ADAL" clId="{A3573757-997C-4092-A300-34449357E25A}" dt="2024-04-21T20:26:55.854" v="1365" actId="20577"/>
            <ac:spMkLst>
              <pc:docMk/>
              <pc:sldMasterMk cId="0" sldId="2147483648"/>
              <pc:sldLayoutMk cId="4259342615" sldId="2147483716"/>
              <ac:spMk id="14" creationId="{9A442C29-E40D-E5FB-E30E-1A8104FC32F4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7:24.486" v="1376" actId="20577"/>
          <pc:sldLayoutMkLst>
            <pc:docMk/>
            <pc:sldMasterMk cId="0" sldId="2147483648"/>
            <pc:sldLayoutMk cId="632925151" sldId="2147483717"/>
          </pc:sldLayoutMkLst>
          <pc:spChg chg="add mod">
            <ac:chgData name="Stephen Kurniawan" userId="98a6f147-1caf-47f2-8e74-24cd4be6d7bf" providerId="ADAL" clId="{A3573757-997C-4092-A300-34449357E25A}" dt="2024-04-21T20:26:01.722" v="1346"/>
            <ac:spMkLst>
              <pc:docMk/>
              <pc:sldMasterMk cId="0" sldId="2147483648"/>
              <pc:sldLayoutMk cId="632925151" sldId="2147483717"/>
              <ac:spMk id="3" creationId="{87F95481-CA74-40CA-5714-18D7596BD8E5}"/>
            </ac:spMkLst>
          </pc:spChg>
          <pc:spChg chg="add mod">
            <ac:chgData name="Stephen Kurniawan" userId="98a6f147-1caf-47f2-8e74-24cd4be6d7bf" providerId="ADAL" clId="{A3573757-997C-4092-A300-34449357E25A}" dt="2024-04-21T20:26:01.722" v="1346"/>
            <ac:spMkLst>
              <pc:docMk/>
              <pc:sldMasterMk cId="0" sldId="2147483648"/>
              <pc:sldLayoutMk cId="632925151" sldId="2147483717"/>
              <ac:spMk id="4" creationId="{A39875C0-16A3-04D5-2FDF-90553E3FC152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5" creationId="{B5989618-EE8D-A309-7653-631BA609EA61}"/>
            </ac:spMkLst>
          </pc:spChg>
          <pc:spChg chg="del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6" creationId="{0B1971B2-10F1-8B78-CD6A-872D2D3FF5EC}"/>
            </ac:spMkLst>
          </pc:spChg>
          <pc:spChg chg="del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7" creationId="{3340BD38-0D34-0DD3-083E-5E4C982134AC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8" creationId="{1533D51C-0561-5F1F-FCCD-8256995D7851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9" creationId="{8ABFA118-4DF0-EF68-D397-3ED8EB97B776}"/>
            </ac:spMkLst>
          </pc:spChg>
          <pc:spChg chg="del mod">
            <ac:chgData name="Stephen Kurniawan" userId="98a6f147-1caf-47f2-8e74-24cd4be6d7bf" providerId="ADAL" clId="{A3573757-997C-4092-A300-34449357E25A}" dt="2024-04-21T20:26:01.552" v="1345" actId="478"/>
            <ac:spMkLst>
              <pc:docMk/>
              <pc:sldMasterMk cId="0" sldId="2147483648"/>
              <pc:sldLayoutMk cId="632925151" sldId="2147483717"/>
              <ac:spMk id="10" creationId="{0C35CC88-21D9-0F7A-6CD6-497149F3BFD6}"/>
            </ac:spMkLst>
          </pc:spChg>
          <pc:spChg chg="add mod">
            <ac:chgData name="Stephen Kurniawan" userId="98a6f147-1caf-47f2-8e74-24cd4be6d7bf" providerId="ADAL" clId="{A3573757-997C-4092-A300-34449357E25A}" dt="2024-04-21T20:27:03.591" v="1366"/>
            <ac:spMkLst>
              <pc:docMk/>
              <pc:sldMasterMk cId="0" sldId="2147483648"/>
              <pc:sldLayoutMk cId="632925151" sldId="2147483717"/>
              <ac:spMk id="11" creationId="{C49E5F9C-13C6-ED13-4150-69BB0FC3C0E3}"/>
            </ac:spMkLst>
          </pc:spChg>
          <pc:spChg chg="add mod">
            <ac:chgData name="Stephen Kurniawan" userId="98a6f147-1caf-47f2-8e74-24cd4be6d7bf" providerId="ADAL" clId="{A3573757-997C-4092-A300-34449357E25A}" dt="2024-04-21T20:27:23.227" v="1375" actId="20577"/>
            <ac:spMkLst>
              <pc:docMk/>
              <pc:sldMasterMk cId="0" sldId="2147483648"/>
              <pc:sldLayoutMk cId="632925151" sldId="2147483717"/>
              <ac:spMk id="12" creationId="{5BAB0EDF-C557-492D-A514-B4F6CB5FCB33}"/>
            </ac:spMkLst>
          </pc:spChg>
          <pc:spChg chg="add mod">
            <ac:chgData name="Stephen Kurniawan" userId="98a6f147-1caf-47f2-8e74-24cd4be6d7bf" providerId="ADAL" clId="{A3573757-997C-4092-A300-34449357E25A}" dt="2024-04-21T20:27:08.725" v="1368" actId="20577"/>
            <ac:spMkLst>
              <pc:docMk/>
              <pc:sldMasterMk cId="0" sldId="2147483648"/>
              <pc:sldLayoutMk cId="632925151" sldId="2147483717"/>
              <ac:spMk id="13" creationId="{612CFB36-C0B2-BD00-F702-23F25716BD3B}"/>
            </ac:spMkLst>
          </pc:spChg>
          <pc:spChg chg="add mod">
            <ac:chgData name="Stephen Kurniawan" userId="98a6f147-1caf-47f2-8e74-24cd4be6d7bf" providerId="ADAL" clId="{A3573757-997C-4092-A300-34449357E25A}" dt="2024-04-21T20:27:24.486" v="1376" actId="20577"/>
            <ac:spMkLst>
              <pc:docMk/>
              <pc:sldMasterMk cId="0" sldId="2147483648"/>
              <pc:sldLayoutMk cId="632925151" sldId="2147483717"/>
              <ac:spMk id="14" creationId="{A32D2238-D56C-2519-8D5C-642290813AC9}"/>
            </ac:spMkLst>
          </pc:spChg>
        </pc:sldLayoutChg>
        <pc:sldLayoutChg chg="new del mod">
          <pc:chgData name="Stephen Kurniawan" userId="98a6f147-1caf-47f2-8e74-24cd4be6d7bf" providerId="ADAL" clId="{A3573757-997C-4092-A300-34449357E25A}" dt="2024-04-14T20:05:25.426" v="52" actId="2696"/>
          <pc:sldLayoutMkLst>
            <pc:docMk/>
            <pc:sldMasterMk cId="0" sldId="2147483648"/>
            <pc:sldLayoutMk cId="1539444067" sldId="2147483718"/>
          </pc:sldLayoutMkLst>
        </pc:sldLayoutChg>
        <pc:sldLayoutChg chg="addSp delSp modSp mod">
          <pc:chgData name="Stephen Kurniawan" userId="98a6f147-1caf-47f2-8e74-24cd4be6d7bf" providerId="ADAL" clId="{A3573757-997C-4092-A300-34449357E25A}" dt="2024-04-21T20:23:02.064" v="1342" actId="20577"/>
          <pc:sldLayoutMkLst>
            <pc:docMk/>
            <pc:sldMasterMk cId="0" sldId="2147483648"/>
            <pc:sldLayoutMk cId="3104581202" sldId="2147483719"/>
          </pc:sldLayoutMkLst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2" creationId="{C871AF52-D2B9-1081-144A-4DAA5148C17D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4" creationId="{0EEB8452-FDAC-C593-96AD-2DEBDC073D0E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5" creationId="{F3FAF99B-89FD-5EE3-8CD7-178571698CC2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6" creationId="{10E12D29-49FA-0A0F-073A-E4112C9820ED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7" creationId="{A5E3FA37-89C1-8B09-A5A4-80A452D5E1C2}"/>
            </ac:spMkLst>
          </pc:spChg>
          <pc:spChg chg="add del mod">
            <ac:chgData name="Stephen Kurniawan" userId="98a6f147-1caf-47f2-8e74-24cd4be6d7bf" providerId="ADAL" clId="{A3573757-997C-4092-A300-34449357E25A}" dt="2024-04-21T20:22:03.114" v="1301" actId="478"/>
            <ac:spMkLst>
              <pc:docMk/>
              <pc:sldMasterMk cId="0" sldId="2147483648"/>
              <pc:sldLayoutMk cId="3104581202" sldId="2147483719"/>
              <ac:spMk id="8" creationId="{F8B5EF72-E5EF-8FBE-0E31-76BC50B1B602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0" creationId="{32E7EA77-832D-7698-D622-61CD8B99576F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1" creationId="{7FF3F63E-3732-78D2-AD68-79FDF8E3E0B3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2" creationId="{FF2D639A-087E-2FA7-F163-BA4A435A9082}"/>
            </ac:spMkLst>
          </pc:spChg>
          <pc:spChg chg="del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3" creationId="{B6AA8BAB-A914-6508-E7AF-81202F25D839}"/>
            </ac:spMkLst>
          </pc:spChg>
          <pc:spChg chg="del mod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4" creationId="{71358F21-051E-206A-D00B-B43354D5D760}"/>
            </ac:spMkLst>
          </pc:spChg>
          <pc:spChg chg="del mod">
            <ac:chgData name="Stephen Kurniawan" userId="98a6f147-1caf-47f2-8e74-24cd4be6d7bf" providerId="ADAL" clId="{A3573757-997C-4092-A300-34449357E25A}" dt="2024-04-21T20:19:20.720" v="1050" actId="478"/>
            <ac:spMkLst>
              <pc:docMk/>
              <pc:sldMasterMk cId="0" sldId="2147483648"/>
              <pc:sldLayoutMk cId="3104581202" sldId="2147483719"/>
              <ac:spMk id="15" creationId="{97EB8EDB-3B4B-F8B1-2F6B-105B01BB91BF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6" creationId="{84E5BCEA-7CAF-12C0-4D88-FFDD2B1323C4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7" creationId="{677DE3C3-388C-0B09-7697-B3044CE13254}"/>
            </ac:spMkLst>
          </pc:spChg>
          <pc:spChg chg="add mod">
            <ac:chgData name="Stephen Kurniawan" userId="98a6f147-1caf-47f2-8e74-24cd4be6d7bf" providerId="ADAL" clId="{A3573757-997C-4092-A300-34449357E25A}" dt="2024-04-21T20:22:38.372" v="1328" actId="20577"/>
            <ac:spMkLst>
              <pc:docMk/>
              <pc:sldMasterMk cId="0" sldId="2147483648"/>
              <pc:sldLayoutMk cId="3104581202" sldId="2147483719"/>
              <ac:spMk id="18" creationId="{A11EB085-C5B6-4574-D0B7-F562710A31BD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19" creationId="{168EF372-2FDC-9A44-0BC9-18415F4F1792}"/>
            </ac:spMkLst>
          </pc:spChg>
          <pc:spChg chg="add mod">
            <ac:chgData name="Stephen Kurniawan" userId="98a6f147-1caf-47f2-8e74-24cd4be6d7bf" providerId="ADAL" clId="{A3573757-997C-4092-A300-34449357E25A}" dt="2024-04-21T20:22:03.287" v="1302"/>
            <ac:spMkLst>
              <pc:docMk/>
              <pc:sldMasterMk cId="0" sldId="2147483648"/>
              <pc:sldLayoutMk cId="3104581202" sldId="2147483719"/>
              <ac:spMk id="20" creationId="{8051E29E-1CDA-0969-AAA0-BE63D80A495C}"/>
            </ac:spMkLst>
          </pc:spChg>
          <pc:spChg chg="add mod">
            <ac:chgData name="Stephen Kurniawan" userId="98a6f147-1caf-47f2-8e74-24cd4be6d7bf" providerId="ADAL" clId="{A3573757-997C-4092-A300-34449357E25A}" dt="2024-04-21T20:23:02.064" v="1342" actId="20577"/>
            <ac:spMkLst>
              <pc:docMk/>
              <pc:sldMasterMk cId="0" sldId="2147483648"/>
              <pc:sldLayoutMk cId="3104581202" sldId="2147483719"/>
              <ac:spMk id="21" creationId="{A42EDF82-FB1A-2840-CC29-61D523A9F6E6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3.137" v="1331" actId="20577"/>
          <pc:sldLayoutMkLst>
            <pc:docMk/>
            <pc:sldMasterMk cId="0" sldId="2147483648"/>
            <pc:sldLayoutMk cId="2687125434" sldId="2147483720"/>
          </pc:sldLayoutMkLst>
          <pc:spChg chg="add mod">
            <ac:chgData name="Stephen Kurniawan" userId="98a6f147-1caf-47f2-8e74-24cd4be6d7bf" providerId="ADAL" clId="{A3573757-997C-4092-A300-34449357E25A}" dt="2024-04-21T20:19:24.697" v="1053"/>
            <ac:spMkLst>
              <pc:docMk/>
              <pc:sldMasterMk cId="0" sldId="2147483648"/>
              <pc:sldLayoutMk cId="2687125434" sldId="2147483720"/>
              <ac:spMk id="2" creationId="{39587C9D-9F04-439D-5590-7C582C2939A5}"/>
            </ac:spMkLst>
          </pc:spChg>
          <pc:spChg chg="add mod">
            <ac:chgData name="Stephen Kurniawan" userId="98a6f147-1caf-47f2-8e74-24cd4be6d7bf" providerId="ADAL" clId="{A3573757-997C-4092-A300-34449357E25A}" dt="2024-04-21T20:21:15.795" v="1196" actId="20577"/>
            <ac:spMkLst>
              <pc:docMk/>
              <pc:sldMasterMk cId="0" sldId="2147483648"/>
              <pc:sldLayoutMk cId="2687125434" sldId="2147483720"/>
              <ac:spMk id="4" creationId="{C12206A1-A367-92D5-348A-C8B9214535AD}"/>
            </ac:spMkLst>
          </pc:spChg>
          <pc:spChg chg="add mod">
            <ac:chgData name="Stephen Kurniawan" userId="98a6f147-1caf-47f2-8e74-24cd4be6d7bf" providerId="ADAL" clId="{A3573757-997C-4092-A300-34449357E25A}" dt="2024-04-21T20:22:42.048" v="1330" actId="20577"/>
            <ac:spMkLst>
              <pc:docMk/>
              <pc:sldMasterMk cId="0" sldId="2147483648"/>
              <pc:sldLayoutMk cId="2687125434" sldId="2147483720"/>
              <ac:spMk id="5" creationId="{461C005D-AF3C-A0CB-EAB5-8B1B9E28A022}"/>
            </ac:spMkLst>
          </pc:spChg>
          <pc:spChg chg="add mod">
            <ac:chgData name="Stephen Kurniawan" userId="98a6f147-1caf-47f2-8e74-24cd4be6d7bf" providerId="ADAL" clId="{A3573757-997C-4092-A300-34449357E25A}" dt="2024-04-21T20:19:24.697" v="1053"/>
            <ac:spMkLst>
              <pc:docMk/>
              <pc:sldMasterMk cId="0" sldId="2147483648"/>
              <pc:sldLayoutMk cId="2687125434" sldId="2147483720"/>
              <ac:spMk id="6" creationId="{3B5197AE-94B7-111D-E986-836F0EC54F5E}"/>
            </ac:spMkLst>
          </pc:spChg>
          <pc:spChg chg="add mod">
            <ac:chgData name="Stephen Kurniawan" userId="98a6f147-1caf-47f2-8e74-24cd4be6d7bf" providerId="ADAL" clId="{A3573757-997C-4092-A300-34449357E25A}" dt="2024-04-21T20:21:36.357" v="1260" actId="20577"/>
            <ac:spMkLst>
              <pc:docMk/>
              <pc:sldMasterMk cId="0" sldId="2147483648"/>
              <pc:sldLayoutMk cId="2687125434" sldId="2147483720"/>
              <ac:spMk id="7" creationId="{2E49088D-F882-800D-FE84-94F9A973F6A7}"/>
            </ac:spMkLst>
          </pc:spChg>
          <pc:spChg chg="add mod">
            <ac:chgData name="Stephen Kurniawan" userId="98a6f147-1caf-47f2-8e74-24cd4be6d7bf" providerId="ADAL" clId="{A3573757-997C-4092-A300-34449357E25A}" dt="2024-04-21T20:22:43.137" v="1331" actId="20577"/>
            <ac:spMkLst>
              <pc:docMk/>
              <pc:sldMasterMk cId="0" sldId="2147483648"/>
              <pc:sldLayoutMk cId="2687125434" sldId="2147483720"/>
              <ac:spMk id="8" creationId="{06877283-B79D-7BDC-CF59-F2C0F5DB27F4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0" creationId="{32E7EA77-832D-7698-D622-61CD8B99576F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1" creationId="{7FF3F63E-3732-78D2-AD68-79FDF8E3E0B3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2" creationId="{FF2D639A-087E-2FA7-F163-BA4A435A9082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3" creationId="{B6AA8BAB-A914-6508-E7AF-81202F25D839}"/>
            </ac:spMkLst>
          </pc:spChg>
          <pc:spChg chg="del mod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4" creationId="{71358F21-051E-206A-D00B-B43354D5D760}"/>
            </ac:spMkLst>
          </pc:spChg>
          <pc:spChg chg="del">
            <ac:chgData name="Stephen Kurniawan" userId="98a6f147-1caf-47f2-8e74-24cd4be6d7bf" providerId="ADAL" clId="{A3573757-997C-4092-A300-34449357E25A}" dt="2024-04-21T20:19:24.484" v="1052" actId="478"/>
            <ac:spMkLst>
              <pc:docMk/>
              <pc:sldMasterMk cId="0" sldId="2147483648"/>
              <pc:sldLayoutMk cId="2687125434" sldId="2147483720"/>
              <ac:spMk id="15" creationId="{97EB8EDB-3B4B-F8B1-2F6B-105B01BB91BF}"/>
            </ac:spMkLst>
          </pc:spChg>
        </pc:sldLayoutChg>
        <pc:sldLayoutChg chg="addSp delSp modSp mod">
          <pc:chgData name="Stephen Kurniawan" userId="98a6f147-1caf-47f2-8e74-24cd4be6d7bf" providerId="ADAL" clId="{A3573757-997C-4092-A300-34449357E25A}" dt="2024-04-21T20:22:49.743" v="1335" actId="20577"/>
          <pc:sldLayoutMkLst>
            <pc:docMk/>
            <pc:sldMasterMk cId="0" sldId="2147483648"/>
            <pc:sldLayoutMk cId="1635498429" sldId="2147483721"/>
          </pc:sldLayoutMkLst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3" creationId="{26E36A7A-50BC-A8A4-8B3A-26639B00E718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4" creationId="{9A6ED105-63CE-8830-117F-294EF966FD17}"/>
            </ac:spMkLst>
          </pc:spChg>
          <pc:spChg chg="del mod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5" creationId="{4E640DE2-3F21-FEA7-765A-0FDE332A79A4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6" creationId="{5813634B-C1CF-2576-C8A6-91866D56E4BA}"/>
            </ac:spMkLst>
          </pc:spChg>
          <pc:spChg chg="del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7" creationId="{85D452FD-1D1D-A063-A01C-62E121A92ABC}"/>
            </ac:spMkLst>
          </pc:spChg>
          <pc:spChg chg="del mod">
            <ac:chgData name="Stephen Kurniawan" userId="98a6f147-1caf-47f2-8e74-24cd4be6d7bf" providerId="ADAL" clId="{A3573757-997C-4092-A300-34449357E25A}" dt="2024-04-21T20:19:31.742" v="1056" actId="478"/>
            <ac:spMkLst>
              <pc:docMk/>
              <pc:sldMasterMk cId="0" sldId="2147483648"/>
              <pc:sldLayoutMk cId="1635498429" sldId="2147483721"/>
              <ac:spMk id="8" creationId="{9B4A3C71-1E5B-7DEF-E029-5B3B8680915E}"/>
            </ac:spMkLst>
          </pc:spChg>
          <pc:spChg chg="add mod">
            <ac:chgData name="Stephen Kurniawan" userId="98a6f147-1caf-47f2-8e74-24cd4be6d7bf" providerId="ADAL" clId="{A3573757-997C-4092-A300-34449357E25A}" dt="2024-04-21T20:19:31.917" v="1057"/>
            <ac:spMkLst>
              <pc:docMk/>
              <pc:sldMasterMk cId="0" sldId="2147483648"/>
              <pc:sldLayoutMk cId="1635498429" sldId="2147483721"/>
              <ac:spMk id="9" creationId="{3148CB38-9A22-5DA5-8965-700C24FD8B6A}"/>
            </ac:spMkLst>
          </pc:spChg>
          <pc:spChg chg="add mod">
            <ac:chgData name="Stephen Kurniawan" userId="98a6f147-1caf-47f2-8e74-24cd4be6d7bf" providerId="ADAL" clId="{A3573757-997C-4092-A300-34449357E25A}" dt="2024-04-21T20:19:54.285" v="1071" actId="20577"/>
            <ac:spMkLst>
              <pc:docMk/>
              <pc:sldMasterMk cId="0" sldId="2147483648"/>
              <pc:sldLayoutMk cId="1635498429" sldId="2147483721"/>
              <ac:spMk id="10" creationId="{69D8103A-A69B-B1CA-2987-689868AC39EA}"/>
            </ac:spMkLst>
          </pc:spChg>
          <pc:spChg chg="add mod">
            <ac:chgData name="Stephen Kurniawan" userId="98a6f147-1caf-47f2-8e74-24cd4be6d7bf" providerId="ADAL" clId="{A3573757-997C-4092-A300-34449357E25A}" dt="2024-04-21T20:22:48.932" v="1334" actId="20577"/>
            <ac:spMkLst>
              <pc:docMk/>
              <pc:sldMasterMk cId="0" sldId="2147483648"/>
              <pc:sldLayoutMk cId="1635498429" sldId="2147483721"/>
              <ac:spMk id="11" creationId="{1B8AB7A4-37F9-8B47-8BA9-5C09F8330607}"/>
            </ac:spMkLst>
          </pc:spChg>
          <pc:spChg chg="add mod">
            <ac:chgData name="Stephen Kurniawan" userId="98a6f147-1caf-47f2-8e74-24cd4be6d7bf" providerId="ADAL" clId="{A3573757-997C-4092-A300-34449357E25A}" dt="2024-04-21T20:19:31.917" v="1057"/>
            <ac:spMkLst>
              <pc:docMk/>
              <pc:sldMasterMk cId="0" sldId="2147483648"/>
              <pc:sldLayoutMk cId="1635498429" sldId="2147483721"/>
              <ac:spMk id="12" creationId="{AC618D34-EC52-7050-9752-391795323007}"/>
            </ac:spMkLst>
          </pc:spChg>
          <pc:spChg chg="add mod">
            <ac:chgData name="Stephen Kurniawan" userId="98a6f147-1caf-47f2-8e74-24cd4be6d7bf" providerId="ADAL" clId="{A3573757-997C-4092-A300-34449357E25A}" dt="2024-04-21T20:20:19.795" v="1143" actId="20577"/>
            <ac:spMkLst>
              <pc:docMk/>
              <pc:sldMasterMk cId="0" sldId="2147483648"/>
              <pc:sldLayoutMk cId="1635498429" sldId="2147483721"/>
              <ac:spMk id="13" creationId="{3BFBEE91-5810-A5BE-9B19-8FE79BEECE3F}"/>
            </ac:spMkLst>
          </pc:spChg>
          <pc:spChg chg="add mod">
            <ac:chgData name="Stephen Kurniawan" userId="98a6f147-1caf-47f2-8e74-24cd4be6d7bf" providerId="ADAL" clId="{A3573757-997C-4092-A300-34449357E25A}" dt="2024-04-21T20:22:49.743" v="1335" actId="20577"/>
            <ac:spMkLst>
              <pc:docMk/>
              <pc:sldMasterMk cId="0" sldId="2147483648"/>
              <pc:sldLayoutMk cId="1635498429" sldId="2147483721"/>
              <ac:spMk id="14" creationId="{FFBF6D96-43BC-BF4E-B523-FFD9E84A0B5E}"/>
            </ac:spMkLst>
          </pc:spChg>
        </pc:sldLayoutChg>
        <pc:sldLayoutChg chg="modSp mod">
          <pc:chgData name="Stephen Kurniawan" userId="98a6f147-1caf-47f2-8e74-24cd4be6d7bf" providerId="ADAL" clId="{A3573757-997C-4092-A300-34449357E25A}" dt="2024-04-20T21:14:51.364" v="430" actId="6014"/>
          <pc:sldLayoutMkLst>
            <pc:docMk/>
            <pc:sldMasterMk cId="0" sldId="2147483648"/>
            <pc:sldLayoutMk cId="4251225809" sldId="2147483722"/>
          </pc:sldLayoutMkLst>
          <pc:spChg chg="mod">
            <ac:chgData name="Stephen Kurniawan" userId="98a6f147-1caf-47f2-8e74-24cd4be6d7bf" providerId="ADAL" clId="{A3573757-997C-4092-A300-34449357E25A}" dt="2024-04-20T20:53:21.013" v="207" actId="14100"/>
            <ac:spMkLst>
              <pc:docMk/>
              <pc:sldMasterMk cId="0" sldId="2147483648"/>
              <pc:sldLayoutMk cId="4251225809" sldId="2147483722"/>
              <ac:spMk id="10" creationId="{32E7EA77-832D-7698-D622-61CD8B99576F}"/>
            </ac:spMkLst>
          </pc:spChg>
          <pc:spChg chg="mod">
            <ac:chgData name="Stephen Kurniawan" userId="98a6f147-1caf-47f2-8e74-24cd4be6d7bf" providerId="ADAL" clId="{A3573757-997C-4092-A300-34449357E25A}" dt="2024-04-20T20:52:01.187" v="101" actId="14100"/>
            <ac:spMkLst>
              <pc:docMk/>
              <pc:sldMasterMk cId="0" sldId="2147483648"/>
              <pc:sldLayoutMk cId="4251225809" sldId="2147483722"/>
              <ac:spMk id="12" creationId="{FF2D639A-087E-2FA7-F163-BA4A435A9082}"/>
            </ac:spMkLst>
          </pc:spChg>
          <pc:spChg chg="mod">
            <ac:chgData name="Stephen Kurniawan" userId="98a6f147-1caf-47f2-8e74-24cd4be6d7bf" providerId="ADAL" clId="{A3573757-997C-4092-A300-34449357E25A}" dt="2024-04-20T20:52:51.369" v="156" actId="20577"/>
            <ac:spMkLst>
              <pc:docMk/>
              <pc:sldMasterMk cId="0" sldId="2147483648"/>
              <pc:sldLayoutMk cId="4251225809" sldId="2147483722"/>
              <ac:spMk id="13" creationId="{B6AA8BAB-A914-6508-E7AF-81202F25D839}"/>
            </ac:spMkLst>
          </pc:spChg>
          <pc:spChg chg="mod">
            <ac:chgData name="Stephen Kurniawan" userId="98a6f147-1caf-47f2-8e74-24cd4be6d7bf" providerId="ADAL" clId="{A3573757-997C-4092-A300-34449357E25A}" dt="2024-04-20T20:53:24.675" v="208" actId="14100"/>
            <ac:spMkLst>
              <pc:docMk/>
              <pc:sldMasterMk cId="0" sldId="2147483648"/>
              <pc:sldLayoutMk cId="4251225809" sldId="2147483722"/>
              <ac:spMk id="14" creationId="{71358F21-051E-206A-D00B-B43354D5D760}"/>
            </ac:spMkLst>
          </pc:spChg>
          <pc:spChg chg="mod">
            <ac:chgData name="Stephen Kurniawan" userId="98a6f147-1caf-47f2-8e74-24cd4be6d7bf" providerId="ADAL" clId="{A3573757-997C-4092-A300-34449357E25A}" dt="2024-04-20T20:53:08.644" v="203" actId="20577"/>
            <ac:spMkLst>
              <pc:docMk/>
              <pc:sldMasterMk cId="0" sldId="2147483648"/>
              <pc:sldLayoutMk cId="4251225809" sldId="2147483722"/>
              <ac:spMk id="15" creationId="{97EB8EDB-3B4B-F8B1-2F6B-105B01BB91BF}"/>
            </ac:spMkLst>
          </pc:spChg>
        </pc:sldLayoutChg>
      </pc:sldMasterChg>
      <pc:sldMasterChg chg="modSldLayout">
        <pc:chgData name="Stephen Kurniawan" userId="98a6f147-1caf-47f2-8e74-24cd4be6d7bf" providerId="ADAL" clId="{A3573757-997C-4092-A300-34449357E25A}" dt="2024-04-14T19:56:26.185" v="0"/>
        <pc:sldMasterMkLst>
          <pc:docMk/>
          <pc:sldMasterMk cId="2447423978" sldId="2147483708"/>
        </pc:sldMasterMkLst>
        <pc:sldLayoutChg chg="setBg">
          <pc:chgData name="Stephen Kurniawan" userId="98a6f147-1caf-47f2-8e74-24cd4be6d7bf" providerId="ADAL" clId="{A3573757-997C-4092-A300-34449357E25A}" dt="2024-04-14T19:56:26.185" v="0"/>
          <pc:sldLayoutMkLst>
            <pc:docMk/>
            <pc:sldMasterMk cId="2447423978" sldId="2147483708"/>
            <pc:sldLayoutMk cId="3888170432" sldId="2147483742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19:58:02.758" v="7" actId="6938"/>
        <pc:sldMasterMkLst>
          <pc:docMk/>
          <pc:sldMasterMk cId="537226378" sldId="2147483709"/>
        </pc:sldMasterMkLst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998684342" sldId="214748371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4140835145" sldId="214748371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55107246" sldId="214748371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737850101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778021856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759090699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953861387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1325294253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2207216922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233367574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8:02.758" v="7" actId="6938"/>
          <pc:sldLayoutMkLst>
            <pc:docMk/>
            <pc:sldMasterMk cId="537226378" sldId="2147483709"/>
            <pc:sldLayoutMk cId="3525243613" sldId="2147483720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19:57:53.059" v="5" actId="6938"/>
        <pc:sldMasterMkLst>
          <pc:docMk/>
          <pc:sldMasterMk cId="4054463448" sldId="2147483709"/>
        </pc:sldMasterMkLst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566161886" sldId="214748371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097836751" sldId="214748371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024172296" sldId="214748371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323960567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1326988087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936310090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787402892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2157800827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420470716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794234301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19:57:53.059" v="5" actId="6938"/>
          <pc:sldLayoutMkLst>
            <pc:docMk/>
            <pc:sldMasterMk cId="4054463448" sldId="2147483709"/>
            <pc:sldLayoutMk cId="360615222" sldId="2147483720"/>
          </pc:sldLayoutMkLst>
        </pc:sldLayoutChg>
      </pc:sldMasterChg>
      <pc:sldMasterChg chg="modSldLayout">
        <pc:chgData name="Stephen Kurniawan" userId="98a6f147-1caf-47f2-8e74-24cd4be6d7bf" providerId="ADAL" clId="{A3573757-997C-4092-A300-34449357E25A}" dt="2024-04-14T19:58:08.832" v="9"/>
        <pc:sldMasterMkLst>
          <pc:docMk/>
          <pc:sldMasterMk cId="4544380" sldId="2147483710"/>
        </pc:sldMasterMkLst>
        <pc:sldLayoutChg chg="setBg">
          <pc:chgData name="Stephen Kurniawan" userId="98a6f147-1caf-47f2-8e74-24cd4be6d7bf" providerId="ADAL" clId="{A3573757-997C-4092-A300-34449357E25A}" dt="2024-04-14T19:58:08.832" v="9"/>
          <pc:sldLayoutMkLst>
            <pc:docMk/>
            <pc:sldMasterMk cId="4544380" sldId="2147483710"/>
            <pc:sldLayoutMk cId="323711583" sldId="2147483744"/>
          </pc:sldLayoutMkLst>
        </pc:sldLayoutChg>
      </pc:sldMasterChg>
      <pc:sldMasterChg chg="modSldLayout">
        <pc:chgData name="Stephen Kurniawan" userId="98a6f147-1caf-47f2-8e74-24cd4be6d7bf" providerId="ADAL" clId="{A3573757-997C-4092-A300-34449357E25A}" dt="2024-04-14T19:58:25.456" v="10"/>
        <pc:sldMasterMkLst>
          <pc:docMk/>
          <pc:sldMasterMk cId="2163715360" sldId="2147483710"/>
        </pc:sldMasterMkLst>
        <pc:sldLayoutChg chg="setBg">
          <pc:chgData name="Stephen Kurniawan" userId="98a6f147-1caf-47f2-8e74-24cd4be6d7bf" providerId="ADAL" clId="{A3573757-997C-4092-A300-34449357E25A}" dt="2024-04-14T19:58:25.456" v="10"/>
          <pc:sldLayoutMkLst>
            <pc:docMk/>
            <pc:sldMasterMk cId="2163715360" sldId="2147483710"/>
            <pc:sldLayoutMk cId="4240955679" sldId="2147483744"/>
          </pc:sldLayoutMkLst>
        </pc:sldLayoutChg>
      </pc:sldMasterChg>
      <pc:sldMasterChg chg="new del mod addSldLayout delSldLayout">
        <pc:chgData name="Stephen Kurniawan" userId="98a6f147-1caf-47f2-8e74-24cd4be6d7bf" providerId="ADAL" clId="{A3573757-997C-4092-A300-34449357E25A}" dt="2024-04-14T20:00:42.062" v="19" actId="6938"/>
        <pc:sldMasterMkLst>
          <pc:docMk/>
          <pc:sldMasterMk cId="609996831" sldId="2147483712"/>
        </pc:sldMasterMkLst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537175467" sldId="2147483713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27362636" sldId="2147483714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786264875" sldId="2147483715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56633081" sldId="2147483716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811939991" sldId="2147483717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66158494" sldId="2147483718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1298505835" sldId="2147483719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282408519" sldId="2147483720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2955874546" sldId="2147483721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3142326015" sldId="2147483722"/>
          </pc:sldLayoutMkLst>
        </pc:sldLayoutChg>
        <pc:sldLayoutChg chg="new del replId">
          <pc:chgData name="Stephen Kurniawan" userId="98a6f147-1caf-47f2-8e74-24cd4be6d7bf" providerId="ADAL" clId="{A3573757-997C-4092-A300-34449357E25A}" dt="2024-04-14T20:00:42.062" v="19" actId="6938"/>
          <pc:sldLayoutMkLst>
            <pc:docMk/>
            <pc:sldMasterMk cId="609996831" sldId="2147483712"/>
            <pc:sldLayoutMk cId="557763654" sldId="2147483723"/>
          </pc:sldLayoutMkLst>
        </pc:sldLayoutChg>
      </pc:sldMasterChg>
    </pc:docChg>
  </pc:docChgLst>
  <pc:docChgLst>
    <pc:chgData name="Artanago, Kenwyn" userId="280bbbef-73a8-4da2-b05f-60f93405c8ba" providerId="ADAL" clId="{90396D97-E750-4C3D-8AE3-AA8D8721BFDF}"/>
    <pc:docChg chg="undo custSel addSld delSld modSld sldOrd modMainMaster">
      <pc:chgData name="Artanago, Kenwyn" userId="280bbbef-73a8-4da2-b05f-60f93405c8ba" providerId="ADAL" clId="{90396D97-E750-4C3D-8AE3-AA8D8721BFDF}" dt="2023-07-09T10:29:22.197" v="282" actId="729"/>
      <pc:docMkLst>
        <pc:docMk/>
      </pc:docMkLst>
      <pc:sldChg chg="addSp modSp mod">
        <pc:chgData name="Artanago, Kenwyn" userId="280bbbef-73a8-4da2-b05f-60f93405c8ba" providerId="ADAL" clId="{90396D97-E750-4C3D-8AE3-AA8D8721BFDF}" dt="2023-07-09T10:13:14.443" v="3" actId="27614"/>
        <pc:sldMkLst>
          <pc:docMk/>
          <pc:sldMk cId="1368488424" sldId="258"/>
        </pc:sldMkLst>
        <pc:picChg chg="add mod">
          <ac:chgData name="Artanago, Kenwyn" userId="280bbbef-73a8-4da2-b05f-60f93405c8ba" providerId="ADAL" clId="{90396D97-E750-4C3D-8AE3-AA8D8721BFDF}" dt="2023-07-09T10:13:14.443" v="3" actId="27614"/>
          <ac:picMkLst>
            <pc:docMk/>
            <pc:sldMk cId="1368488424" sldId="258"/>
            <ac:picMk id="4" creationId="{6420ADC6-94FF-4019-947D-07A4321E9B6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16.835" v="6" actId="962"/>
        <pc:sldMkLst>
          <pc:docMk/>
          <pc:sldMk cId="1199899211" sldId="259"/>
        </pc:sldMkLst>
        <pc:picChg chg="add mod">
          <ac:chgData name="Artanago, Kenwyn" userId="280bbbef-73a8-4da2-b05f-60f93405c8ba" providerId="ADAL" clId="{90396D97-E750-4C3D-8AE3-AA8D8721BFDF}" dt="2023-07-09T10:13:16.835" v="6" actId="962"/>
          <ac:picMkLst>
            <pc:docMk/>
            <pc:sldMk cId="1199899211" sldId="259"/>
            <ac:picMk id="3" creationId="{97AAE4DE-6497-4230-A8B2-FED6DE5CB9A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0.809" v="9" actId="962"/>
        <pc:sldMkLst>
          <pc:docMk/>
          <pc:sldMk cId="2932496729" sldId="260"/>
        </pc:sldMkLst>
        <pc:picChg chg="add mod">
          <ac:chgData name="Artanago, Kenwyn" userId="280bbbef-73a8-4da2-b05f-60f93405c8ba" providerId="ADAL" clId="{90396D97-E750-4C3D-8AE3-AA8D8721BFDF}" dt="2023-07-09T10:13:20.809" v="9" actId="962"/>
          <ac:picMkLst>
            <pc:docMk/>
            <pc:sldMk cId="2932496729" sldId="260"/>
            <ac:picMk id="4" creationId="{9725AFFB-58D6-4129-9964-EFCF562866F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3.811" v="12" actId="962"/>
        <pc:sldMkLst>
          <pc:docMk/>
          <pc:sldMk cId="0" sldId="261"/>
        </pc:sldMkLst>
        <pc:picChg chg="add mod">
          <ac:chgData name="Artanago, Kenwyn" userId="280bbbef-73a8-4da2-b05f-60f93405c8ba" providerId="ADAL" clId="{90396D97-E750-4C3D-8AE3-AA8D8721BFDF}" dt="2023-07-09T10:13:23.811" v="12" actId="962"/>
          <ac:picMkLst>
            <pc:docMk/>
            <pc:sldMk cId="0" sldId="261"/>
            <ac:picMk id="5" creationId="{C37B4DBE-F88B-4602-9B19-36B32BFDE49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8.505" v="14" actId="27614"/>
        <pc:sldMkLst>
          <pc:docMk/>
          <pc:sldMk cId="0" sldId="262"/>
        </pc:sldMkLst>
        <pc:picChg chg="add mod">
          <ac:chgData name="Artanago, Kenwyn" userId="280bbbef-73a8-4da2-b05f-60f93405c8ba" providerId="ADAL" clId="{90396D97-E750-4C3D-8AE3-AA8D8721BFDF}" dt="2023-07-09T10:13:28.505" v="14" actId="27614"/>
          <ac:picMkLst>
            <pc:docMk/>
            <pc:sldMk cId="0" sldId="262"/>
            <ac:picMk id="5" creationId="{5BC1CCEE-4BAB-4D26-A4B3-6D3C2B1A5042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1.771" v="17" actId="962"/>
        <pc:sldMkLst>
          <pc:docMk/>
          <pc:sldMk cId="0" sldId="263"/>
        </pc:sldMkLst>
        <pc:picChg chg="add mod">
          <ac:chgData name="Artanago, Kenwyn" userId="280bbbef-73a8-4da2-b05f-60f93405c8ba" providerId="ADAL" clId="{90396D97-E750-4C3D-8AE3-AA8D8721BFDF}" dt="2023-07-09T10:13:31.771" v="17" actId="962"/>
          <ac:picMkLst>
            <pc:docMk/>
            <pc:sldMk cId="0" sldId="263"/>
            <ac:picMk id="5" creationId="{76649406-33C6-4314-BE29-4FE44E13C78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5.693" v="20" actId="962"/>
        <pc:sldMkLst>
          <pc:docMk/>
          <pc:sldMk cId="0" sldId="264"/>
        </pc:sldMkLst>
        <pc:picChg chg="add mod">
          <ac:chgData name="Artanago, Kenwyn" userId="280bbbef-73a8-4da2-b05f-60f93405c8ba" providerId="ADAL" clId="{90396D97-E750-4C3D-8AE3-AA8D8721BFDF}" dt="2023-07-09T10:13:35.693" v="20" actId="962"/>
          <ac:picMkLst>
            <pc:docMk/>
            <pc:sldMk cId="0" sldId="264"/>
            <ac:picMk id="5" creationId="{755D0104-D1B1-4F41-AC59-BB45A6C9108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8.988" v="23" actId="962"/>
        <pc:sldMkLst>
          <pc:docMk/>
          <pc:sldMk cId="0" sldId="265"/>
        </pc:sldMkLst>
        <pc:picChg chg="add mod">
          <ac:chgData name="Artanago, Kenwyn" userId="280bbbef-73a8-4da2-b05f-60f93405c8ba" providerId="ADAL" clId="{90396D97-E750-4C3D-8AE3-AA8D8721BFDF}" dt="2023-07-09T10:13:38.988" v="23" actId="962"/>
          <ac:picMkLst>
            <pc:docMk/>
            <pc:sldMk cId="0" sldId="265"/>
            <ac:picMk id="5" creationId="{A0CD3CF6-2614-4EC7-BF8B-1110E7768DE8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44.931" v="26" actId="962"/>
        <pc:sldMkLst>
          <pc:docMk/>
          <pc:sldMk cId="0" sldId="266"/>
        </pc:sldMkLst>
        <pc:picChg chg="add mod">
          <ac:chgData name="Artanago, Kenwyn" userId="280bbbef-73a8-4da2-b05f-60f93405c8ba" providerId="ADAL" clId="{90396D97-E750-4C3D-8AE3-AA8D8721BFDF}" dt="2023-07-09T10:13:44.931" v="26" actId="962"/>
          <ac:picMkLst>
            <pc:docMk/>
            <pc:sldMk cId="0" sldId="266"/>
            <ac:picMk id="5" creationId="{B7F077E7-A411-49EE-B253-EEC4966A859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18.315" v="29" actId="962"/>
        <pc:sldMkLst>
          <pc:docMk/>
          <pc:sldMk cId="0" sldId="267"/>
        </pc:sldMkLst>
        <pc:picChg chg="add mod">
          <ac:chgData name="Artanago, Kenwyn" userId="280bbbef-73a8-4da2-b05f-60f93405c8ba" providerId="ADAL" clId="{90396D97-E750-4C3D-8AE3-AA8D8721BFDF}" dt="2023-07-09T10:14:18.315" v="29" actId="962"/>
          <ac:picMkLst>
            <pc:docMk/>
            <pc:sldMk cId="0" sldId="267"/>
            <ac:picMk id="5" creationId="{4B338D43-8F94-46B4-A368-86D7E7128BC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29.432" v="31" actId="27614"/>
        <pc:sldMkLst>
          <pc:docMk/>
          <pc:sldMk cId="0" sldId="268"/>
        </pc:sldMkLst>
        <pc:picChg chg="add mod">
          <ac:chgData name="Artanago, Kenwyn" userId="280bbbef-73a8-4da2-b05f-60f93405c8ba" providerId="ADAL" clId="{90396D97-E750-4C3D-8AE3-AA8D8721BFDF}" dt="2023-07-09T10:14:29.432" v="31" actId="27614"/>
          <ac:picMkLst>
            <pc:docMk/>
            <pc:sldMk cId="0" sldId="268"/>
            <ac:picMk id="5" creationId="{58D45BAF-81EE-4CC4-8FBD-A35EA67E547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32.263" v="34" actId="962"/>
        <pc:sldMkLst>
          <pc:docMk/>
          <pc:sldMk cId="0" sldId="269"/>
        </pc:sldMkLst>
        <pc:picChg chg="add mod">
          <ac:chgData name="Artanago, Kenwyn" userId="280bbbef-73a8-4da2-b05f-60f93405c8ba" providerId="ADAL" clId="{90396D97-E750-4C3D-8AE3-AA8D8721BFDF}" dt="2023-07-09T10:14:32.263" v="34" actId="962"/>
          <ac:picMkLst>
            <pc:docMk/>
            <pc:sldMk cId="0" sldId="269"/>
            <ac:picMk id="5" creationId="{CB117C9D-89C9-4BF5-B11F-10E323858EF5}"/>
          </ac:picMkLst>
        </pc:picChg>
      </pc:sldChg>
      <pc:sldChg chg="addSp delSp modSp mod">
        <pc:chgData name="Artanago, Kenwyn" userId="280bbbef-73a8-4da2-b05f-60f93405c8ba" providerId="ADAL" clId="{90396D97-E750-4C3D-8AE3-AA8D8721BFDF}" dt="2023-07-09T10:16:40.551" v="43" actId="14100"/>
        <pc:sldMkLst>
          <pc:docMk/>
          <pc:sldMk cId="0" sldId="271"/>
        </pc:sldMkLst>
        <pc:picChg chg="add del mod">
          <ac:chgData name="Artanago, Kenwyn" userId="280bbbef-73a8-4da2-b05f-60f93405c8ba" providerId="ADAL" clId="{90396D97-E750-4C3D-8AE3-AA8D8721BFDF}" dt="2023-07-09T10:16:14.440" v="38" actId="478"/>
          <ac:picMkLst>
            <pc:docMk/>
            <pc:sldMk cId="0" sldId="271"/>
            <ac:picMk id="5" creationId="{CAF7135B-4FF7-41BE-AC3C-6AC49CFD0CBC}"/>
          </ac:picMkLst>
        </pc:picChg>
        <pc:picChg chg="add mod">
          <ac:chgData name="Artanago, Kenwyn" userId="280bbbef-73a8-4da2-b05f-60f93405c8ba" providerId="ADAL" clId="{90396D97-E750-4C3D-8AE3-AA8D8721BFDF}" dt="2023-07-09T10:16:40.551" v="43" actId="14100"/>
          <ac:picMkLst>
            <pc:docMk/>
            <pc:sldMk cId="0" sldId="271"/>
            <ac:picMk id="7" creationId="{7F178205-9F17-42E1-95F4-32372446BFE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6:52.298" v="48" actId="14100"/>
        <pc:sldMkLst>
          <pc:docMk/>
          <pc:sldMk cId="0" sldId="272"/>
        </pc:sldMkLst>
        <pc:picChg chg="add mod">
          <ac:chgData name="Artanago, Kenwyn" userId="280bbbef-73a8-4da2-b05f-60f93405c8ba" providerId="ADAL" clId="{90396D97-E750-4C3D-8AE3-AA8D8721BFDF}" dt="2023-07-09T10:16:52.298" v="48" actId="14100"/>
          <ac:picMkLst>
            <pc:docMk/>
            <pc:sldMk cId="0" sldId="272"/>
            <ac:picMk id="5" creationId="{2BDAEA6B-FF91-42B9-AF28-0A14117EE6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02.553" v="53" actId="14100"/>
        <pc:sldMkLst>
          <pc:docMk/>
          <pc:sldMk cId="0" sldId="273"/>
        </pc:sldMkLst>
        <pc:picChg chg="add mod">
          <ac:chgData name="Artanago, Kenwyn" userId="280bbbef-73a8-4da2-b05f-60f93405c8ba" providerId="ADAL" clId="{90396D97-E750-4C3D-8AE3-AA8D8721BFDF}" dt="2023-07-09T10:17:02.553" v="53" actId="14100"/>
          <ac:picMkLst>
            <pc:docMk/>
            <pc:sldMk cId="0" sldId="273"/>
            <ac:picMk id="5" creationId="{9824AB3D-FC32-48E0-A0C1-FB36A70BC17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13.613" v="58" actId="14100"/>
        <pc:sldMkLst>
          <pc:docMk/>
          <pc:sldMk cId="0" sldId="274"/>
        </pc:sldMkLst>
        <pc:picChg chg="add mod">
          <ac:chgData name="Artanago, Kenwyn" userId="280bbbef-73a8-4da2-b05f-60f93405c8ba" providerId="ADAL" clId="{90396D97-E750-4C3D-8AE3-AA8D8721BFDF}" dt="2023-07-09T10:17:13.613" v="58" actId="14100"/>
          <ac:picMkLst>
            <pc:docMk/>
            <pc:sldMk cId="0" sldId="274"/>
            <ac:picMk id="5" creationId="{8422990C-58C3-4BC6-9787-ED46D4733B2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26.170" v="63" actId="14100"/>
        <pc:sldMkLst>
          <pc:docMk/>
          <pc:sldMk cId="0" sldId="275"/>
        </pc:sldMkLst>
        <pc:picChg chg="add mod">
          <ac:chgData name="Artanago, Kenwyn" userId="280bbbef-73a8-4da2-b05f-60f93405c8ba" providerId="ADAL" clId="{90396D97-E750-4C3D-8AE3-AA8D8721BFDF}" dt="2023-07-09T10:17:26.170" v="63" actId="14100"/>
          <ac:picMkLst>
            <pc:docMk/>
            <pc:sldMk cId="0" sldId="275"/>
            <ac:picMk id="5" creationId="{73692636-481A-4945-88DA-0633C2DF9CD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36.420" v="68" actId="14100"/>
        <pc:sldMkLst>
          <pc:docMk/>
          <pc:sldMk cId="0" sldId="276"/>
        </pc:sldMkLst>
        <pc:picChg chg="add mod">
          <ac:chgData name="Artanago, Kenwyn" userId="280bbbef-73a8-4da2-b05f-60f93405c8ba" providerId="ADAL" clId="{90396D97-E750-4C3D-8AE3-AA8D8721BFDF}" dt="2023-07-09T10:17:36.420" v="68" actId="14100"/>
          <ac:picMkLst>
            <pc:docMk/>
            <pc:sldMk cId="0" sldId="276"/>
            <ac:picMk id="5" creationId="{ED717F3B-9AEC-4418-B9E7-2CE4D95ACA6A}"/>
          </ac:picMkLst>
        </pc:picChg>
      </pc:sldChg>
      <pc:sldChg chg="modSp mod">
        <pc:chgData name="Artanago, Kenwyn" userId="280bbbef-73a8-4da2-b05f-60f93405c8ba" providerId="ADAL" clId="{90396D97-E750-4C3D-8AE3-AA8D8721BFDF}" dt="2023-07-09T10:18:50.834" v="90" actId="20577"/>
        <pc:sldMkLst>
          <pc:docMk/>
          <pc:sldMk cId="0" sldId="283"/>
        </pc:sldMkLst>
        <pc:spChg chg="mod">
          <ac:chgData name="Artanago, Kenwyn" userId="280bbbef-73a8-4da2-b05f-60f93405c8ba" providerId="ADAL" clId="{90396D97-E750-4C3D-8AE3-AA8D8721BFDF}" dt="2023-07-09T10:18:50.834" v="90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06.635" v="101"/>
        <pc:sldMkLst>
          <pc:docMk/>
          <pc:sldMk cId="0" sldId="284"/>
        </pc:sldMkLst>
        <pc:spChg chg="mod">
          <ac:chgData name="Artanago, Kenwyn" userId="280bbbef-73a8-4da2-b05f-60f93405c8ba" providerId="ADAL" clId="{90396D97-E750-4C3D-8AE3-AA8D8721BFDF}" dt="2023-07-09T10:21:06.635" v="101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16.969" v="104"/>
        <pc:sldMkLst>
          <pc:docMk/>
          <pc:sldMk cId="0" sldId="285"/>
        </pc:sldMkLst>
        <pc:spChg chg="mod">
          <ac:chgData name="Artanago, Kenwyn" userId="280bbbef-73a8-4da2-b05f-60f93405c8ba" providerId="ADAL" clId="{90396D97-E750-4C3D-8AE3-AA8D8721BFDF}" dt="2023-07-09T10:21:16.969" v="104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27.448" v="107"/>
        <pc:sldMkLst>
          <pc:docMk/>
          <pc:sldMk cId="0" sldId="286"/>
        </pc:sldMkLst>
        <pc:spChg chg="mod">
          <ac:chgData name="Artanago, Kenwyn" userId="280bbbef-73a8-4da2-b05f-60f93405c8ba" providerId="ADAL" clId="{90396D97-E750-4C3D-8AE3-AA8D8721BFDF}" dt="2023-07-09T10:21:27.448" v="107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39.553" v="110"/>
        <pc:sldMkLst>
          <pc:docMk/>
          <pc:sldMk cId="0" sldId="287"/>
        </pc:sldMkLst>
        <pc:spChg chg="mod">
          <ac:chgData name="Artanago, Kenwyn" userId="280bbbef-73a8-4da2-b05f-60f93405c8ba" providerId="ADAL" clId="{90396D97-E750-4C3D-8AE3-AA8D8721BFDF}" dt="2023-07-09T10:21:39.553" v="110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90396D97-E750-4C3D-8AE3-AA8D8721BFDF}" dt="2023-07-09T10:22:31.363" v="114" actId="962"/>
        <pc:sldMkLst>
          <pc:docMk/>
          <pc:sldMk cId="0" sldId="289"/>
        </pc:sldMkLst>
        <pc:picChg chg="add mod">
          <ac:chgData name="Artanago, Kenwyn" userId="280bbbef-73a8-4da2-b05f-60f93405c8ba" providerId="ADAL" clId="{90396D97-E750-4C3D-8AE3-AA8D8721BFDF}" dt="2023-07-09T10:22:31.363" v="114" actId="962"/>
          <ac:picMkLst>
            <pc:docMk/>
            <pc:sldMk cId="0" sldId="289"/>
            <ac:picMk id="5" creationId="{D9C208C2-207D-4930-BF73-CA503EED1136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36.039" v="117" actId="962"/>
        <pc:sldMkLst>
          <pc:docMk/>
          <pc:sldMk cId="0" sldId="290"/>
        </pc:sldMkLst>
        <pc:picChg chg="add mod">
          <ac:chgData name="Artanago, Kenwyn" userId="280bbbef-73a8-4da2-b05f-60f93405c8ba" providerId="ADAL" clId="{90396D97-E750-4C3D-8AE3-AA8D8721BFDF}" dt="2023-07-09T10:22:36.039" v="117" actId="962"/>
          <ac:picMkLst>
            <pc:docMk/>
            <pc:sldMk cId="0" sldId="290"/>
            <ac:picMk id="5" creationId="{32887D63-37EE-4FA7-A654-EE41FE76E98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0.596" v="119" actId="27614"/>
        <pc:sldMkLst>
          <pc:docMk/>
          <pc:sldMk cId="0" sldId="293"/>
        </pc:sldMkLst>
        <pc:picChg chg="add mod">
          <ac:chgData name="Artanago, Kenwyn" userId="280bbbef-73a8-4da2-b05f-60f93405c8ba" providerId="ADAL" clId="{90396D97-E750-4C3D-8AE3-AA8D8721BFDF}" dt="2023-07-09T10:22:40.596" v="119" actId="27614"/>
          <ac:picMkLst>
            <pc:docMk/>
            <pc:sldMk cId="0" sldId="293"/>
            <ac:picMk id="5" creationId="{18BAE9A6-1888-4BDA-AF54-EF093FA833C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4.550" v="121" actId="27614"/>
        <pc:sldMkLst>
          <pc:docMk/>
          <pc:sldMk cId="0" sldId="294"/>
        </pc:sldMkLst>
        <pc:picChg chg="add mod">
          <ac:chgData name="Artanago, Kenwyn" userId="280bbbef-73a8-4da2-b05f-60f93405c8ba" providerId="ADAL" clId="{90396D97-E750-4C3D-8AE3-AA8D8721BFDF}" dt="2023-07-09T10:22:44.550" v="121" actId="27614"/>
          <ac:picMkLst>
            <pc:docMk/>
            <pc:sldMk cId="0" sldId="294"/>
            <ac:picMk id="5" creationId="{DEBD2520-2D07-4F17-A216-293AD86D558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8.378" v="124" actId="962"/>
        <pc:sldMkLst>
          <pc:docMk/>
          <pc:sldMk cId="0" sldId="295"/>
        </pc:sldMkLst>
        <pc:picChg chg="add mod">
          <ac:chgData name="Artanago, Kenwyn" userId="280bbbef-73a8-4da2-b05f-60f93405c8ba" providerId="ADAL" clId="{90396D97-E750-4C3D-8AE3-AA8D8721BFDF}" dt="2023-07-09T10:22:48.378" v="124" actId="962"/>
          <ac:picMkLst>
            <pc:docMk/>
            <pc:sldMk cId="0" sldId="295"/>
            <ac:picMk id="5" creationId="{CEAEE308-75FC-4874-A3FA-5D9903E3CB6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56.247" v="127" actId="962"/>
        <pc:sldMkLst>
          <pc:docMk/>
          <pc:sldMk cId="0" sldId="296"/>
        </pc:sldMkLst>
        <pc:picChg chg="add mod">
          <ac:chgData name="Artanago, Kenwyn" userId="280bbbef-73a8-4da2-b05f-60f93405c8ba" providerId="ADAL" clId="{90396D97-E750-4C3D-8AE3-AA8D8721BFDF}" dt="2023-07-09T10:22:56.247" v="127" actId="962"/>
          <ac:picMkLst>
            <pc:docMk/>
            <pc:sldMk cId="0" sldId="296"/>
            <ac:picMk id="5" creationId="{82794D30-4699-4142-8A1F-073D144AD3C1}"/>
          </ac:picMkLst>
        </pc:picChg>
      </pc:sldChg>
      <pc:sldChg chg="modSp mod">
        <pc:chgData name="Artanago, Kenwyn" userId="280bbbef-73a8-4da2-b05f-60f93405c8ba" providerId="ADAL" clId="{90396D97-E750-4C3D-8AE3-AA8D8721BFDF}" dt="2023-07-09T10:24:44.468" v="216" actId="20577"/>
        <pc:sldMkLst>
          <pc:docMk/>
          <pc:sldMk cId="0" sldId="302"/>
        </pc:sldMkLst>
        <pc:spChg chg="mod">
          <ac:chgData name="Artanago, Kenwyn" userId="280bbbef-73a8-4da2-b05f-60f93405c8ba" providerId="ADAL" clId="{90396D97-E750-4C3D-8AE3-AA8D8721BFDF}" dt="2023-07-09T10:24:44.468" v="216" actId="20577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4:59.802" v="218" actId="729"/>
        <pc:sldMkLst>
          <pc:docMk/>
          <pc:sldMk cId="0" sldId="311"/>
        </pc:sldMkLst>
      </pc:sldChg>
      <pc:sldChg chg="mod modShow">
        <pc:chgData name="Artanago, Kenwyn" userId="280bbbef-73a8-4da2-b05f-60f93405c8ba" providerId="ADAL" clId="{90396D97-E750-4C3D-8AE3-AA8D8721BFDF}" dt="2023-07-09T10:24:57.302" v="217" actId="729"/>
        <pc:sldMkLst>
          <pc:docMk/>
          <pc:sldMk cId="0" sldId="312"/>
        </pc:sldMkLst>
      </pc:sldChg>
      <pc:sldChg chg="addSp modSp mod">
        <pc:chgData name="Artanago, Kenwyn" userId="280bbbef-73a8-4da2-b05f-60f93405c8ba" providerId="ADAL" clId="{90396D97-E750-4C3D-8AE3-AA8D8721BFDF}" dt="2023-07-09T10:26:14.078" v="220" actId="27614"/>
        <pc:sldMkLst>
          <pc:docMk/>
          <pc:sldMk cId="0" sldId="316"/>
        </pc:sldMkLst>
        <pc:picChg chg="add mod">
          <ac:chgData name="Artanago, Kenwyn" userId="280bbbef-73a8-4da2-b05f-60f93405c8ba" providerId="ADAL" clId="{90396D97-E750-4C3D-8AE3-AA8D8721BFDF}" dt="2023-07-09T10:26:14.078" v="220" actId="27614"/>
          <ac:picMkLst>
            <pc:docMk/>
            <pc:sldMk cId="0" sldId="316"/>
            <ac:picMk id="6" creationId="{E3C36F39-9A57-4424-BFF3-3B8E361C1CC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19.456" v="223" actId="962"/>
        <pc:sldMkLst>
          <pc:docMk/>
          <pc:sldMk cId="0" sldId="317"/>
        </pc:sldMkLst>
        <pc:picChg chg="add mod">
          <ac:chgData name="Artanago, Kenwyn" userId="280bbbef-73a8-4da2-b05f-60f93405c8ba" providerId="ADAL" clId="{90396D97-E750-4C3D-8AE3-AA8D8721BFDF}" dt="2023-07-09T10:26:19.456" v="223" actId="962"/>
          <ac:picMkLst>
            <pc:docMk/>
            <pc:sldMk cId="0" sldId="317"/>
            <ac:picMk id="5" creationId="{A0EEE2B9-7D45-485F-A6CC-C32F1CF3D4D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3.390" v="225" actId="27614"/>
        <pc:sldMkLst>
          <pc:docMk/>
          <pc:sldMk cId="0" sldId="318"/>
        </pc:sldMkLst>
        <pc:picChg chg="add mod">
          <ac:chgData name="Artanago, Kenwyn" userId="280bbbef-73a8-4da2-b05f-60f93405c8ba" providerId="ADAL" clId="{90396D97-E750-4C3D-8AE3-AA8D8721BFDF}" dt="2023-07-09T10:26:23.390" v="225" actId="27614"/>
          <ac:picMkLst>
            <pc:docMk/>
            <pc:sldMk cId="0" sldId="318"/>
            <ac:picMk id="5" creationId="{E6E8A6E8-489C-4C48-88D8-10D1A4126C4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6.845" v="228" actId="962"/>
        <pc:sldMkLst>
          <pc:docMk/>
          <pc:sldMk cId="0" sldId="319"/>
        </pc:sldMkLst>
        <pc:picChg chg="add mod">
          <ac:chgData name="Artanago, Kenwyn" userId="280bbbef-73a8-4da2-b05f-60f93405c8ba" providerId="ADAL" clId="{90396D97-E750-4C3D-8AE3-AA8D8721BFDF}" dt="2023-07-09T10:26:26.845" v="228" actId="962"/>
          <ac:picMkLst>
            <pc:docMk/>
            <pc:sldMk cId="0" sldId="319"/>
            <ac:picMk id="5" creationId="{87E5CFC1-2171-4BEF-B6F2-709C68ACC7E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9.995" v="231" actId="962"/>
        <pc:sldMkLst>
          <pc:docMk/>
          <pc:sldMk cId="0" sldId="320"/>
        </pc:sldMkLst>
        <pc:picChg chg="add mod">
          <ac:chgData name="Artanago, Kenwyn" userId="280bbbef-73a8-4da2-b05f-60f93405c8ba" providerId="ADAL" clId="{90396D97-E750-4C3D-8AE3-AA8D8721BFDF}" dt="2023-07-09T10:26:29.995" v="231" actId="962"/>
          <ac:picMkLst>
            <pc:docMk/>
            <pc:sldMk cId="0" sldId="320"/>
            <ac:picMk id="5" creationId="{6F12E10B-CE23-4130-AC1F-8A53E70EA24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4.382" v="233" actId="27614"/>
        <pc:sldMkLst>
          <pc:docMk/>
          <pc:sldMk cId="0" sldId="321"/>
        </pc:sldMkLst>
        <pc:picChg chg="add mod">
          <ac:chgData name="Artanago, Kenwyn" userId="280bbbef-73a8-4da2-b05f-60f93405c8ba" providerId="ADAL" clId="{90396D97-E750-4C3D-8AE3-AA8D8721BFDF}" dt="2023-07-09T10:26:34.382" v="233" actId="27614"/>
          <ac:picMkLst>
            <pc:docMk/>
            <pc:sldMk cId="0" sldId="321"/>
            <ac:picMk id="5" creationId="{BD7FC223-EDC4-4724-9682-C1744728753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7.429" v="235" actId="27614"/>
        <pc:sldMkLst>
          <pc:docMk/>
          <pc:sldMk cId="0" sldId="322"/>
        </pc:sldMkLst>
        <pc:picChg chg="add mod">
          <ac:chgData name="Artanago, Kenwyn" userId="280bbbef-73a8-4da2-b05f-60f93405c8ba" providerId="ADAL" clId="{90396D97-E750-4C3D-8AE3-AA8D8721BFDF}" dt="2023-07-09T10:26:37.429" v="235" actId="27614"/>
          <ac:picMkLst>
            <pc:docMk/>
            <pc:sldMk cId="0" sldId="322"/>
            <ac:picMk id="5" creationId="{DD0A12AF-3A2D-4305-B956-94EA47873A8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0.530" v="237" actId="27614"/>
        <pc:sldMkLst>
          <pc:docMk/>
          <pc:sldMk cId="0" sldId="324"/>
        </pc:sldMkLst>
        <pc:picChg chg="add mod">
          <ac:chgData name="Artanago, Kenwyn" userId="280bbbef-73a8-4da2-b05f-60f93405c8ba" providerId="ADAL" clId="{90396D97-E750-4C3D-8AE3-AA8D8721BFDF}" dt="2023-07-09T10:26:40.530" v="237" actId="27614"/>
          <ac:picMkLst>
            <pc:docMk/>
            <pc:sldMk cId="0" sldId="324"/>
            <ac:picMk id="5" creationId="{B496E930-761C-4511-8051-19CE27E50C3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3.760" v="239" actId="27614"/>
        <pc:sldMkLst>
          <pc:docMk/>
          <pc:sldMk cId="0" sldId="325"/>
        </pc:sldMkLst>
        <pc:picChg chg="add mod">
          <ac:chgData name="Artanago, Kenwyn" userId="280bbbef-73a8-4da2-b05f-60f93405c8ba" providerId="ADAL" clId="{90396D97-E750-4C3D-8AE3-AA8D8721BFDF}" dt="2023-07-09T10:26:43.760" v="239" actId="27614"/>
          <ac:picMkLst>
            <pc:docMk/>
            <pc:sldMk cId="0" sldId="325"/>
            <ac:picMk id="5" creationId="{62B322EB-7AAF-4DE0-B917-A714AC2C9ED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49.220" v="257" actId="962"/>
        <pc:sldMkLst>
          <pc:docMk/>
          <pc:sldMk cId="0" sldId="333"/>
        </pc:sldMkLst>
        <pc:picChg chg="add mod">
          <ac:chgData name="Artanago, Kenwyn" userId="280bbbef-73a8-4da2-b05f-60f93405c8ba" providerId="ADAL" clId="{90396D97-E750-4C3D-8AE3-AA8D8721BFDF}" dt="2023-07-09T10:27:49.220" v="257" actId="962"/>
          <ac:picMkLst>
            <pc:docMk/>
            <pc:sldMk cId="0" sldId="333"/>
            <ac:picMk id="4" creationId="{EDE0BB35-2B6E-4CCE-A628-83E10D34A0A5}"/>
          </ac:picMkLst>
        </pc:picChg>
      </pc:sldChg>
      <pc:sldChg chg="mod modShow">
        <pc:chgData name="Artanago, Kenwyn" userId="280bbbef-73a8-4da2-b05f-60f93405c8ba" providerId="ADAL" clId="{90396D97-E750-4C3D-8AE3-AA8D8721BFDF}" dt="2023-07-09T10:28:42.249" v="269" actId="729"/>
        <pc:sldMkLst>
          <pc:docMk/>
          <pc:sldMk cId="0" sldId="339"/>
        </pc:sldMkLst>
      </pc:sldChg>
      <pc:sldChg chg="mod modShow">
        <pc:chgData name="Artanago, Kenwyn" userId="280bbbef-73a8-4da2-b05f-60f93405c8ba" providerId="ADAL" clId="{90396D97-E750-4C3D-8AE3-AA8D8721BFDF}" dt="2023-07-09T10:28:44.953" v="270" actId="729"/>
        <pc:sldMkLst>
          <pc:docMk/>
          <pc:sldMk cId="0" sldId="340"/>
        </pc:sldMkLst>
      </pc:sldChg>
      <pc:sldChg chg="mod ord modShow">
        <pc:chgData name="Artanago, Kenwyn" userId="280bbbef-73a8-4da2-b05f-60f93405c8ba" providerId="ADAL" clId="{90396D97-E750-4C3D-8AE3-AA8D8721BFDF}" dt="2023-07-09T10:29:17.081" v="281"/>
        <pc:sldMkLst>
          <pc:docMk/>
          <pc:sldMk cId="0" sldId="342"/>
        </pc:sldMkLst>
      </pc:sldChg>
      <pc:sldChg chg="modSp mod">
        <pc:chgData name="Artanago, Kenwyn" userId="280bbbef-73a8-4da2-b05f-60f93405c8ba" providerId="ADAL" clId="{90396D97-E750-4C3D-8AE3-AA8D8721BFDF}" dt="2023-07-09T10:29:03.676" v="274" actId="20577"/>
        <pc:sldMkLst>
          <pc:docMk/>
          <pc:sldMk cId="0" sldId="343"/>
        </pc:sldMkLst>
        <pc:spChg chg="mod">
          <ac:chgData name="Artanago, Kenwyn" userId="280bbbef-73a8-4da2-b05f-60f93405c8ba" providerId="ADAL" clId="{90396D97-E750-4C3D-8AE3-AA8D8721BFDF}" dt="2023-07-09T10:29:00.874" v="272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03.676" v="274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9:10.312" v="278" actId="20577"/>
        <pc:sldMkLst>
          <pc:docMk/>
          <pc:sldMk cId="0" sldId="344"/>
        </pc:sldMkLst>
        <pc:spChg chg="mod">
          <ac:chgData name="Artanago, Kenwyn" userId="280bbbef-73a8-4da2-b05f-60f93405c8ba" providerId="ADAL" clId="{90396D97-E750-4C3D-8AE3-AA8D8721BFDF}" dt="2023-07-09T10:29:08.345" v="276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10.312" v="278" actId="20577"/>
          <ac:spMkLst>
            <pc:docMk/>
            <pc:sldMk cId="0" sldId="344"/>
            <ac:spMk id="586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9:22.197" v="282" actId="729"/>
        <pc:sldMkLst>
          <pc:docMk/>
          <pc:sldMk cId="0" sldId="345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2863320528" sldId="350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280947483" sldId="351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034347261" sldId="353"/>
        </pc:sldMkLst>
      </pc:sldChg>
      <pc:sldChg chg="addSp modSp mod">
        <pc:chgData name="Artanago, Kenwyn" userId="280bbbef-73a8-4da2-b05f-60f93405c8ba" providerId="ADAL" clId="{90396D97-E750-4C3D-8AE3-AA8D8721BFDF}" dt="2023-07-09T10:17:46.343" v="73" actId="14100"/>
        <pc:sldMkLst>
          <pc:docMk/>
          <pc:sldMk cId="2138632321" sldId="384"/>
        </pc:sldMkLst>
        <pc:picChg chg="add mod">
          <ac:chgData name="Artanago, Kenwyn" userId="280bbbef-73a8-4da2-b05f-60f93405c8ba" providerId="ADAL" clId="{90396D97-E750-4C3D-8AE3-AA8D8721BFDF}" dt="2023-07-09T10:17:46.343" v="73" actId="14100"/>
          <ac:picMkLst>
            <pc:docMk/>
            <pc:sldMk cId="2138632321" sldId="384"/>
            <ac:picMk id="5" creationId="{E342967C-A7F8-4CEB-9116-157DBC01685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57.398" v="78" actId="14100"/>
        <pc:sldMkLst>
          <pc:docMk/>
          <pc:sldMk cId="2287554166" sldId="385"/>
        </pc:sldMkLst>
        <pc:picChg chg="add mod">
          <ac:chgData name="Artanago, Kenwyn" userId="280bbbef-73a8-4da2-b05f-60f93405c8ba" providerId="ADAL" clId="{90396D97-E750-4C3D-8AE3-AA8D8721BFDF}" dt="2023-07-09T10:17:57.398" v="78" actId="14100"/>
          <ac:picMkLst>
            <pc:docMk/>
            <pc:sldMk cId="2287554166" sldId="385"/>
            <ac:picMk id="5" creationId="{D81E5494-0BBF-4333-BDDC-F91C3E3C905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7.255" v="241" actId="27614"/>
        <pc:sldMkLst>
          <pc:docMk/>
          <pc:sldMk cId="2915271513" sldId="386"/>
        </pc:sldMkLst>
        <pc:picChg chg="add mod">
          <ac:chgData name="Artanago, Kenwyn" userId="280bbbef-73a8-4da2-b05f-60f93405c8ba" providerId="ADAL" clId="{90396D97-E750-4C3D-8AE3-AA8D8721BFDF}" dt="2023-07-09T10:26:47.255" v="241" actId="27614"/>
          <ac:picMkLst>
            <pc:docMk/>
            <pc:sldMk cId="2915271513" sldId="386"/>
            <ac:picMk id="6" creationId="{51823EF4-ED7A-48A9-B487-D7F34B0721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0.564" v="243" actId="27614"/>
        <pc:sldMkLst>
          <pc:docMk/>
          <pc:sldMk cId="3747739469" sldId="387"/>
        </pc:sldMkLst>
        <pc:picChg chg="add mod">
          <ac:chgData name="Artanago, Kenwyn" userId="280bbbef-73a8-4da2-b05f-60f93405c8ba" providerId="ADAL" clId="{90396D97-E750-4C3D-8AE3-AA8D8721BFDF}" dt="2023-07-09T10:26:50.564" v="243" actId="27614"/>
          <ac:picMkLst>
            <pc:docMk/>
            <pc:sldMk cId="3747739469" sldId="387"/>
            <ac:picMk id="6" creationId="{C9815606-D020-4E56-9888-20FD575C65C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4.072" v="245" actId="27614"/>
        <pc:sldMkLst>
          <pc:docMk/>
          <pc:sldMk cId="2268274077" sldId="388"/>
        </pc:sldMkLst>
        <pc:picChg chg="add mod">
          <ac:chgData name="Artanago, Kenwyn" userId="280bbbef-73a8-4da2-b05f-60f93405c8ba" providerId="ADAL" clId="{90396D97-E750-4C3D-8AE3-AA8D8721BFDF}" dt="2023-07-09T10:26:54.072" v="245" actId="27614"/>
          <ac:picMkLst>
            <pc:docMk/>
            <pc:sldMk cId="2268274077" sldId="388"/>
            <ac:picMk id="6" creationId="{C2A8DFBA-64A9-4480-90E0-368093D1629A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7.700" v="247" actId="27614"/>
        <pc:sldMkLst>
          <pc:docMk/>
          <pc:sldMk cId="4123100765" sldId="389"/>
        </pc:sldMkLst>
        <pc:picChg chg="add mod">
          <ac:chgData name="Artanago, Kenwyn" userId="280bbbef-73a8-4da2-b05f-60f93405c8ba" providerId="ADAL" clId="{90396D97-E750-4C3D-8AE3-AA8D8721BFDF}" dt="2023-07-09T10:26:57.700" v="247" actId="27614"/>
          <ac:picMkLst>
            <pc:docMk/>
            <pc:sldMk cId="4123100765" sldId="389"/>
            <ac:picMk id="6" creationId="{891FA4DA-17C2-4254-929B-76E4B70A0BE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1.784" v="249" actId="27614"/>
        <pc:sldMkLst>
          <pc:docMk/>
          <pc:sldMk cId="1167368597" sldId="390"/>
        </pc:sldMkLst>
        <pc:picChg chg="add mod">
          <ac:chgData name="Artanago, Kenwyn" userId="280bbbef-73a8-4da2-b05f-60f93405c8ba" providerId="ADAL" clId="{90396D97-E750-4C3D-8AE3-AA8D8721BFDF}" dt="2023-07-09T10:27:01.784" v="249" actId="27614"/>
          <ac:picMkLst>
            <pc:docMk/>
            <pc:sldMk cId="1167368597" sldId="390"/>
            <ac:picMk id="6" creationId="{05B86B4C-32A2-4CC0-8325-0FEDA120D5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5.183" v="251" actId="27614"/>
        <pc:sldMkLst>
          <pc:docMk/>
          <pc:sldMk cId="2202194069" sldId="391"/>
        </pc:sldMkLst>
        <pc:picChg chg="add mod">
          <ac:chgData name="Artanago, Kenwyn" userId="280bbbef-73a8-4da2-b05f-60f93405c8ba" providerId="ADAL" clId="{90396D97-E750-4C3D-8AE3-AA8D8721BFDF}" dt="2023-07-09T10:27:05.183" v="251" actId="27614"/>
          <ac:picMkLst>
            <pc:docMk/>
            <pc:sldMk cId="2202194069" sldId="391"/>
            <ac:picMk id="7" creationId="{4EFB2615-E76D-451E-B4F6-44738F99D82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8.915" v="254" actId="962"/>
        <pc:sldMkLst>
          <pc:docMk/>
          <pc:sldMk cId="2588376745" sldId="392"/>
        </pc:sldMkLst>
        <pc:picChg chg="add mod">
          <ac:chgData name="Artanago, Kenwyn" userId="280bbbef-73a8-4da2-b05f-60f93405c8ba" providerId="ADAL" clId="{90396D97-E750-4C3D-8AE3-AA8D8721BFDF}" dt="2023-07-09T10:27:08.915" v="254" actId="962"/>
          <ac:picMkLst>
            <pc:docMk/>
            <pc:sldMk cId="2588376745" sldId="392"/>
            <ac:picMk id="7" creationId="{CF199D84-0D92-4DEF-B1A6-BB26FBE943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8:36.171" v="268" actId="962"/>
        <pc:sldMkLst>
          <pc:docMk/>
          <pc:sldMk cId="1201868625" sldId="393"/>
        </pc:sldMkLst>
        <pc:picChg chg="add mod">
          <ac:chgData name="Artanago, Kenwyn" userId="280bbbef-73a8-4da2-b05f-60f93405c8ba" providerId="ADAL" clId="{90396D97-E750-4C3D-8AE3-AA8D8721BFDF}" dt="2023-07-09T10:28:36.171" v="268" actId="962"/>
          <ac:picMkLst>
            <pc:docMk/>
            <pc:sldMk cId="1201868625" sldId="393"/>
            <ac:picMk id="4" creationId="{E85B54D5-2645-443E-A3D8-35064FDAA880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18:10.705" v="84" actId="14100"/>
        <pc:sldMkLst>
          <pc:docMk/>
          <pc:sldMk cId="3947617216" sldId="394"/>
        </pc:sldMkLst>
        <pc:picChg chg="add mod">
          <ac:chgData name="Artanago, Kenwyn" userId="280bbbef-73a8-4da2-b05f-60f93405c8ba" providerId="ADAL" clId="{90396D97-E750-4C3D-8AE3-AA8D8721BFDF}" dt="2023-07-09T10:18:10.705" v="84" actId="14100"/>
          <ac:picMkLst>
            <pc:docMk/>
            <pc:sldMk cId="3947617216" sldId="394"/>
            <ac:picMk id="6" creationId="{C7B27025-0F21-4748-BB29-461CE6F29393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35.676" v="131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90396D97-E750-4C3D-8AE3-AA8D8721BFDF}" dt="2023-07-09T10:23:35.676" v="131" actId="27614"/>
          <ac:picMkLst>
            <pc:docMk/>
            <pc:sldMk cId="1042451822" sldId="395"/>
            <ac:picMk id="6" creationId="{D384400C-9F0A-4B55-83B0-62BC973F0AA0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39.831" v="134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90396D97-E750-4C3D-8AE3-AA8D8721BFDF}" dt="2023-07-09T10:23:39.831" v="134" actId="962"/>
          <ac:picMkLst>
            <pc:docMk/>
            <pc:sldMk cId="3510275573" sldId="396"/>
            <ac:picMk id="6" creationId="{D32D0371-829D-4547-BFD2-230440DD2B07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43.887" v="136" actId="27614"/>
        <pc:sldMkLst>
          <pc:docMk/>
          <pc:sldMk cId="2070663167" sldId="397"/>
        </pc:sldMkLst>
        <pc:picChg chg="add mod">
          <ac:chgData name="Artanago, Kenwyn" userId="280bbbef-73a8-4da2-b05f-60f93405c8ba" providerId="ADAL" clId="{90396D97-E750-4C3D-8AE3-AA8D8721BFDF}" dt="2023-07-09T10:23:43.887" v="136" actId="27614"/>
          <ac:picMkLst>
            <pc:docMk/>
            <pc:sldMk cId="2070663167" sldId="397"/>
            <ac:picMk id="6" creationId="{92321FA1-AA09-43A0-8A59-30BEEBF6C32B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47.999" v="139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90396D97-E750-4C3D-8AE3-AA8D8721BFDF}" dt="2023-07-09T10:23:47.999" v="139" actId="962"/>
          <ac:picMkLst>
            <pc:docMk/>
            <pc:sldMk cId="3313265396" sldId="398"/>
            <ac:picMk id="6" creationId="{EBB0130C-4872-47D5-96D3-3A1E05D9EC31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2.146" v="141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90396D97-E750-4C3D-8AE3-AA8D8721BFDF}" dt="2023-07-09T10:23:52.146" v="141" actId="27614"/>
          <ac:picMkLst>
            <pc:docMk/>
            <pc:sldMk cId="959628280" sldId="399"/>
            <ac:picMk id="6" creationId="{DC879329-B4B3-4BBE-9B63-C29A77D5B806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6.920" v="144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90396D97-E750-4C3D-8AE3-AA8D8721BFDF}" dt="2023-07-09T10:23:56.920" v="144" actId="962"/>
          <ac:picMkLst>
            <pc:docMk/>
            <pc:sldMk cId="3606197727" sldId="400"/>
            <ac:picMk id="6" creationId="{EA1C0A22-B939-434C-AA72-6B07C333FEFD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0.245" v="262" actId="962"/>
        <pc:sldMkLst>
          <pc:docMk/>
          <pc:sldMk cId="1163777359" sldId="401"/>
        </pc:sldMkLst>
        <pc:picChg chg="add mod">
          <ac:chgData name="Artanago, Kenwyn" userId="280bbbef-73a8-4da2-b05f-60f93405c8ba" providerId="ADAL" clId="{90396D97-E750-4C3D-8AE3-AA8D8721BFDF}" dt="2023-07-09T10:28:00.245" v="262" actId="962"/>
          <ac:picMkLst>
            <pc:docMk/>
            <pc:sldMk cId="1163777359" sldId="401"/>
            <ac:picMk id="5" creationId="{04DD9E67-12ED-4E7C-A7A5-D4BB9E830CAA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4.223" v="265" actId="962"/>
        <pc:sldMkLst>
          <pc:docMk/>
          <pc:sldMk cId="837145516" sldId="402"/>
        </pc:sldMkLst>
        <pc:picChg chg="add mod">
          <ac:chgData name="Artanago, Kenwyn" userId="280bbbef-73a8-4da2-b05f-60f93405c8ba" providerId="ADAL" clId="{90396D97-E750-4C3D-8AE3-AA8D8721BFDF}" dt="2023-07-09T10:28:04.223" v="265" actId="962"/>
          <ac:picMkLst>
            <pc:docMk/>
            <pc:sldMk cId="837145516" sldId="402"/>
            <ac:picMk id="5" creationId="{FC878435-FD64-4EC3-904E-B8758D2CB918}"/>
          </ac:picMkLst>
        </pc:picChg>
      </pc:sldChg>
      <pc:sldMasterChg chg="modSldLayout">
        <pc:chgData name="Artanago, Kenwyn" userId="280bbbef-73a8-4da2-b05f-60f93405c8ba" providerId="ADAL" clId="{90396D97-E750-4C3D-8AE3-AA8D8721BFDF}" dt="2023-07-09T09:40:13.315" v="1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90396D97-E750-4C3D-8AE3-AA8D8721BFDF}" dt="2023-07-09T09:40:13.315" v="1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90396D97-E750-4C3D-8AE3-AA8D8721BFDF}" dt="2023-07-09T09:40:13.315" v="1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microsoft.com/office/2007/relationships/hdphoto" Target="../media/hdphoto1.wdp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62578A-D730-60EA-6EF4-91A8737058E9}"/>
              </a:ext>
            </a:extLst>
          </p:cNvPr>
          <p:cNvSpPr txBox="1"/>
          <p:nvPr userDrawn="1"/>
        </p:nvSpPr>
        <p:spPr>
          <a:xfrm>
            <a:off x="0" y="1690062"/>
            <a:ext cx="1219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de-DE" sz="6000" b="1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Gottesdienst beginnt in Kürze</a:t>
            </a:r>
            <a:b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lang="de-DE" sz="4000" b="0" i="0" u="none" strike="noStrike" cap="none" dirty="0">
              <a:solidFill>
                <a:srgbClr val="F3F3F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Wir möchten alle daran erinnern,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ihre Telefone auf lautlos zu stellen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während des Gottesdienstes nicht zu essen.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FF4AA-CA19-2EE1-03AE-410C26186227}"/>
              </a:ext>
            </a:extLst>
          </p:cNvPr>
          <p:cNvSpPr txBox="1"/>
          <p:nvPr userDrawn="1"/>
        </p:nvSpPr>
        <p:spPr>
          <a:xfrm>
            <a:off x="9522373" y="6287289"/>
            <a:ext cx="2591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Created</a:t>
            </a:r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by</a:t>
            </a:r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 GRII Slide Maker</a:t>
            </a:r>
          </a:p>
          <a:p>
            <a:pPr algn="r"/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- </a:t>
            </a:r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Awan</a:t>
            </a:r>
            <a:endParaRPr lang="de-DE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Predigt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Bibellesung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 dirty="0"/>
              <a:t> 43, 1-2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3C8EA97-1460-4A9F-87D8-B56EB8B6228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362436" y="4049713"/>
            <a:ext cx="9302750" cy="1073150"/>
          </a:xfrm>
        </p:spPr>
        <p:txBody>
          <a:bodyPr/>
          <a:lstStyle>
            <a:lvl1pPr marL="114300" indent="0" algn="ctr">
              <a:buNone/>
              <a:defRPr sz="320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pPr lvl="0"/>
            <a:r>
              <a:rPr lang="de-DE" dirty="0" err="1"/>
              <a:t>Yesaya</a:t>
            </a:r>
            <a:r>
              <a:rPr lang="de-DE" dirty="0"/>
              <a:t> 43: 1-2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1204574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Vater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geheiligt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werde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Name.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 Reich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komme.Dein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Wille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geschehe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so auf Erden. </a:t>
            </a:r>
            <a:endParaRPr lang="de-DE" sz="3800" b="1" i="0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770465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tägliches Brot gib uns heute,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vergib uns unsre Schuld,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 auch wir vergeben unseren Schuldigern.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585049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führe uns nicht in Versuchung,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sondern erlöse uns von dem Bösen.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Denn dein ist das Reich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die Kraft und die Herrlichkeit in Ewigkeit.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pencipta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09142"/>
            <a:ext cx="104099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Gott, den Vater, den Allmächtigen,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 Schöpfer des Himmels und der Erde.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an Jesus Christus,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seinen eingeborenen Sohn, unsern Herrn,</a:t>
            </a: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empfangen durch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geboren von der Jungfrau Maria,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gelitten unter Pontius Pilatus,</a:t>
            </a: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gekreuzigt, gestorben und begraben,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hinabgestiegen in das Reich des Todes,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 dritten Tage auferstanden von den Toten,</a:t>
            </a: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640377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aufgefahren in den Himmel;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 sitzt zur Rechten Gottes,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 allmächtigen Vaters;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von dort wird er kommen,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zu richten die Lebenden und die Toten.</a:t>
            </a: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 heilige christliche Kirche,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Gemeinschaft der Heiligen,</a:t>
            </a: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Vergebung der Sünden,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Auferstehung der Toten 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das ewige Leben. Amen.</a:t>
            </a: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415650" y="4132073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Penginjilan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540327" y="3068995"/>
            <a:ext cx="11111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212691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Theologische Schule (blau)</a:t>
            </a:r>
            <a:endParaRPr lang="de-DE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Sekolah Teologi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334030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nn-NO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Kulturelle Mandate (blau)</a:t>
            </a:r>
            <a:endParaRPr lang="nn-NO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333755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Mandat Budaya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415658" y="37832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877454" y="3075057"/>
            <a:ext cx="10437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Kirchengebäude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Diakonia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311564" y="3084293"/>
            <a:ext cx="95688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Diakonie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DDB14-A30F-7D72-41CA-53A3DC86D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C682C76-F978-7C12-0093-3100BF755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C2EA-8572-53B9-B6AD-14C362E9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FD34C-68F1-B43D-3518-C97518BF634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B9721-7942-76BD-02EA-D32A7C0FFF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085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Bekanntmachung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32D4F9-FE87-3099-F898-66A1AF91377B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4" name="Picture 3" descr="A poster for a concert&#10;&#10;Description automatically generated">
            <a:extLst>
              <a:ext uri="{FF2B5EF4-FFF2-40B4-BE49-F238E27FC236}">
                <a16:creationId xmlns:a16="http://schemas.microsoft.com/office/drawing/2014/main" id="{994F3E0E-FF84-BE65-9293-E265CE677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464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592;p55">
            <a:extLst>
              <a:ext uri="{FF2B5EF4-FFF2-40B4-BE49-F238E27FC236}">
                <a16:creationId xmlns:a16="http://schemas.microsoft.com/office/drawing/2014/main" id="{BC7649FF-8896-646D-A144-B7FCE7E2B577}"/>
              </a:ext>
            </a:extLst>
          </p:cNvPr>
          <p:cNvGrpSpPr/>
          <p:nvPr userDrawn="1"/>
        </p:nvGrpSpPr>
        <p:grpSpPr>
          <a:xfrm>
            <a:off x="2683251" y="0"/>
            <a:ext cx="6825499" cy="6858000"/>
            <a:chOff x="2683251" y="0"/>
            <a:chExt cx="6825499" cy="6858000"/>
          </a:xfrm>
        </p:grpSpPr>
        <p:pic>
          <p:nvPicPr>
            <p:cNvPr id="4" name="Google Shape;593;p55">
              <a:extLst>
                <a:ext uri="{FF2B5EF4-FFF2-40B4-BE49-F238E27FC236}">
                  <a16:creationId xmlns:a16="http://schemas.microsoft.com/office/drawing/2014/main" id="{60C13581-1C9D-0EAD-1CFB-348A5951504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83251" y="0"/>
              <a:ext cx="682549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594;p55">
              <a:extLst>
                <a:ext uri="{FF2B5EF4-FFF2-40B4-BE49-F238E27FC236}">
                  <a16:creationId xmlns:a16="http://schemas.microsoft.com/office/drawing/2014/main" id="{E1A918C8-1F88-ABC3-4CAA-6FD8810624E5}"/>
                </a:ext>
              </a:extLst>
            </p:cNvPr>
            <p:cNvSpPr/>
            <p:nvPr/>
          </p:nvSpPr>
          <p:spPr>
            <a:xfrm>
              <a:off x="4539916" y="5245768"/>
              <a:ext cx="3192300" cy="8181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595;p55">
              <a:extLst>
                <a:ext uri="{FF2B5EF4-FFF2-40B4-BE49-F238E27FC236}">
                  <a16:creationId xmlns:a16="http://schemas.microsoft.com/office/drawing/2014/main" id="{D5A8B398-6185-58F7-D6CA-DFA4FA420EE9}"/>
                </a:ext>
              </a:extLst>
            </p:cNvPr>
            <p:cNvSpPr/>
            <p:nvPr/>
          </p:nvSpPr>
          <p:spPr>
            <a:xfrm>
              <a:off x="4692315" y="537410"/>
              <a:ext cx="3192300" cy="409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2666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503647" y="675628"/>
            <a:ext cx="5232400" cy="2239022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675628"/>
            <a:ext cx="5232400" cy="149448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Makan Malam &amp; </a:t>
            </a:r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Abendessen &amp; Gebetkreis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338" y="2170113"/>
            <a:ext cx="5232400" cy="134937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Jumat</a:t>
            </a:r>
            <a:r>
              <a:rPr lang="de-DE" dirty="0"/>
              <a:t> di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Ganjil</a:t>
            </a:r>
            <a:r>
              <a:rPr lang="de-DE" dirty="0"/>
              <a:t>, </a:t>
            </a:r>
          </a:p>
          <a:p>
            <a:r>
              <a:rPr lang="de-DE" dirty="0"/>
              <a:t>18:30 CET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Freitags der ungeraden Kalenderwoche,</a:t>
            </a:r>
          </a:p>
          <a:p>
            <a:r>
              <a:rPr lang="de-DE" dirty="0"/>
              <a:t>18:30 CET</a:t>
            </a:r>
          </a:p>
        </p:txBody>
      </p:sp>
    </p:spTree>
    <p:extLst>
      <p:ext uri="{BB962C8B-B14F-4D97-AF65-F5344CB8AC3E}">
        <p14:creationId xmlns:p14="http://schemas.microsoft.com/office/powerpoint/2010/main" val="42512258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8;p51" descr="aaron-burden-UIib0bAvWfs-unsplash.jpg">
            <a:extLst>
              <a:ext uri="{FF2B5EF4-FFF2-40B4-BE49-F238E27FC236}">
                <a16:creationId xmlns:a16="http://schemas.microsoft.com/office/drawing/2014/main" id="{5F514B6A-C30B-C5F5-4F94-892F4564F5F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7;p39">
            <a:extLst>
              <a:ext uri="{FF2B5EF4-FFF2-40B4-BE49-F238E27FC236}">
                <a16:creationId xmlns:a16="http://schemas.microsoft.com/office/drawing/2014/main" id="{A6163B25-3CC5-A054-BB0C-61E91CB7B2DD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55F8D648-303E-D3CF-FA5D-0FBCD26B2D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Pendalaman</a:t>
            </a:r>
            <a:r>
              <a:rPr lang="de-DE" dirty="0"/>
              <a:t> </a:t>
            </a:r>
            <a:r>
              <a:rPr lang="de-DE" dirty="0" err="1"/>
              <a:t>Alkitab</a:t>
            </a:r>
            <a:endParaRPr lang="de-DE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6E946-E69E-4ECF-9698-C30DAB1931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Sabtu</a:t>
            </a:r>
            <a:r>
              <a:rPr lang="en-MY" dirty="0"/>
              <a:t>, 15:00 CET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8" name="Google Shape;507;p39">
            <a:extLst>
              <a:ext uri="{FF2B5EF4-FFF2-40B4-BE49-F238E27FC236}">
                <a16:creationId xmlns:a16="http://schemas.microsoft.com/office/drawing/2014/main" id="{937B409A-F3AE-B2A9-025C-48378881774F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4728C75A-441F-01A5-1C67-63A3116195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/>
              <a:t>B</a:t>
            </a:r>
            <a:r>
              <a:rPr lang="de-DE" dirty="0" err="1"/>
              <a:t>ibelstunde</a:t>
            </a:r>
            <a:endParaRPr lang="de-DE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D6DA8094-2363-169E-2AAE-D0B21C08A4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Samstags, 15:00 CET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7227533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8D1672-EBA0-C035-E1FF-85D5B0C94D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4" name="Google Shape;614;g275a9adfb00_0_188">
            <a:extLst>
              <a:ext uri="{FF2B5EF4-FFF2-40B4-BE49-F238E27FC236}">
                <a16:creationId xmlns:a16="http://schemas.microsoft.com/office/drawing/2014/main" id="{9C70018D-2600-F179-64B7-774DDAB4261C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650" y="0"/>
            <a:ext cx="98175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F47D0834-3787-5C4F-321A-0463F82B9B5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200B5792-4EEE-6042-BBF2-BF4B61CD52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Katekisasi</a:t>
            </a:r>
            <a:r>
              <a:rPr lang="de-DE" dirty="0"/>
              <a:t> Online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06A5440-6CE8-7F9E-D16A-36ECD2C094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2 </a:t>
            </a:r>
            <a:r>
              <a:rPr lang="de-DE" dirty="0" err="1"/>
              <a:t>minggu</a:t>
            </a:r>
            <a:r>
              <a:rPr lang="de-DE" dirty="0"/>
              <a:t>, 13:00 CET</a:t>
            </a:r>
          </a:p>
        </p:txBody>
      </p:sp>
    </p:spTree>
    <p:extLst>
      <p:ext uri="{BB962C8B-B14F-4D97-AF65-F5344CB8AC3E}">
        <p14:creationId xmlns:p14="http://schemas.microsoft.com/office/powerpoint/2010/main" val="42894538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B3899A-169E-679A-A835-E3C844CF501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4" name="Google Shape;614;g275a9adfb00_0_188">
            <a:extLst>
              <a:ext uri="{FF2B5EF4-FFF2-40B4-BE49-F238E27FC236}">
                <a16:creationId xmlns:a16="http://schemas.microsoft.com/office/drawing/2014/main" id="{72049E8A-E580-9C81-F309-8B5829412769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43650" y="0"/>
            <a:ext cx="98175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17EAB587-AA6B-F6A3-72F0-E3282426ACB2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0341D8F5-98B0-D6E8-90B4-E12B8EE2DE3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Master Class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822EC0A3-1DEA-D960-5087-A56EC6D693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Sabtu</a:t>
            </a:r>
            <a:r>
              <a:rPr lang="de-DE" dirty="0"/>
              <a:t>, </a:t>
            </a:r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</a:t>
            </a:r>
            <a:r>
              <a:rPr lang="de-DE" dirty="0" err="1"/>
              <a:t>genap</a:t>
            </a:r>
            <a:endParaRPr lang="de-DE" dirty="0"/>
          </a:p>
          <a:p>
            <a:r>
              <a:rPr lang="de-DE" dirty="0"/>
              <a:t>14:00 CET</a:t>
            </a:r>
          </a:p>
        </p:txBody>
      </p:sp>
    </p:spTree>
    <p:extLst>
      <p:ext uri="{BB962C8B-B14F-4D97-AF65-F5344CB8AC3E}">
        <p14:creationId xmlns:p14="http://schemas.microsoft.com/office/powerpoint/2010/main" val="2329647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ADAE53-DB1D-6EC6-24BE-4D8FFF1FFD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4" name="Google Shape;621;g275a9adfb00_0_194">
            <a:extLst>
              <a:ext uri="{FF2B5EF4-FFF2-40B4-BE49-F238E27FC236}">
                <a16:creationId xmlns:a16="http://schemas.microsoft.com/office/drawing/2014/main" id="{6C78FAEF-817F-33BF-EB16-9086E69F3FB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7425" y="0"/>
            <a:ext cx="9713875" cy="69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45610D7D-2EDE-DAC9-6FB7-7B2D560ACD9D}"/>
              </a:ext>
            </a:extLst>
          </p:cNvPr>
          <p:cNvSpPr/>
          <p:nvPr userDrawn="1"/>
        </p:nvSpPr>
        <p:spPr>
          <a:xfrm>
            <a:off x="1117425" y="3511650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8506C89B-C1DE-55DD-9375-AC89539405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17641" y="3511781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Katekisasi</a:t>
            </a:r>
            <a:r>
              <a:rPr lang="de-DE" dirty="0"/>
              <a:t> </a:t>
            </a:r>
            <a:r>
              <a:rPr lang="de-DE" dirty="0" err="1"/>
              <a:t>Nikah</a:t>
            </a:r>
            <a:endParaRPr lang="de-DE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622D4179-8A15-0B66-DC0A-46A863D344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7641" y="4219806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Pendaftaran</a:t>
            </a:r>
            <a:r>
              <a:rPr lang="de-DE" dirty="0"/>
              <a:t> </a:t>
            </a:r>
            <a:r>
              <a:rPr lang="de-DE" dirty="0" err="1"/>
              <a:t>ke</a:t>
            </a:r>
            <a:r>
              <a:rPr lang="de-DE" dirty="0"/>
              <a:t> </a:t>
            </a:r>
            <a:r>
              <a:rPr lang="de-DE" dirty="0" err="1"/>
              <a:t>Sdr</a:t>
            </a:r>
            <a:r>
              <a:rPr lang="de-DE" dirty="0"/>
              <a:t>. Thomas</a:t>
            </a:r>
          </a:p>
        </p:txBody>
      </p:sp>
    </p:spTree>
    <p:extLst>
      <p:ext uri="{BB962C8B-B14F-4D97-AF65-F5344CB8AC3E}">
        <p14:creationId xmlns:p14="http://schemas.microsoft.com/office/powerpoint/2010/main" val="1976441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58E3A-2510-FC3B-1DB8-997970FE398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Google Shape;685;g1ef2f85ac88_1_0">
            <a:extLst>
              <a:ext uri="{FF2B5EF4-FFF2-40B4-BE49-F238E27FC236}">
                <a16:creationId xmlns:a16="http://schemas.microsoft.com/office/drawing/2014/main" id="{F2C3D0F0-3DF8-4F86-5413-E0B681B6A8B2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8600" y="-72562"/>
            <a:ext cx="12450000" cy="70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AB994C5-7F13-497D-917B-F014225512A0}"/>
              </a:ext>
            </a:extLst>
          </p:cNvPr>
          <p:cNvSpPr/>
          <p:nvPr userDrawn="1"/>
        </p:nvSpPr>
        <p:spPr>
          <a:xfrm>
            <a:off x="577271" y="14593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BE38C1-03DE-91D9-D265-A2C2AD9171CD}"/>
              </a:ext>
            </a:extLst>
          </p:cNvPr>
          <p:cNvSpPr/>
          <p:nvPr userDrawn="1"/>
        </p:nvSpPr>
        <p:spPr>
          <a:xfrm>
            <a:off x="577271" y="22444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70DEB4-09B8-6390-E097-CC105631A414}"/>
              </a:ext>
            </a:extLst>
          </p:cNvPr>
          <p:cNvSpPr/>
          <p:nvPr userDrawn="1"/>
        </p:nvSpPr>
        <p:spPr>
          <a:xfrm>
            <a:off x="577271" y="3631045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4000" dirty="0">
              <a:latin typeface="Corsiva" panose="020B060402020202020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54EB2-F5C2-22B7-F225-D82CD0261440}"/>
              </a:ext>
            </a:extLst>
          </p:cNvPr>
          <p:cNvSpPr/>
          <p:nvPr userDrawn="1"/>
        </p:nvSpPr>
        <p:spPr>
          <a:xfrm>
            <a:off x="577271" y="4416136"/>
            <a:ext cx="5232300" cy="785091"/>
          </a:xfrm>
          <a:prstGeom prst="rect">
            <a:avLst/>
          </a:prstGeom>
          <a:solidFill>
            <a:schemeClr val="lt1">
              <a:alpha val="62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000" dirty="0">
              <a:latin typeface="+mj-lt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A3FDB45-8DB5-EA2D-122A-2E16BC129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7850" y="1446213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Latihan </a:t>
            </a: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Koor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9E4F5A-A87C-7583-E41B-4B3AF57724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171" y="222430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Setiap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Minggu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370E468A-5494-0575-8022-B2A49824B7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171" y="3621578"/>
            <a:ext cx="5232400" cy="798512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tx1"/>
                </a:solidFill>
                <a:latin typeface="Corsiva" panose="020B060402020202020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4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siva" panose="020B0604020202020204" charset="0"/>
                <a:ea typeface="+mn-ea"/>
                <a:cs typeface="+mn-cs"/>
                <a:sym typeface="Arial"/>
              </a:rPr>
              <a:t>Chorübung</a:t>
            </a:r>
            <a:endParaRPr kumimoji="0" lang="de-DE" sz="4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siva" panose="020B0604020202020204" charset="0"/>
              <a:ea typeface="+mn-ea"/>
              <a:cs typeface="+mn-cs"/>
              <a:sym typeface="Arial"/>
            </a:endParaRP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CC539DC-57C8-E1BB-31C6-D3539DE2EB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7171" y="4402715"/>
            <a:ext cx="5232400" cy="798512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Jeden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Sonntag, 14:00 – 15:00 CET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Berner </a:t>
            </a:r>
            <a:r>
              <a:rPr kumimoji="0" lang="en-MY" sz="20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Heerweg</a:t>
            </a:r>
            <a:r>
              <a:rPr kumimoji="0" lang="en-MY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 60</a:t>
            </a:r>
            <a:endParaRPr kumimoji="0" lang="de-DE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136101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507;p39">
            <a:extLst>
              <a:ext uri="{FF2B5EF4-FFF2-40B4-BE49-F238E27FC236}">
                <a16:creationId xmlns:a16="http://schemas.microsoft.com/office/drawing/2014/main" id="{32E7EA77-832D-7698-D622-61CD8B99576F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1" name="Google Shape;508;p39">
            <a:extLst>
              <a:ext uri="{FF2B5EF4-FFF2-40B4-BE49-F238E27FC236}">
                <a16:creationId xmlns:a16="http://schemas.microsoft.com/office/drawing/2014/main" id="{7FF3F63E-3732-78D2-AD68-79FDF8E3E0B3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FF2D639A-087E-2FA7-F163-BA4A435A90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338" y="1462088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B6AA8BAB-A914-6508-E7AF-81202F25D8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2160441"/>
            <a:ext cx="5232400" cy="708025"/>
          </a:xfrm>
        </p:spPr>
        <p:txBody>
          <a:bodyPr/>
          <a:lstStyle>
            <a:lvl1pPr marL="114300" marR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lang="de-DE" sz="1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r>
              <a:rPr lang="de-DE" dirty="0" err="1"/>
              <a:t>Sabtu</a:t>
            </a:r>
            <a:r>
              <a:rPr lang="de-DE" dirty="0"/>
              <a:t> 15:30 CET</a:t>
            </a:r>
          </a:p>
          <a:p>
            <a:pPr lvl="0"/>
            <a:r>
              <a:rPr lang="de-DE" dirty="0"/>
              <a:t>Berner Heerweg 60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71358F21-051E-206A-D00B-B43354D5D7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118105"/>
            <a:ext cx="5232400" cy="768350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Bibelstunde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97EB8EDB-3B4B-F8B1-2F6B-105B01BB91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 CEST </a:t>
            </a:r>
          </a:p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 Berner Heerweg 60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45610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8;g238c28804b7_0_0">
            <a:extLst>
              <a:ext uri="{FF2B5EF4-FFF2-40B4-BE49-F238E27FC236}">
                <a16:creationId xmlns:a16="http://schemas.microsoft.com/office/drawing/2014/main" id="{0B1971B2-10F1-8B78-CD6A-872D2D3FF5E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79;g238c28804b7_0_0">
            <a:extLst>
              <a:ext uri="{FF2B5EF4-FFF2-40B4-BE49-F238E27FC236}">
                <a16:creationId xmlns:a16="http://schemas.microsoft.com/office/drawing/2014/main" id="{3340BD38-0D34-0DD3-083E-5E4C982134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B5989618-EE8D-A309-7653-631BA609E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1533D51C-0561-5F1F-FCCD-8256995D78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14:00 CET 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ABFA118-4DF0-EF68-D397-3ED8EB97B7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C35CC88-21D9-0F7A-6CD6-497149F3B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14:00 CET 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13229246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0D3E8F6D-30DC-482E-79BE-6690FC3025C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B8056ED0-F4FE-1FD4-AB71-92B5D53E0829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4ACC59FA-B992-8699-DA02-89D40CE22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0729C6EF-DA83-8578-34F2-94023D0CC6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Setiap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, 16:00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05ADDBE3-13B6-8021-81C9-6A8AD75A72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/>
              <a:t>Sonntagsgottesdienst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9A442C29-E40D-E5FB-E30E-1A8104FC32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42593426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8;g238c28804b7_0_0">
            <a:extLst>
              <a:ext uri="{FF2B5EF4-FFF2-40B4-BE49-F238E27FC236}">
                <a16:creationId xmlns:a16="http://schemas.microsoft.com/office/drawing/2014/main" id="{87F95481-CA74-40CA-5714-18D7596BD8E5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579;g238c28804b7_0_0">
            <a:extLst>
              <a:ext uri="{FF2B5EF4-FFF2-40B4-BE49-F238E27FC236}">
                <a16:creationId xmlns:a16="http://schemas.microsoft.com/office/drawing/2014/main" id="{A39875C0-16A3-04D5-2FDF-90553E3FC152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C49E5F9C-13C6-ED13-4150-69BB0FC3C0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r>
              <a:rPr lang="de-DE" dirty="0"/>
              <a:t> &amp; </a:t>
            </a:r>
            <a:r>
              <a:rPr lang="de-DE" dirty="0" err="1"/>
              <a:t>Perjamuan</a:t>
            </a:r>
            <a:r>
              <a:rPr lang="de-DE" dirty="0"/>
              <a:t> Kudus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5BAB0EDF-C557-492D-A514-B4F6CB5FCB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50" y="2020868"/>
            <a:ext cx="7762459" cy="1058494"/>
          </a:xfrm>
        </p:spPr>
        <p:txBody>
          <a:bodyPr/>
          <a:lstStyle>
            <a:lvl1pPr marL="114300" indent="0" algn="ctr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 dirty="0" err="1"/>
              <a:t>Minggu</a:t>
            </a:r>
            <a:r>
              <a:rPr lang="de-DE" dirty="0"/>
              <a:t>, 9:00</a:t>
            </a:r>
          </a:p>
          <a:p>
            <a:r>
              <a:rPr lang="de-DE" dirty="0"/>
              <a:t> Berner Heerweg 60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612CFB36-C0B2-BD00-F702-23F25716BD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50" y="3776426"/>
            <a:ext cx="7762459" cy="832817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marL="11430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tabLst/>
              <a:defRPr/>
            </a:pPr>
            <a:r>
              <a:rPr lang="de-DE" dirty="0"/>
              <a:t>Sonntagsgottesdienst &amp; Abendmahl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32D2238-D56C-2519-8D5C-642290813A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</a:t>
            </a:r>
            <a:r>
              <a:rPr lang="de-DE"/>
              <a:t>, 9:00</a:t>
            </a:r>
            <a:endParaRPr lang="de-DE" dirty="0"/>
          </a:p>
          <a:p>
            <a:r>
              <a:rPr lang="de-DE" dirty="0"/>
              <a:t> 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6329251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507;p39">
            <a:extLst>
              <a:ext uri="{FF2B5EF4-FFF2-40B4-BE49-F238E27FC236}">
                <a16:creationId xmlns:a16="http://schemas.microsoft.com/office/drawing/2014/main" id="{84E5BCEA-7CAF-12C0-4D88-FFDD2B1323C4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677DE3C3-388C-0B09-7697-B3044CE13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A11EB085-C5B6-4574-D0B7-F562710A31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11:00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9" name="Google Shape;507;p39">
            <a:extLst>
              <a:ext uri="{FF2B5EF4-FFF2-40B4-BE49-F238E27FC236}">
                <a16:creationId xmlns:a16="http://schemas.microsoft.com/office/drawing/2014/main" id="{168EF372-2FDC-9A44-0BC9-18415F4F1792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8051E29E-1CDA-0969-AAA0-BE63D80A49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A42EDF82-FB1A-2840-CC29-61D523A9F6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11:00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31045812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8F6EAA-4A58-95FA-ECC7-A232B013B3A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  <p:pic>
        <p:nvPicPr>
          <p:cNvPr id="9" name="Google Shape;506;p39" descr="patrick-fore-b_SHPU5M3nk-unsplash.jpg">
            <a:extLst>
              <a:ext uri="{FF2B5EF4-FFF2-40B4-BE49-F238E27FC236}">
                <a16:creationId xmlns:a16="http://schemas.microsoft.com/office/drawing/2014/main" id="{7BDE0CF6-23A0-475F-E17D-2A5D06FC01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07;p39">
            <a:extLst>
              <a:ext uri="{FF2B5EF4-FFF2-40B4-BE49-F238E27FC236}">
                <a16:creationId xmlns:a16="http://schemas.microsoft.com/office/drawing/2014/main" id="{39587C9D-9F04-439D-5590-7C582C2939A5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4" name="Text Placeholder 26">
            <a:extLst>
              <a:ext uri="{FF2B5EF4-FFF2-40B4-BE49-F238E27FC236}">
                <a16:creationId xmlns:a16="http://schemas.microsoft.com/office/drawing/2014/main" id="{C12206A1-A367-92D5-348A-C8B9214535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461C005D-AF3C-A0CB-EAB5-8B1B9E28A0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15:30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6" name="Google Shape;507;p39">
            <a:extLst>
              <a:ext uri="{FF2B5EF4-FFF2-40B4-BE49-F238E27FC236}">
                <a16:creationId xmlns:a16="http://schemas.microsoft.com/office/drawing/2014/main" id="{3B5197AE-94B7-111D-E986-836F0EC54F5E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7" name="Text Placeholder 26">
            <a:extLst>
              <a:ext uri="{FF2B5EF4-FFF2-40B4-BE49-F238E27FC236}">
                <a16:creationId xmlns:a16="http://schemas.microsoft.com/office/drawing/2014/main" id="{2E49088D-F882-800D-FE84-94F9A973F6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Gebetkreis</a:t>
            </a:r>
            <a:endParaRPr lang="de-DE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06877283-B79D-7BDC-CF59-F2C0F5DB27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Sonntags, 15:30</a:t>
            </a:r>
          </a:p>
          <a:p>
            <a:r>
              <a:rPr lang="de-DE" dirty="0"/>
              <a:t>Berner Heerweg 60</a:t>
            </a:r>
          </a:p>
        </p:txBody>
      </p:sp>
    </p:spTree>
    <p:extLst>
      <p:ext uri="{BB962C8B-B14F-4D97-AF65-F5344CB8AC3E}">
        <p14:creationId xmlns:p14="http://schemas.microsoft.com/office/powerpoint/2010/main" val="26871254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507;p39">
            <a:extLst>
              <a:ext uri="{FF2B5EF4-FFF2-40B4-BE49-F238E27FC236}">
                <a16:creationId xmlns:a16="http://schemas.microsoft.com/office/drawing/2014/main" id="{66DCE902-0CF5-C96E-134A-329F0D642FE0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32E36152-3B8A-A4D3-5FE2-F3745B5A0C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DAB35957-4830-5188-DE75-08269B3B2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Minggu</a:t>
            </a:r>
            <a:r>
              <a:rPr lang="en-MY" dirty="0"/>
              <a:t>, 9:00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8" name="Google Shape;507;p39">
            <a:extLst>
              <a:ext uri="{FF2B5EF4-FFF2-40B4-BE49-F238E27FC236}">
                <a16:creationId xmlns:a16="http://schemas.microsoft.com/office/drawing/2014/main" id="{07869742-E182-2960-5EC4-DBA0527D0989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C678E55D-C69D-3910-7E65-61C3A602EC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C14B1A93-0DD5-EDA2-A06A-EFB42FF5E4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Sonntag, 9:00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30154164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507;p39">
            <a:extLst>
              <a:ext uri="{FF2B5EF4-FFF2-40B4-BE49-F238E27FC236}">
                <a16:creationId xmlns:a16="http://schemas.microsoft.com/office/drawing/2014/main" id="{3148CB38-9A22-5DA5-8965-700C24FD8B6A}"/>
              </a:ext>
            </a:extLst>
          </p:cNvPr>
          <p:cNvSpPr/>
          <p:nvPr userDrawn="1"/>
        </p:nvSpPr>
        <p:spPr>
          <a:xfrm>
            <a:off x="5435600" y="1567103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69D8103A-A69B-B1CA-2987-689868AC39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5816" y="1567234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1B8AB7A4-37F9-8B47-8BA9-5C09F8330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5816" y="2275259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MY" dirty="0" err="1"/>
              <a:t>Setiap</a:t>
            </a:r>
            <a:r>
              <a:rPr lang="en-MY" dirty="0"/>
              <a:t> </a:t>
            </a:r>
            <a:r>
              <a:rPr lang="en-MY" dirty="0" err="1"/>
              <a:t>Minggu</a:t>
            </a:r>
            <a:r>
              <a:rPr lang="en-MY" dirty="0"/>
              <a:t>, 16:00</a:t>
            </a:r>
          </a:p>
          <a:p>
            <a:r>
              <a:rPr lang="de-DE" dirty="0"/>
              <a:t>Berner Heerweg 60</a:t>
            </a:r>
          </a:p>
        </p:txBody>
      </p:sp>
      <p:sp>
        <p:nvSpPr>
          <p:cNvPr id="12" name="Google Shape;507;p39">
            <a:extLst>
              <a:ext uri="{FF2B5EF4-FFF2-40B4-BE49-F238E27FC236}">
                <a16:creationId xmlns:a16="http://schemas.microsoft.com/office/drawing/2014/main" id="{AC618D34-EC52-7050-9752-391795323007}"/>
              </a:ext>
            </a:extLst>
          </p:cNvPr>
          <p:cNvSpPr/>
          <p:nvPr userDrawn="1"/>
        </p:nvSpPr>
        <p:spPr>
          <a:xfrm>
            <a:off x="5435600" y="3484146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13" name="Text Placeholder 26">
            <a:extLst>
              <a:ext uri="{FF2B5EF4-FFF2-40B4-BE49-F238E27FC236}">
                <a16:creationId xmlns:a16="http://schemas.microsoft.com/office/drawing/2014/main" id="{3BFBEE91-5810-A5BE-9B19-8FE79BEECE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35816" y="3484277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en-MY" dirty="0" err="1"/>
              <a:t>Sonntagsschule</a:t>
            </a:r>
            <a:endParaRPr lang="de-DE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FFBF6D96-43BC-BF4E-B523-FFD9E84A0B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35816" y="4192302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Jeden Sonntag, 16:00</a:t>
            </a:r>
          </a:p>
          <a:p>
            <a:r>
              <a:rPr lang="de-DE" dirty="0"/>
              <a:t>Berner Heerweg</a:t>
            </a:r>
          </a:p>
        </p:txBody>
      </p:sp>
    </p:spTree>
    <p:extLst>
      <p:ext uri="{BB962C8B-B14F-4D97-AF65-F5344CB8AC3E}">
        <p14:creationId xmlns:p14="http://schemas.microsoft.com/office/powerpoint/2010/main" val="16354984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0;g23c4c92a5cf_0_24">
            <a:extLst>
              <a:ext uri="{FF2B5EF4-FFF2-40B4-BE49-F238E27FC236}">
                <a16:creationId xmlns:a16="http://schemas.microsoft.com/office/drawing/2014/main" id="{EBFC647D-0F46-888D-279E-4A8602F1E52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13;g23c4c92a5cf_0_24">
            <a:extLst>
              <a:ext uri="{FF2B5EF4-FFF2-40B4-BE49-F238E27FC236}">
                <a16:creationId xmlns:a16="http://schemas.microsoft.com/office/drawing/2014/main" id="{21C1CF7C-B74B-6F48-A274-F6CF29860A7D}"/>
              </a:ext>
            </a:extLst>
          </p:cNvPr>
          <p:cNvSpPr/>
          <p:nvPr userDrawn="1"/>
        </p:nvSpPr>
        <p:spPr>
          <a:xfrm>
            <a:off x="6314185" y="1714488"/>
            <a:ext cx="142800" cy="6429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4;g23c4c92a5cf_0_24">
            <a:extLst>
              <a:ext uri="{FF2B5EF4-FFF2-40B4-BE49-F238E27FC236}">
                <a16:creationId xmlns:a16="http://schemas.microsoft.com/office/drawing/2014/main" id="{78BB9530-CBFE-8437-79A0-FDD0A8238B27}"/>
              </a:ext>
            </a:extLst>
          </p:cNvPr>
          <p:cNvSpPr txBox="1"/>
          <p:nvPr userDrawn="1"/>
        </p:nvSpPr>
        <p:spPr>
          <a:xfrm>
            <a:off x="6475318" y="1766064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5;g23c4c92a5cf_0_24">
            <a:extLst>
              <a:ext uri="{FF2B5EF4-FFF2-40B4-BE49-F238E27FC236}">
                <a16:creationId xmlns:a16="http://schemas.microsoft.com/office/drawing/2014/main" id="{184A50BE-44CC-D73D-F12F-F9CB0F2C01A1}"/>
              </a:ext>
            </a:extLst>
          </p:cNvPr>
          <p:cNvSpPr/>
          <p:nvPr userDrawn="1"/>
        </p:nvSpPr>
        <p:spPr>
          <a:xfrm>
            <a:off x="6419790" y="4888342"/>
            <a:ext cx="214200" cy="106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16;g23c4c92a5cf_0_24">
            <a:extLst>
              <a:ext uri="{FF2B5EF4-FFF2-40B4-BE49-F238E27FC236}">
                <a16:creationId xmlns:a16="http://schemas.microsoft.com/office/drawing/2014/main" id="{D58780D2-3A91-BE61-4E67-C3886CD16867}"/>
              </a:ext>
            </a:extLst>
          </p:cNvPr>
          <p:cNvSpPr txBox="1"/>
          <p:nvPr userDrawn="1"/>
        </p:nvSpPr>
        <p:spPr>
          <a:xfrm>
            <a:off x="6662805" y="5179133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87F22-84EE-F298-AC11-1B6A767E2823}"/>
              </a:ext>
            </a:extLst>
          </p:cNvPr>
          <p:cNvSpPr txBox="1"/>
          <p:nvPr userDrawn="1"/>
        </p:nvSpPr>
        <p:spPr>
          <a:xfrm>
            <a:off x="1981200" y="1692276"/>
            <a:ext cx="421640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Today is your big day, we all love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Be glorified, the name of the Lord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In everything of your life, 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wish you in His name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You‘re a part of body of Christ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really care of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love you in His name, yes we do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 are my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endParaRPr lang="de-DE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F4BDF-7DDA-7B96-38BD-F01A0CA4FB12}"/>
              </a:ext>
            </a:extLst>
          </p:cNvPr>
          <p:cNvSpPr txBox="1"/>
          <p:nvPr userDrawn="1"/>
        </p:nvSpPr>
        <p:spPr>
          <a:xfrm>
            <a:off x="1524000" y="17549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latin typeface="Corsiva" panose="020B0604020202020204" charset="0"/>
              </a:rPr>
              <a:t>Happy Birthday</a:t>
            </a:r>
          </a:p>
        </p:txBody>
      </p:sp>
    </p:spTree>
    <p:extLst>
      <p:ext uri="{BB962C8B-B14F-4D97-AF65-F5344CB8AC3E}">
        <p14:creationId xmlns:p14="http://schemas.microsoft.com/office/powerpoint/2010/main" val="19928929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-115576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Kaffezeit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!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708" r:id="rId26"/>
    <p:sldLayoutId id="2147483706" r:id="rId27"/>
    <p:sldLayoutId id="2147483722" r:id="rId28"/>
    <p:sldLayoutId id="2147483697" r:id="rId29"/>
    <p:sldLayoutId id="2147483711" r:id="rId30"/>
    <p:sldLayoutId id="2147483712" r:id="rId31"/>
    <p:sldLayoutId id="2147483713" r:id="rId32"/>
    <p:sldLayoutId id="2147483714" r:id="rId33"/>
    <p:sldLayoutId id="2147483715" r:id="rId34"/>
    <p:sldLayoutId id="2147483698" r:id="rId35"/>
    <p:sldLayoutId id="2147483716" r:id="rId36"/>
    <p:sldLayoutId id="2147483717" r:id="rId37"/>
    <p:sldLayoutId id="2147483719" r:id="rId38"/>
    <p:sldLayoutId id="2147483720" r:id="rId39"/>
    <p:sldLayoutId id="2147483700" r:id="rId40"/>
    <p:sldLayoutId id="2147483721" r:id="rId41"/>
    <p:sldLayoutId id="2147483707" r:id="rId42"/>
    <p:sldLayoutId id="2147483702" r:id="rId43"/>
    <p:sldLayoutId id="2147483703" r:id="rId44"/>
    <p:sldLayoutId id="2147483705" r:id="rId45"/>
    <p:sldLayoutId id="2147483701" r:id="rId46"/>
    <p:sldLayoutId id="2147483654" r:id="rId47"/>
    <p:sldLayoutId id="2147483655" r:id="rId48"/>
    <p:sldLayoutId id="2147483656" r:id="rId49"/>
    <p:sldLayoutId id="2147483657" r:id="rId50"/>
    <p:sldLayoutId id="2147483658" r:id="rId51"/>
    <p:sldLayoutId id="2147483659" r:id="rId5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 June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 June 2024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 June 2024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Kejadian 1:2-3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t>1. Mose 1:2-3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Mose 1:2 : Und die Erde war wüst und leer, und es war finster auf der Tiefe; und der Geist Gottes schwebte auf dem Wasser.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1:2 : Bumi belum berbentuk dan kosong; gelap gulita menutupi samudera raya, dan Roh Allah melayang-layang di atas permukaan air.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Mose 1:3 : Und Gott sprach: Es werde Licht! und es ward Licht.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1:3 : Berfirmanlah Allah: "Jadilah terang." Lalu terang itu jadi.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 June 2024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 June 2024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 June 2024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Past.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Billy Kristanto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 June 2024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 June 2024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 June 2024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 June 2024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02 June 2024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Makan Malam &amp; </a:t>
            </a:r>
          </a:p>
          <a:p>
            <a:r>
              <a:t> 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Abendessen &amp; Gebetkreis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Jumat di Minggu Ganjil </a:t>
            </a:r>
          </a:p>
          <a:p>
            <a:r>
              <a:t> 18:30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Freitags der ungeraden Woche </a:t>
            </a:r>
          </a:p>
          <a:p>
            <a:r>
              <a:t> 18:30 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Pemahaman Alkitab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Sabtu, 15:00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Bibelstunde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Samstags, 15:00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Katekisasi Online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Sabtu, setiap 2 minggu, 13:00 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Master Class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Sabtu minggu genap </a:t>
            </a:r>
          </a:p>
          <a:p>
            <a:r>
              <a:t> 14:00 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Katekisasi Nikah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Pendaftaran: Nina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Latihan Koor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Minggu, 14:00 - 15:00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Chorübung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Sonntags, 14:00 - 15:00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15:30 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Gebetkreis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14:00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Sonntagsgottesdienst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Sonntag, 14:00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Sonntagsgottesdienst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Jeden Sonntag, 16:00 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 &amp; Perjamuan Kudus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Minggu, 9:00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Sonntagsgottesdienst &amp; Abendmahl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Sonntag, 9:00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Minggu, 11:00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Gebetkreis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Sonntag, 11:00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15:30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Gebetkreis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Sonntags, 15:30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Minggu, 9:00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Sonntagsschule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Sonntag, 9:00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Setiap Minggu, 16:00 </a:t>
            </a:r>
          </a:p>
          <a:p>
            <a:r>
              <a:t> Berner Heerweg 60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Sonntagsschule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Jeden Sonntag, 16:00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6" baseType="lpstr">
      <vt:lpstr>Roboto</vt:lpstr>
      <vt:lpstr>Corsiva</vt:lpstr>
      <vt:lpstr>Arial</vt:lpstr>
      <vt:lpstr>Calibri</vt:lpstr>
      <vt:lpstr>Roboto Condensed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53</cp:revision>
  <dcterms:created xsi:type="dcterms:W3CDTF">2021-05-09T21:05:28Z</dcterms:created>
  <dcterms:modified xsi:type="dcterms:W3CDTF">2024-06-01T09:23:39Z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