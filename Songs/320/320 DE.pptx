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5" name="Shape 9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9" descr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4" y="5383634"/>
            <a:ext cx="868824" cy="1474366"/>
          </a:xfrm>
          <a:prstGeom prst="rect">
            <a:avLst/>
          </a:prstGeom>
          <a:ln w="12700">
            <a:miter lim="400000"/>
          </a:ln>
        </p:spPr>
      </p:pic>
      <p:sp>
        <p:nvSpPr>
          <p:cNvPr id="31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8000"/>
            </a:lvl1pPr>
          </a:lstStyle>
          <a:p>
            <a:r>
              <a:t>Title Text</a:t>
            </a:r>
          </a:p>
        </p:txBody>
      </p:sp>
      <p:sp>
        <p:nvSpPr>
          <p:cNvPr id="3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1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1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9" descr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4" y="5383634"/>
            <a:ext cx="868824" cy="1474366"/>
          </a:xfrm>
          <a:prstGeom prst="rect">
            <a:avLst/>
          </a:prstGeom>
          <a:ln w="12700">
            <a:miter lim="400000"/>
          </a:ln>
        </p:spPr>
      </p:pic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6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 descr="Picture 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474" y="5383634"/>
            <a:ext cx="868824" cy="1474366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04292"/>
            <a:ext cx="258624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le 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8"/>
          </a:xfrm>
          <a:prstGeom prst="rect">
            <a:avLst/>
          </a:prstGeom>
        </p:spPr>
        <p:txBody>
          <a:bodyPr/>
          <a:lstStyle/>
          <a:p>
            <a:r>
              <a:rPr lang="fr-CH" dirty="0"/>
              <a:t>320</a:t>
            </a:r>
            <a:endParaRPr dirty="0"/>
          </a:p>
        </p:txBody>
      </p:sp>
      <p:sp>
        <p:nvSpPr>
          <p:cNvPr id="98" name="Text Placeholder 2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1"/>
          <p:cNvSpPr txBox="1"/>
          <p:nvPr/>
        </p:nvSpPr>
        <p:spPr>
          <a:xfrm>
            <a:off x="572478" y="1452025"/>
            <a:ext cx="11368406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de-CH" dirty="0" err="1"/>
              <a:t>Got</a:t>
            </a:r>
            <a:r>
              <a:rPr lang="de-CH" dirty="0"/>
              <a:t> - </a:t>
            </a:r>
            <a:r>
              <a:rPr lang="de-CH" dirty="0" err="1"/>
              <a:t>tes</a:t>
            </a:r>
            <a:r>
              <a:rPr lang="de-CH" dirty="0"/>
              <a:t> - </a:t>
            </a:r>
            <a:r>
              <a:rPr lang="de-CH" dirty="0" err="1"/>
              <a:t>sohn</a:t>
            </a:r>
            <a:r>
              <a:rPr lang="de-CH" dirty="0"/>
              <a:t>, der     Schmer - </a:t>
            </a:r>
            <a:r>
              <a:rPr lang="de-CH" dirty="0" err="1"/>
              <a:t>zens</a:t>
            </a:r>
            <a:r>
              <a:rPr lang="de-CH" dirty="0"/>
              <a:t> - </a:t>
            </a:r>
            <a:r>
              <a:rPr lang="de-CH" dirty="0" err="1"/>
              <a:t>mann</a:t>
            </a:r>
            <a:r>
              <a:rPr lang="de-CH" dirty="0"/>
              <a:t>,</a:t>
            </a:r>
            <a:endParaRPr dirty="0"/>
          </a:p>
        </p:txBody>
      </p:sp>
      <p:sp>
        <p:nvSpPr>
          <p:cNvPr id="101" name="Title 1"/>
          <p:cNvSpPr txBox="1"/>
          <p:nvPr/>
        </p:nvSpPr>
        <p:spPr>
          <a:xfrm>
            <a:off x="1586622" y="5493410"/>
            <a:ext cx="4991126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90000"/>
              </a:lnSpc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en-GB" dirty="0"/>
              <a:t>GOTTESSOHN, DER SCHMERZENSMANN</a:t>
            </a:r>
          </a:p>
          <a:p>
            <a:pPr algn="ctr">
              <a:lnSpc>
                <a:spcPct val="90000"/>
              </a:lnSpc>
              <a:defRPr sz="2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de-CH" dirty="0"/>
              <a:t>(HALLELUJAH, WHAT A SAVIOUR!)</a:t>
            </a:r>
          </a:p>
        </p:txBody>
      </p:sp>
      <p:sp>
        <p:nvSpPr>
          <p:cNvPr id="102" name="TextBox 7"/>
          <p:cNvSpPr txBox="1"/>
          <p:nvPr/>
        </p:nvSpPr>
        <p:spPr>
          <a:xfrm>
            <a:off x="1682609" y="6100560"/>
            <a:ext cx="1818766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 err="1"/>
              <a:t>Bes</a:t>
            </a:r>
            <a:r>
              <a:rPr dirty="0"/>
              <a:t> - </a:t>
            </a:r>
            <a:r>
              <a:rPr lang="fr-CH" dirty="0"/>
              <a:t>4</a:t>
            </a:r>
            <a:r>
              <a:rPr dirty="0"/>
              <a:t>/4</a:t>
            </a:r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MAN OF SORROWS</a:t>
            </a:r>
            <a:endParaRPr dirty="0"/>
          </a:p>
        </p:txBody>
      </p:sp>
      <p:sp>
        <p:nvSpPr>
          <p:cNvPr id="103" name="TextBox 10"/>
          <p:cNvSpPr txBox="1"/>
          <p:nvPr/>
        </p:nvSpPr>
        <p:spPr>
          <a:xfrm>
            <a:off x="5370003" y="6100562"/>
            <a:ext cx="1405191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en-GB" dirty="0"/>
              <a:t>Philip P. Bliss</a:t>
            </a:r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en-GB" dirty="0"/>
              <a:t>tr. by T. Kübler</a:t>
            </a:r>
            <a:endParaRPr dirty="0"/>
          </a:p>
        </p:txBody>
      </p:sp>
      <p:sp>
        <p:nvSpPr>
          <p:cNvPr id="104" name="TextBox 14"/>
          <p:cNvSpPr txBox="1"/>
          <p:nvPr/>
        </p:nvSpPr>
        <p:spPr>
          <a:xfrm>
            <a:off x="619003" y="755595"/>
            <a:ext cx="1124140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arnumation 3"/>
                <a:ea typeface="Parnumation 3"/>
                <a:cs typeface="Parnumation 3"/>
                <a:sym typeface="Parnumation 3"/>
              </a:defRPr>
            </a:lvl1pPr>
          </a:lstStyle>
          <a:p>
            <a:r>
              <a:rPr lang="fr-CH" dirty="0"/>
              <a:t> 5   5   5   3  |  !    !    7  . |</a:t>
            </a:r>
            <a:endParaRPr dirty="0"/>
          </a:p>
        </p:txBody>
      </p:sp>
      <p:grpSp>
        <p:nvGrpSpPr>
          <p:cNvPr id="107" name="Oval 1"/>
          <p:cNvGrpSpPr/>
          <p:nvPr/>
        </p:nvGrpSpPr>
        <p:grpSpPr>
          <a:xfrm>
            <a:off x="11704319" y="95033"/>
            <a:ext cx="391887" cy="391888"/>
            <a:chOff x="0" y="0"/>
            <a:chExt cx="391886" cy="391886"/>
          </a:xfrm>
        </p:grpSpPr>
        <p:sp>
          <p:nvSpPr>
            <p:cNvPr id="105" name="Circle"/>
            <p:cNvSpPr/>
            <p:nvPr/>
          </p:nvSpPr>
          <p:spPr>
            <a:xfrm>
              <a:off x="-1" y="-1"/>
              <a:ext cx="391888" cy="391888"/>
            </a:xfrm>
            <a:prstGeom prst="ellipse">
              <a:avLst/>
            </a:prstGeom>
            <a:noFill/>
            <a:ln w="28575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defRPr>
              </a:pPr>
              <a:endParaRPr/>
            </a:p>
          </p:txBody>
        </p:sp>
        <p:sp>
          <p:nvSpPr>
            <p:cNvPr id="106" name="1"/>
            <p:cNvSpPr txBox="1"/>
            <p:nvPr/>
          </p:nvSpPr>
          <p:spPr>
            <a:xfrm>
              <a:off x="117397" y="16872"/>
              <a:ext cx="157091" cy="35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defRPr>
              </a:lvl1pPr>
            </a:lstStyle>
            <a:p>
              <a:r>
                <a:rPr dirty="0"/>
                <a:t>1</a:t>
              </a:r>
            </a:p>
          </p:txBody>
        </p:sp>
      </p:grpSp>
      <p:sp>
        <p:nvSpPr>
          <p:cNvPr id="108" name="TextBox 20"/>
          <p:cNvSpPr txBox="1"/>
          <p:nvPr/>
        </p:nvSpPr>
        <p:spPr>
          <a:xfrm>
            <a:off x="601966" y="1978309"/>
            <a:ext cx="10594552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 b="1" i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en-GB" dirty="0"/>
              <a:t>"Man   of     </a:t>
            </a:r>
            <a:r>
              <a:rPr lang="en-GB" dirty="0" err="1"/>
              <a:t>sor</a:t>
            </a:r>
            <a:r>
              <a:rPr lang="en-GB" dirty="0"/>
              <a:t> – row!"    What        a        name</a:t>
            </a:r>
          </a:p>
        </p:txBody>
      </p:sp>
      <p:sp>
        <p:nvSpPr>
          <p:cNvPr id="109" name="TextBox 13"/>
          <p:cNvSpPr txBox="1"/>
          <p:nvPr/>
        </p:nvSpPr>
        <p:spPr>
          <a:xfrm>
            <a:off x="653734" y="3708258"/>
            <a:ext cx="11241404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de-CH" dirty="0" err="1"/>
              <a:t>woll</a:t>
            </a:r>
            <a:r>
              <a:rPr lang="de-CH" dirty="0"/>
              <a:t> -  </a:t>
            </a:r>
            <a:r>
              <a:rPr lang="de-CH" dirty="0" err="1"/>
              <a:t>te</a:t>
            </a:r>
            <a:r>
              <a:rPr lang="de-CH" dirty="0"/>
              <a:t>      al -    so       sich    uns </a:t>
            </a:r>
            <a:r>
              <a:rPr lang="de-CH" dirty="0" err="1"/>
              <a:t>nahn</a:t>
            </a:r>
            <a:r>
              <a:rPr lang="de-CH" dirty="0"/>
              <a:t>,</a:t>
            </a:r>
            <a:endParaRPr dirty="0"/>
          </a:p>
        </p:txBody>
      </p:sp>
      <p:sp>
        <p:nvSpPr>
          <p:cNvPr id="110" name="TextBox 15"/>
          <p:cNvSpPr txBox="1"/>
          <p:nvPr/>
        </p:nvSpPr>
        <p:spPr>
          <a:xfrm>
            <a:off x="654514" y="2986427"/>
            <a:ext cx="1124140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arnumation 3"/>
                <a:ea typeface="Parnumation 3"/>
                <a:cs typeface="Parnumation 3"/>
                <a:sym typeface="Parnumation 3"/>
              </a:defRPr>
            </a:lvl1pPr>
          </a:lstStyle>
          <a:p>
            <a:r>
              <a:rPr lang="fr-CH" dirty="0"/>
              <a:t> 6   6   5   !  | 7   6  5 . |</a:t>
            </a:r>
          </a:p>
        </p:txBody>
      </p:sp>
      <p:sp>
        <p:nvSpPr>
          <p:cNvPr id="111" name="TextBox 16"/>
          <p:cNvSpPr txBox="1"/>
          <p:nvPr/>
        </p:nvSpPr>
        <p:spPr>
          <a:xfrm>
            <a:off x="664107" y="4221841"/>
            <a:ext cx="10594552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 b="1" i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en-GB" dirty="0"/>
              <a:t> for     the    Son    of        God,   who came,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1"/>
          <p:cNvSpPr txBox="1"/>
          <p:nvPr/>
        </p:nvSpPr>
        <p:spPr>
          <a:xfrm>
            <a:off x="572478" y="1452025"/>
            <a:ext cx="11368406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de-CH" dirty="0"/>
              <a:t>  um     in     Lieb  uns        zu     um - </a:t>
            </a:r>
            <a:r>
              <a:rPr lang="de-CH" dirty="0" err="1"/>
              <a:t>fahn</a:t>
            </a:r>
            <a:r>
              <a:rPr lang="de-CH" dirty="0"/>
              <a:t>.</a:t>
            </a:r>
            <a:endParaRPr dirty="0"/>
          </a:p>
        </p:txBody>
      </p:sp>
      <p:sp>
        <p:nvSpPr>
          <p:cNvPr id="101" name="Title 1"/>
          <p:cNvSpPr txBox="1"/>
          <p:nvPr/>
        </p:nvSpPr>
        <p:spPr>
          <a:xfrm>
            <a:off x="1586622" y="5493410"/>
            <a:ext cx="4991126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90000"/>
              </a:lnSpc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en-GB" dirty="0"/>
              <a:t>GOTTESSOHN, DER SCHMERZENSMANN</a:t>
            </a:r>
          </a:p>
          <a:p>
            <a:pPr algn="ctr">
              <a:lnSpc>
                <a:spcPct val="90000"/>
              </a:lnSpc>
              <a:defRPr sz="2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de-CH" dirty="0"/>
              <a:t>(HALLELUJAH, WHAT A SAVIOUR!)</a:t>
            </a:r>
          </a:p>
        </p:txBody>
      </p:sp>
      <p:sp>
        <p:nvSpPr>
          <p:cNvPr id="102" name="TextBox 7"/>
          <p:cNvSpPr txBox="1"/>
          <p:nvPr/>
        </p:nvSpPr>
        <p:spPr>
          <a:xfrm>
            <a:off x="1682609" y="6100560"/>
            <a:ext cx="1818766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 err="1"/>
              <a:t>Bes</a:t>
            </a:r>
            <a:r>
              <a:rPr dirty="0"/>
              <a:t> - </a:t>
            </a:r>
            <a:r>
              <a:rPr lang="fr-CH" dirty="0"/>
              <a:t>4</a:t>
            </a:r>
            <a:r>
              <a:rPr dirty="0"/>
              <a:t>/4</a:t>
            </a:r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MAN OF SORROWS</a:t>
            </a:r>
            <a:endParaRPr dirty="0"/>
          </a:p>
        </p:txBody>
      </p:sp>
      <p:sp>
        <p:nvSpPr>
          <p:cNvPr id="103" name="TextBox 10"/>
          <p:cNvSpPr txBox="1"/>
          <p:nvPr/>
        </p:nvSpPr>
        <p:spPr>
          <a:xfrm>
            <a:off x="5370003" y="6100562"/>
            <a:ext cx="1405191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en-GB" dirty="0"/>
              <a:t>Philip P. Bliss</a:t>
            </a:r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en-GB" dirty="0"/>
              <a:t>tr. by T. Kübler</a:t>
            </a:r>
          </a:p>
        </p:txBody>
      </p:sp>
      <p:sp>
        <p:nvSpPr>
          <p:cNvPr id="104" name="TextBox 14"/>
          <p:cNvSpPr txBox="1"/>
          <p:nvPr/>
        </p:nvSpPr>
        <p:spPr>
          <a:xfrm>
            <a:off x="619003" y="755595"/>
            <a:ext cx="1124140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arnumation 3"/>
                <a:ea typeface="Parnumation 3"/>
                <a:cs typeface="Parnumation 3"/>
                <a:sym typeface="Parnumation 3"/>
              </a:defRPr>
            </a:lvl1pPr>
          </a:lstStyle>
          <a:p>
            <a:r>
              <a:rPr lang="fr-CH" dirty="0"/>
              <a:t> 5   5   5   3  | !   !   !  </a:t>
            </a:r>
            <a:endParaRPr dirty="0"/>
          </a:p>
        </p:txBody>
      </p:sp>
      <p:grpSp>
        <p:nvGrpSpPr>
          <p:cNvPr id="107" name="Oval 1"/>
          <p:cNvGrpSpPr/>
          <p:nvPr/>
        </p:nvGrpSpPr>
        <p:grpSpPr>
          <a:xfrm>
            <a:off x="11704319" y="95033"/>
            <a:ext cx="391887" cy="391888"/>
            <a:chOff x="0" y="0"/>
            <a:chExt cx="391886" cy="391886"/>
          </a:xfrm>
        </p:grpSpPr>
        <p:sp>
          <p:nvSpPr>
            <p:cNvPr id="105" name="Circle"/>
            <p:cNvSpPr/>
            <p:nvPr/>
          </p:nvSpPr>
          <p:spPr>
            <a:xfrm>
              <a:off x="-1" y="-1"/>
              <a:ext cx="391888" cy="391888"/>
            </a:xfrm>
            <a:prstGeom prst="ellipse">
              <a:avLst/>
            </a:prstGeom>
            <a:noFill/>
            <a:ln w="28575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defRPr>
              </a:pPr>
              <a:endParaRPr/>
            </a:p>
          </p:txBody>
        </p:sp>
        <p:sp>
          <p:nvSpPr>
            <p:cNvPr id="106" name="1"/>
            <p:cNvSpPr txBox="1"/>
            <p:nvPr/>
          </p:nvSpPr>
          <p:spPr>
            <a:xfrm>
              <a:off x="117397" y="16872"/>
              <a:ext cx="157091" cy="35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defRPr>
              </a:lvl1pPr>
            </a:lstStyle>
            <a:p>
              <a:r>
                <a:rPr dirty="0"/>
                <a:t>1</a:t>
              </a:r>
            </a:p>
          </p:txBody>
        </p:sp>
      </p:grpSp>
      <p:sp>
        <p:nvSpPr>
          <p:cNvPr id="108" name="TextBox 20"/>
          <p:cNvSpPr txBox="1"/>
          <p:nvPr/>
        </p:nvSpPr>
        <p:spPr>
          <a:xfrm>
            <a:off x="601966" y="1978309"/>
            <a:ext cx="10594552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 i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en-GB" dirty="0"/>
              <a:t>  Ru – </a:t>
            </a:r>
            <a:r>
              <a:rPr lang="en-GB" dirty="0" err="1"/>
              <a:t>ined</a:t>
            </a:r>
            <a:r>
              <a:rPr lang="en-GB" dirty="0"/>
              <a:t>  sin – </a:t>
            </a:r>
            <a:r>
              <a:rPr lang="en-GB" dirty="0" err="1"/>
              <a:t>ners</a:t>
            </a:r>
            <a:r>
              <a:rPr lang="en-GB" dirty="0"/>
              <a:t>       to      re – claim! </a:t>
            </a:r>
            <a:endParaRPr dirty="0"/>
          </a:p>
        </p:txBody>
      </p:sp>
      <p:sp>
        <p:nvSpPr>
          <p:cNvPr id="109" name="TextBox 13"/>
          <p:cNvSpPr txBox="1"/>
          <p:nvPr/>
        </p:nvSpPr>
        <p:spPr>
          <a:xfrm>
            <a:off x="653734" y="3708258"/>
            <a:ext cx="11241404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de-CH" dirty="0"/>
              <a:t>Hal - le -    </a:t>
            </a:r>
            <a:r>
              <a:rPr lang="de-CH" dirty="0" err="1"/>
              <a:t>lu</a:t>
            </a:r>
            <a:r>
              <a:rPr lang="de-CH" dirty="0"/>
              <a:t> -   </a:t>
            </a:r>
            <a:r>
              <a:rPr lang="de-CH" dirty="0" err="1"/>
              <a:t>jah</a:t>
            </a:r>
            <a:r>
              <a:rPr lang="de-CH" dirty="0"/>
              <a:t>, welch ein   Hei - </a:t>
            </a:r>
            <a:r>
              <a:rPr lang="de-CH" dirty="0" err="1"/>
              <a:t>land</a:t>
            </a:r>
            <a:r>
              <a:rPr lang="de-CH" dirty="0"/>
              <a:t>!</a:t>
            </a:r>
            <a:endParaRPr dirty="0"/>
          </a:p>
        </p:txBody>
      </p:sp>
      <p:sp>
        <p:nvSpPr>
          <p:cNvPr id="110" name="TextBox 15"/>
          <p:cNvSpPr txBox="1"/>
          <p:nvPr/>
        </p:nvSpPr>
        <p:spPr>
          <a:xfrm>
            <a:off x="654514" y="2986427"/>
            <a:ext cx="1124140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arnumation 3"/>
                <a:ea typeface="Parnumation 3"/>
                <a:cs typeface="Parnumation 3"/>
                <a:sym typeface="Parnumation 3"/>
              </a:defRPr>
            </a:lvl1pPr>
          </a:lstStyle>
          <a:p>
            <a:r>
              <a:rPr lang="fr-CH" dirty="0" err="1"/>
              <a:t>J!j</a:t>
            </a:r>
            <a:r>
              <a:rPr lang="fr-CH" dirty="0"/>
              <a:t> </a:t>
            </a:r>
            <a:r>
              <a:rPr lang="fr-CH" dirty="0" err="1"/>
              <a:t>k.k</a:t>
            </a:r>
            <a:r>
              <a:rPr lang="fr-CH" dirty="0"/>
              <a:t> a2 | a3 . A2  </a:t>
            </a:r>
            <a:r>
              <a:rPr lang="fr-CH" dirty="0" err="1"/>
              <a:t>j!j</a:t>
            </a:r>
            <a:r>
              <a:rPr lang="fr-CH" dirty="0"/>
              <a:t> </a:t>
            </a:r>
            <a:r>
              <a:rPr lang="fr-CH" dirty="0" err="1"/>
              <a:t>k.k</a:t>
            </a:r>
            <a:r>
              <a:rPr lang="fr-CH" dirty="0"/>
              <a:t> 6 | 6 . 5 . +</a:t>
            </a:r>
          </a:p>
        </p:txBody>
      </p:sp>
      <p:sp>
        <p:nvSpPr>
          <p:cNvPr id="111" name="TextBox 16"/>
          <p:cNvSpPr txBox="1"/>
          <p:nvPr/>
        </p:nvSpPr>
        <p:spPr>
          <a:xfrm>
            <a:off x="664107" y="4221841"/>
            <a:ext cx="10594552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 i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FR" dirty="0"/>
              <a:t>Hal – le –  lu –  </a:t>
            </a:r>
            <a:r>
              <a:rPr lang="fr-FR" dirty="0" err="1"/>
              <a:t>jah</a:t>
            </a:r>
            <a:r>
              <a:rPr lang="fr-FR" dirty="0"/>
              <a:t>,   </a:t>
            </a:r>
            <a:r>
              <a:rPr lang="fr-FR" dirty="0" err="1"/>
              <a:t>what</a:t>
            </a:r>
            <a:r>
              <a:rPr lang="fr-FR" dirty="0"/>
              <a:t>  a       Sa – </a:t>
            </a:r>
            <a:r>
              <a:rPr lang="fr-FR" dirty="0" err="1"/>
              <a:t>viour</a:t>
            </a:r>
            <a:r>
              <a:rPr lang="fr-FR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9438376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1"/>
          <p:cNvSpPr txBox="1"/>
          <p:nvPr/>
        </p:nvSpPr>
        <p:spPr>
          <a:xfrm>
            <a:off x="572478" y="1452025"/>
            <a:ext cx="11368406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de-CH" dirty="0"/>
              <a:t>Schmach  und Schan - de,    Zor -   </a:t>
            </a:r>
            <a:r>
              <a:rPr lang="de-CH" dirty="0" err="1"/>
              <a:t>nes</a:t>
            </a:r>
            <a:r>
              <a:rPr lang="de-CH" dirty="0"/>
              <a:t> - </a:t>
            </a:r>
            <a:r>
              <a:rPr lang="de-CH" dirty="0" err="1"/>
              <a:t>wut</a:t>
            </a:r>
            <a:r>
              <a:rPr lang="de-CH" dirty="0"/>
              <a:t>,</a:t>
            </a:r>
            <a:endParaRPr dirty="0"/>
          </a:p>
        </p:txBody>
      </p:sp>
      <p:sp>
        <p:nvSpPr>
          <p:cNvPr id="101" name="Title 1"/>
          <p:cNvSpPr txBox="1"/>
          <p:nvPr/>
        </p:nvSpPr>
        <p:spPr>
          <a:xfrm>
            <a:off x="1586622" y="5493410"/>
            <a:ext cx="4991126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90000"/>
              </a:lnSpc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en-GB" dirty="0"/>
              <a:t>GOTTESSOHN, DER SCHMERZENSMANN</a:t>
            </a:r>
          </a:p>
          <a:p>
            <a:pPr algn="ctr">
              <a:lnSpc>
                <a:spcPct val="90000"/>
              </a:lnSpc>
              <a:defRPr sz="2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de-CH" dirty="0"/>
              <a:t>(HALLELUJAH, WHAT A SAVIOUR!)</a:t>
            </a:r>
          </a:p>
        </p:txBody>
      </p:sp>
      <p:sp>
        <p:nvSpPr>
          <p:cNvPr id="102" name="TextBox 7"/>
          <p:cNvSpPr txBox="1"/>
          <p:nvPr/>
        </p:nvSpPr>
        <p:spPr>
          <a:xfrm>
            <a:off x="1682609" y="6100560"/>
            <a:ext cx="1818766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 err="1"/>
              <a:t>Bes</a:t>
            </a:r>
            <a:r>
              <a:rPr dirty="0"/>
              <a:t> - </a:t>
            </a:r>
            <a:r>
              <a:rPr lang="fr-CH" dirty="0"/>
              <a:t>4</a:t>
            </a:r>
            <a:r>
              <a:rPr dirty="0"/>
              <a:t>/4</a:t>
            </a:r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MAN OF SORROWS</a:t>
            </a:r>
            <a:endParaRPr dirty="0"/>
          </a:p>
        </p:txBody>
      </p:sp>
      <p:sp>
        <p:nvSpPr>
          <p:cNvPr id="103" name="TextBox 10"/>
          <p:cNvSpPr txBox="1"/>
          <p:nvPr/>
        </p:nvSpPr>
        <p:spPr>
          <a:xfrm>
            <a:off x="5370003" y="6100562"/>
            <a:ext cx="1405191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en-GB" dirty="0"/>
              <a:t>Philip P. Bliss</a:t>
            </a:r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en-GB" dirty="0"/>
              <a:t>tr. by T. Kübler</a:t>
            </a:r>
          </a:p>
        </p:txBody>
      </p:sp>
      <p:sp>
        <p:nvSpPr>
          <p:cNvPr id="104" name="TextBox 14"/>
          <p:cNvSpPr txBox="1"/>
          <p:nvPr/>
        </p:nvSpPr>
        <p:spPr>
          <a:xfrm>
            <a:off x="619003" y="755595"/>
            <a:ext cx="1124140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arnumation 3"/>
                <a:ea typeface="Parnumation 3"/>
                <a:cs typeface="Parnumation 3"/>
                <a:sym typeface="Parnumation 3"/>
              </a:defRPr>
            </a:lvl1pPr>
          </a:lstStyle>
          <a:p>
            <a:r>
              <a:rPr lang="fr-CH" dirty="0"/>
              <a:t>  5     5   5    3 | !   !   7 . |</a:t>
            </a:r>
            <a:endParaRPr dirty="0"/>
          </a:p>
        </p:txBody>
      </p:sp>
      <p:grpSp>
        <p:nvGrpSpPr>
          <p:cNvPr id="107" name="Oval 1"/>
          <p:cNvGrpSpPr/>
          <p:nvPr/>
        </p:nvGrpSpPr>
        <p:grpSpPr>
          <a:xfrm>
            <a:off x="11704318" y="95032"/>
            <a:ext cx="391889" cy="391890"/>
            <a:chOff x="-1" y="-1"/>
            <a:chExt cx="391888" cy="391888"/>
          </a:xfrm>
        </p:grpSpPr>
        <p:sp>
          <p:nvSpPr>
            <p:cNvPr id="105" name="Circle"/>
            <p:cNvSpPr/>
            <p:nvPr/>
          </p:nvSpPr>
          <p:spPr>
            <a:xfrm>
              <a:off x="-1" y="-1"/>
              <a:ext cx="391888" cy="391888"/>
            </a:xfrm>
            <a:prstGeom prst="ellipse">
              <a:avLst/>
            </a:prstGeom>
            <a:noFill/>
            <a:ln w="28575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defRPr>
              </a:pPr>
              <a:endParaRPr/>
            </a:p>
          </p:txBody>
        </p:sp>
        <p:sp>
          <p:nvSpPr>
            <p:cNvPr id="106" name="1"/>
            <p:cNvSpPr txBox="1"/>
            <p:nvPr/>
          </p:nvSpPr>
          <p:spPr>
            <a:xfrm>
              <a:off x="117397" y="11279"/>
              <a:ext cx="157091" cy="3693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defRPr>
              </a:lvl1pPr>
            </a:lstStyle>
            <a:p>
              <a:r>
                <a:rPr lang="en-GB" dirty="0"/>
                <a:t>2</a:t>
              </a:r>
              <a:endParaRPr dirty="0"/>
            </a:p>
          </p:txBody>
        </p:sp>
      </p:grpSp>
      <p:sp>
        <p:nvSpPr>
          <p:cNvPr id="108" name="TextBox 20"/>
          <p:cNvSpPr txBox="1"/>
          <p:nvPr/>
        </p:nvSpPr>
        <p:spPr>
          <a:xfrm>
            <a:off x="601966" y="1978309"/>
            <a:ext cx="10594552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 b="1" i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en-GB" dirty="0"/>
              <a:t>Bear –       </a:t>
            </a:r>
            <a:r>
              <a:rPr lang="en-GB" dirty="0" err="1"/>
              <a:t>ing</a:t>
            </a:r>
            <a:r>
              <a:rPr lang="en-GB" dirty="0"/>
              <a:t>  shame   and  scoff – </a:t>
            </a:r>
            <a:r>
              <a:rPr lang="en-GB" dirty="0" err="1"/>
              <a:t>ing</a:t>
            </a:r>
            <a:r>
              <a:rPr lang="en-GB" dirty="0"/>
              <a:t>    rude,</a:t>
            </a:r>
          </a:p>
        </p:txBody>
      </p:sp>
      <p:sp>
        <p:nvSpPr>
          <p:cNvPr id="109" name="TextBox 13"/>
          <p:cNvSpPr txBox="1"/>
          <p:nvPr/>
        </p:nvSpPr>
        <p:spPr>
          <a:xfrm>
            <a:off x="653734" y="3708258"/>
            <a:ext cx="11241404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de-CH" dirty="0"/>
              <a:t>  al -   </a:t>
            </a:r>
            <a:r>
              <a:rPr lang="de-CH" dirty="0" err="1"/>
              <a:t>les</a:t>
            </a:r>
            <a:r>
              <a:rPr lang="de-CH" dirty="0"/>
              <a:t>    trug    Er        mir       zu   gut;</a:t>
            </a:r>
            <a:endParaRPr dirty="0"/>
          </a:p>
        </p:txBody>
      </p:sp>
      <p:sp>
        <p:nvSpPr>
          <p:cNvPr id="110" name="TextBox 15"/>
          <p:cNvSpPr txBox="1"/>
          <p:nvPr/>
        </p:nvSpPr>
        <p:spPr>
          <a:xfrm>
            <a:off x="654514" y="2986427"/>
            <a:ext cx="1124140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arnumation 3"/>
                <a:ea typeface="Parnumation 3"/>
                <a:cs typeface="Parnumation 3"/>
                <a:sym typeface="Parnumation 3"/>
              </a:defRPr>
            </a:lvl1pPr>
          </a:lstStyle>
          <a:p>
            <a:r>
              <a:rPr lang="fr-CH" dirty="0"/>
              <a:t> 6   6   5   !  | 7    6  5 . |</a:t>
            </a:r>
          </a:p>
        </p:txBody>
      </p:sp>
      <p:sp>
        <p:nvSpPr>
          <p:cNvPr id="111" name="TextBox 16"/>
          <p:cNvSpPr txBox="1"/>
          <p:nvPr/>
        </p:nvSpPr>
        <p:spPr>
          <a:xfrm>
            <a:off x="664107" y="4221841"/>
            <a:ext cx="10594552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 b="1" i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/>
              <a:t>  In     </a:t>
            </a:r>
            <a:r>
              <a:rPr lang="fr-CH" dirty="0" err="1"/>
              <a:t>my</a:t>
            </a:r>
            <a:r>
              <a:rPr lang="fr-CH" dirty="0"/>
              <a:t>   place   con – </a:t>
            </a:r>
            <a:r>
              <a:rPr lang="fr-CH" dirty="0" err="1"/>
              <a:t>demn’d</a:t>
            </a:r>
            <a:r>
              <a:rPr lang="fr-CH" dirty="0"/>
              <a:t>  He  </a:t>
            </a:r>
            <a:r>
              <a:rPr lang="fr-CH" dirty="0" err="1"/>
              <a:t>stood</a:t>
            </a:r>
            <a:r>
              <a:rPr lang="fr-CH" dirty="0"/>
              <a:t>,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6371085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1"/>
          <p:cNvSpPr txBox="1"/>
          <p:nvPr/>
        </p:nvSpPr>
        <p:spPr>
          <a:xfrm>
            <a:off x="572478" y="1452025"/>
            <a:ext cx="11368406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de-CH" dirty="0"/>
              <a:t>nun   quillt  Heil   aus   Sei - </a:t>
            </a:r>
            <a:r>
              <a:rPr lang="de-CH" dirty="0" err="1"/>
              <a:t>nem</a:t>
            </a:r>
            <a:r>
              <a:rPr lang="de-CH" dirty="0"/>
              <a:t> Blut.</a:t>
            </a:r>
            <a:endParaRPr dirty="0"/>
          </a:p>
        </p:txBody>
      </p:sp>
      <p:sp>
        <p:nvSpPr>
          <p:cNvPr id="101" name="Title 1"/>
          <p:cNvSpPr txBox="1"/>
          <p:nvPr/>
        </p:nvSpPr>
        <p:spPr>
          <a:xfrm>
            <a:off x="1586622" y="5493410"/>
            <a:ext cx="4991126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90000"/>
              </a:lnSpc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en-GB" dirty="0"/>
              <a:t>GOTTESSOHN, DER SCHMERZENSMANN</a:t>
            </a:r>
          </a:p>
          <a:p>
            <a:pPr algn="ctr">
              <a:lnSpc>
                <a:spcPct val="90000"/>
              </a:lnSpc>
              <a:defRPr sz="2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de-CH" dirty="0"/>
              <a:t>(HALLELUJAH, WHAT A SAVIOUR!)</a:t>
            </a:r>
          </a:p>
        </p:txBody>
      </p:sp>
      <p:sp>
        <p:nvSpPr>
          <p:cNvPr id="102" name="TextBox 7"/>
          <p:cNvSpPr txBox="1"/>
          <p:nvPr/>
        </p:nvSpPr>
        <p:spPr>
          <a:xfrm>
            <a:off x="1682609" y="6100560"/>
            <a:ext cx="1818766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 err="1"/>
              <a:t>Bes</a:t>
            </a:r>
            <a:r>
              <a:rPr dirty="0"/>
              <a:t> - </a:t>
            </a:r>
            <a:r>
              <a:rPr lang="fr-CH" dirty="0"/>
              <a:t>4</a:t>
            </a:r>
            <a:r>
              <a:rPr dirty="0"/>
              <a:t>/4</a:t>
            </a:r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MAN OF SORROWS</a:t>
            </a:r>
            <a:endParaRPr dirty="0"/>
          </a:p>
        </p:txBody>
      </p:sp>
      <p:sp>
        <p:nvSpPr>
          <p:cNvPr id="103" name="TextBox 10"/>
          <p:cNvSpPr txBox="1"/>
          <p:nvPr/>
        </p:nvSpPr>
        <p:spPr>
          <a:xfrm>
            <a:off x="5370003" y="6100562"/>
            <a:ext cx="1405191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en-GB" dirty="0"/>
              <a:t>Philip P. Bliss</a:t>
            </a:r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en-GB" dirty="0"/>
              <a:t>tr. by T. Kübler</a:t>
            </a:r>
          </a:p>
        </p:txBody>
      </p:sp>
      <p:sp>
        <p:nvSpPr>
          <p:cNvPr id="104" name="TextBox 14"/>
          <p:cNvSpPr txBox="1"/>
          <p:nvPr/>
        </p:nvSpPr>
        <p:spPr>
          <a:xfrm>
            <a:off x="619003" y="755595"/>
            <a:ext cx="1124140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arnumation 3"/>
                <a:ea typeface="Parnumation 3"/>
                <a:cs typeface="Parnumation 3"/>
                <a:sym typeface="Parnumation 3"/>
              </a:defRPr>
            </a:lvl1pPr>
          </a:lstStyle>
          <a:p>
            <a:r>
              <a:rPr lang="fr-CH" dirty="0"/>
              <a:t> 5   5   5   3 | !  !   !  </a:t>
            </a:r>
            <a:endParaRPr dirty="0"/>
          </a:p>
        </p:txBody>
      </p:sp>
      <p:grpSp>
        <p:nvGrpSpPr>
          <p:cNvPr id="107" name="Oval 1"/>
          <p:cNvGrpSpPr/>
          <p:nvPr/>
        </p:nvGrpSpPr>
        <p:grpSpPr>
          <a:xfrm>
            <a:off x="11704318" y="95032"/>
            <a:ext cx="391889" cy="391890"/>
            <a:chOff x="-1" y="-1"/>
            <a:chExt cx="391888" cy="391888"/>
          </a:xfrm>
        </p:grpSpPr>
        <p:sp>
          <p:nvSpPr>
            <p:cNvPr id="105" name="Circle"/>
            <p:cNvSpPr/>
            <p:nvPr/>
          </p:nvSpPr>
          <p:spPr>
            <a:xfrm>
              <a:off x="-1" y="-1"/>
              <a:ext cx="391888" cy="391888"/>
            </a:xfrm>
            <a:prstGeom prst="ellipse">
              <a:avLst/>
            </a:prstGeom>
            <a:noFill/>
            <a:ln w="28575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defRPr>
              </a:pPr>
              <a:endParaRPr/>
            </a:p>
          </p:txBody>
        </p:sp>
        <p:sp>
          <p:nvSpPr>
            <p:cNvPr id="106" name="1"/>
            <p:cNvSpPr txBox="1"/>
            <p:nvPr/>
          </p:nvSpPr>
          <p:spPr>
            <a:xfrm>
              <a:off x="117397" y="11279"/>
              <a:ext cx="157091" cy="3693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defRPr>
              </a:lvl1pPr>
            </a:lstStyle>
            <a:p>
              <a:r>
                <a:rPr lang="en-GB" dirty="0"/>
                <a:t>2</a:t>
              </a:r>
              <a:endParaRPr dirty="0"/>
            </a:p>
          </p:txBody>
        </p:sp>
      </p:grpSp>
      <p:sp>
        <p:nvSpPr>
          <p:cNvPr id="108" name="TextBox 20"/>
          <p:cNvSpPr txBox="1"/>
          <p:nvPr/>
        </p:nvSpPr>
        <p:spPr>
          <a:xfrm>
            <a:off x="601966" y="1978309"/>
            <a:ext cx="10594552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 i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en-GB" dirty="0" err="1"/>
              <a:t>Seal’d</a:t>
            </a:r>
            <a:r>
              <a:rPr lang="en-GB" dirty="0"/>
              <a:t>  my  par – don    with  His  blood:</a:t>
            </a:r>
          </a:p>
        </p:txBody>
      </p:sp>
      <p:sp>
        <p:nvSpPr>
          <p:cNvPr id="109" name="TextBox 13"/>
          <p:cNvSpPr txBox="1"/>
          <p:nvPr/>
        </p:nvSpPr>
        <p:spPr>
          <a:xfrm>
            <a:off x="653734" y="3708258"/>
            <a:ext cx="11241404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de-CH" dirty="0"/>
              <a:t>Hal - le -    </a:t>
            </a:r>
            <a:r>
              <a:rPr lang="de-CH" dirty="0" err="1"/>
              <a:t>lu</a:t>
            </a:r>
            <a:r>
              <a:rPr lang="de-CH" dirty="0"/>
              <a:t> -   </a:t>
            </a:r>
            <a:r>
              <a:rPr lang="de-CH" dirty="0" err="1"/>
              <a:t>jah</a:t>
            </a:r>
            <a:r>
              <a:rPr lang="de-CH" dirty="0"/>
              <a:t>, welch ein   Hei - </a:t>
            </a:r>
            <a:r>
              <a:rPr lang="de-CH" dirty="0" err="1"/>
              <a:t>land</a:t>
            </a:r>
            <a:r>
              <a:rPr lang="de-CH" dirty="0"/>
              <a:t>!</a:t>
            </a:r>
          </a:p>
        </p:txBody>
      </p:sp>
      <p:sp>
        <p:nvSpPr>
          <p:cNvPr id="110" name="TextBox 15"/>
          <p:cNvSpPr txBox="1"/>
          <p:nvPr/>
        </p:nvSpPr>
        <p:spPr>
          <a:xfrm>
            <a:off x="654514" y="2986427"/>
            <a:ext cx="1124140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arnumation 3"/>
                <a:ea typeface="Parnumation 3"/>
                <a:cs typeface="Parnumation 3"/>
                <a:sym typeface="Parnumation 3"/>
              </a:defRPr>
            </a:lvl1pPr>
          </a:lstStyle>
          <a:p>
            <a:r>
              <a:rPr lang="fr-CH" dirty="0" err="1"/>
              <a:t>J!j</a:t>
            </a:r>
            <a:r>
              <a:rPr lang="fr-CH" dirty="0"/>
              <a:t> </a:t>
            </a:r>
            <a:r>
              <a:rPr lang="fr-CH" dirty="0" err="1"/>
              <a:t>k.k</a:t>
            </a:r>
            <a:r>
              <a:rPr lang="fr-CH" dirty="0"/>
              <a:t> a2 | a3 . A2  </a:t>
            </a:r>
            <a:r>
              <a:rPr lang="fr-CH" dirty="0" err="1"/>
              <a:t>j!j</a:t>
            </a:r>
            <a:r>
              <a:rPr lang="fr-CH" dirty="0"/>
              <a:t> </a:t>
            </a:r>
            <a:r>
              <a:rPr lang="fr-CH" dirty="0" err="1"/>
              <a:t>k.k</a:t>
            </a:r>
            <a:r>
              <a:rPr lang="fr-CH" dirty="0"/>
              <a:t> 6 | 6 . 5 . +</a:t>
            </a:r>
          </a:p>
        </p:txBody>
      </p:sp>
      <p:sp>
        <p:nvSpPr>
          <p:cNvPr id="111" name="TextBox 16"/>
          <p:cNvSpPr txBox="1"/>
          <p:nvPr/>
        </p:nvSpPr>
        <p:spPr>
          <a:xfrm>
            <a:off x="664107" y="4221841"/>
            <a:ext cx="10594552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 i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FR" dirty="0"/>
              <a:t>Hal – le –  lu –  </a:t>
            </a:r>
            <a:r>
              <a:rPr lang="fr-FR" dirty="0" err="1"/>
              <a:t>jah</a:t>
            </a:r>
            <a:r>
              <a:rPr lang="fr-FR" dirty="0"/>
              <a:t>,   </a:t>
            </a:r>
            <a:r>
              <a:rPr lang="fr-FR" dirty="0" err="1"/>
              <a:t>what</a:t>
            </a:r>
            <a:r>
              <a:rPr lang="fr-FR" dirty="0"/>
              <a:t>  a       Sa – </a:t>
            </a:r>
            <a:r>
              <a:rPr lang="fr-FR" dirty="0" err="1"/>
              <a:t>viour</a:t>
            </a:r>
            <a:r>
              <a:rPr lang="fr-FR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12131131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1"/>
          <p:cNvSpPr txBox="1"/>
          <p:nvPr/>
        </p:nvSpPr>
        <p:spPr>
          <a:xfrm>
            <a:off x="572478" y="1452025"/>
            <a:ext cx="11368406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de-CH" dirty="0"/>
              <a:t>Für     der </a:t>
            </a:r>
            <a:r>
              <a:rPr lang="de-CH" dirty="0" err="1"/>
              <a:t>Sün</a:t>
            </a:r>
            <a:r>
              <a:rPr lang="de-CH" dirty="0"/>
              <a:t> - der    </a:t>
            </a:r>
            <a:r>
              <a:rPr lang="de-CH" dirty="0" err="1"/>
              <a:t>gro</a:t>
            </a:r>
            <a:r>
              <a:rPr lang="de-CH" dirty="0"/>
              <a:t> -  </a:t>
            </a:r>
            <a:r>
              <a:rPr lang="de-CH" dirty="0" err="1"/>
              <a:t>ße</a:t>
            </a:r>
            <a:r>
              <a:rPr lang="de-CH" dirty="0"/>
              <a:t>    Schar</a:t>
            </a:r>
            <a:endParaRPr dirty="0"/>
          </a:p>
        </p:txBody>
      </p:sp>
      <p:sp>
        <p:nvSpPr>
          <p:cNvPr id="101" name="Title 1"/>
          <p:cNvSpPr txBox="1"/>
          <p:nvPr/>
        </p:nvSpPr>
        <p:spPr>
          <a:xfrm>
            <a:off x="1586622" y="5493410"/>
            <a:ext cx="4991126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90000"/>
              </a:lnSpc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en-GB" dirty="0"/>
              <a:t>GOTTESSOHN, DER SCHMERZENSMANN</a:t>
            </a:r>
          </a:p>
          <a:p>
            <a:pPr algn="ctr">
              <a:lnSpc>
                <a:spcPct val="90000"/>
              </a:lnSpc>
              <a:defRPr sz="2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de-CH" dirty="0"/>
              <a:t>(HALLELUJAH, WHAT A SAVIOUR!)</a:t>
            </a:r>
          </a:p>
        </p:txBody>
      </p:sp>
      <p:sp>
        <p:nvSpPr>
          <p:cNvPr id="102" name="TextBox 7"/>
          <p:cNvSpPr txBox="1"/>
          <p:nvPr/>
        </p:nvSpPr>
        <p:spPr>
          <a:xfrm>
            <a:off x="1682609" y="6100560"/>
            <a:ext cx="1818766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 err="1"/>
              <a:t>Bes</a:t>
            </a:r>
            <a:r>
              <a:rPr dirty="0"/>
              <a:t> - </a:t>
            </a:r>
            <a:r>
              <a:rPr lang="fr-CH" dirty="0"/>
              <a:t>4</a:t>
            </a:r>
            <a:r>
              <a:rPr dirty="0"/>
              <a:t>/4</a:t>
            </a:r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MAN OF SORROWS</a:t>
            </a:r>
            <a:endParaRPr dirty="0"/>
          </a:p>
        </p:txBody>
      </p:sp>
      <p:sp>
        <p:nvSpPr>
          <p:cNvPr id="103" name="TextBox 10"/>
          <p:cNvSpPr txBox="1"/>
          <p:nvPr/>
        </p:nvSpPr>
        <p:spPr>
          <a:xfrm>
            <a:off x="5370003" y="6100562"/>
            <a:ext cx="1405191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en-GB" dirty="0"/>
              <a:t>Philip P. Bliss</a:t>
            </a:r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en-GB" dirty="0"/>
              <a:t>tr. by T. Kübler</a:t>
            </a:r>
          </a:p>
        </p:txBody>
      </p:sp>
      <p:sp>
        <p:nvSpPr>
          <p:cNvPr id="104" name="TextBox 14"/>
          <p:cNvSpPr txBox="1"/>
          <p:nvPr/>
        </p:nvSpPr>
        <p:spPr>
          <a:xfrm>
            <a:off x="619003" y="755595"/>
            <a:ext cx="1124140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arnumation 3"/>
                <a:ea typeface="Parnumation 3"/>
                <a:cs typeface="Parnumation 3"/>
                <a:sym typeface="Parnumation 3"/>
              </a:defRPr>
            </a:lvl1pPr>
          </a:lstStyle>
          <a:p>
            <a:r>
              <a:rPr lang="fr-CH" dirty="0"/>
              <a:t> 5   5  5   3 | !   !   7 . |</a:t>
            </a:r>
            <a:endParaRPr dirty="0"/>
          </a:p>
        </p:txBody>
      </p:sp>
      <p:grpSp>
        <p:nvGrpSpPr>
          <p:cNvPr id="107" name="Oval 1"/>
          <p:cNvGrpSpPr/>
          <p:nvPr/>
        </p:nvGrpSpPr>
        <p:grpSpPr>
          <a:xfrm>
            <a:off x="11704318" y="95032"/>
            <a:ext cx="391889" cy="391890"/>
            <a:chOff x="-1" y="-1"/>
            <a:chExt cx="391888" cy="391888"/>
          </a:xfrm>
        </p:grpSpPr>
        <p:sp>
          <p:nvSpPr>
            <p:cNvPr id="105" name="Circle"/>
            <p:cNvSpPr/>
            <p:nvPr/>
          </p:nvSpPr>
          <p:spPr>
            <a:xfrm>
              <a:off x="-1" y="-1"/>
              <a:ext cx="391888" cy="391888"/>
            </a:xfrm>
            <a:prstGeom prst="ellipse">
              <a:avLst/>
            </a:prstGeom>
            <a:noFill/>
            <a:ln w="28575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defRPr>
              </a:pPr>
              <a:endParaRPr/>
            </a:p>
          </p:txBody>
        </p:sp>
        <p:sp>
          <p:nvSpPr>
            <p:cNvPr id="106" name="1"/>
            <p:cNvSpPr txBox="1"/>
            <p:nvPr/>
          </p:nvSpPr>
          <p:spPr>
            <a:xfrm>
              <a:off x="117397" y="11279"/>
              <a:ext cx="157091" cy="3693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defRPr>
              </a:lvl1pPr>
            </a:lstStyle>
            <a:p>
              <a:r>
                <a:rPr lang="en-GB" dirty="0"/>
                <a:t>3</a:t>
              </a:r>
              <a:endParaRPr dirty="0"/>
            </a:p>
          </p:txBody>
        </p:sp>
      </p:grpSp>
      <p:sp>
        <p:nvSpPr>
          <p:cNvPr id="108" name="TextBox 20"/>
          <p:cNvSpPr txBox="1"/>
          <p:nvPr/>
        </p:nvSpPr>
        <p:spPr>
          <a:xfrm>
            <a:off x="601966" y="1978309"/>
            <a:ext cx="10594552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 b="1" i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en-GB" dirty="0" err="1"/>
              <a:t>Guil</a:t>
            </a:r>
            <a:r>
              <a:rPr lang="en-GB" dirty="0"/>
              <a:t> – ty   vile    and   help – less  we,</a:t>
            </a:r>
          </a:p>
        </p:txBody>
      </p:sp>
      <p:sp>
        <p:nvSpPr>
          <p:cNvPr id="109" name="TextBox 13"/>
          <p:cNvSpPr txBox="1"/>
          <p:nvPr/>
        </p:nvSpPr>
        <p:spPr>
          <a:xfrm>
            <a:off x="653734" y="3708258"/>
            <a:ext cx="11241404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de-CH" dirty="0"/>
              <a:t>brach -  </a:t>
            </a:r>
            <a:r>
              <a:rPr lang="de-CH" dirty="0" err="1"/>
              <a:t>te</a:t>
            </a:r>
            <a:r>
              <a:rPr lang="de-CH" dirty="0"/>
              <a:t>      Er     das    </a:t>
            </a:r>
            <a:r>
              <a:rPr lang="de-CH" dirty="0" err="1"/>
              <a:t>Op</a:t>
            </a:r>
            <a:r>
              <a:rPr lang="de-CH" dirty="0"/>
              <a:t> – </a:t>
            </a:r>
            <a:r>
              <a:rPr lang="de-CH" dirty="0" err="1"/>
              <a:t>fer</a:t>
            </a:r>
            <a:r>
              <a:rPr lang="de-CH" dirty="0"/>
              <a:t>  da;</a:t>
            </a:r>
            <a:endParaRPr dirty="0"/>
          </a:p>
        </p:txBody>
      </p:sp>
      <p:sp>
        <p:nvSpPr>
          <p:cNvPr id="110" name="TextBox 15"/>
          <p:cNvSpPr txBox="1"/>
          <p:nvPr/>
        </p:nvSpPr>
        <p:spPr>
          <a:xfrm>
            <a:off x="654514" y="2986427"/>
            <a:ext cx="1124140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arnumation 3"/>
                <a:ea typeface="Parnumation 3"/>
                <a:cs typeface="Parnumation 3"/>
                <a:sym typeface="Parnumation 3"/>
              </a:defRPr>
            </a:lvl1pPr>
          </a:lstStyle>
          <a:p>
            <a:r>
              <a:rPr lang="fr-CH" dirty="0"/>
              <a:t> 6    6   5   ! | 7   6  5 . |</a:t>
            </a:r>
          </a:p>
        </p:txBody>
      </p:sp>
      <p:sp>
        <p:nvSpPr>
          <p:cNvPr id="111" name="TextBox 16"/>
          <p:cNvSpPr txBox="1"/>
          <p:nvPr/>
        </p:nvSpPr>
        <p:spPr>
          <a:xfrm>
            <a:off x="664107" y="4221841"/>
            <a:ext cx="10594552" cy="1323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 b="1" i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en-GB" dirty="0"/>
              <a:t>Spot – less  Lamb   of     God  was  He;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3710819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1"/>
          <p:cNvSpPr txBox="1"/>
          <p:nvPr/>
        </p:nvSpPr>
        <p:spPr>
          <a:xfrm>
            <a:off x="572478" y="1452025"/>
            <a:ext cx="11368406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de-CH" dirty="0"/>
              <a:t>  Er    </a:t>
            </a:r>
            <a:r>
              <a:rPr lang="de-CH" dirty="0" err="1"/>
              <a:t>be</a:t>
            </a:r>
            <a:r>
              <a:rPr lang="de-CH" dirty="0"/>
              <a:t> – freit   uns    ganz und gar. </a:t>
            </a:r>
            <a:endParaRPr dirty="0"/>
          </a:p>
        </p:txBody>
      </p:sp>
      <p:sp>
        <p:nvSpPr>
          <p:cNvPr id="101" name="Title 1"/>
          <p:cNvSpPr txBox="1"/>
          <p:nvPr/>
        </p:nvSpPr>
        <p:spPr>
          <a:xfrm>
            <a:off x="1586622" y="5493410"/>
            <a:ext cx="4991126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90000"/>
              </a:lnSpc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en-GB" dirty="0"/>
              <a:t>GOTTESSOHN, DER SCHMERZENSMANN</a:t>
            </a:r>
          </a:p>
          <a:p>
            <a:pPr algn="ctr">
              <a:lnSpc>
                <a:spcPct val="90000"/>
              </a:lnSpc>
              <a:defRPr sz="2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de-CH" dirty="0"/>
              <a:t>(HALLELUJAH, WHAT A SAVIOUR!)</a:t>
            </a:r>
          </a:p>
        </p:txBody>
      </p:sp>
      <p:sp>
        <p:nvSpPr>
          <p:cNvPr id="102" name="TextBox 7"/>
          <p:cNvSpPr txBox="1"/>
          <p:nvPr/>
        </p:nvSpPr>
        <p:spPr>
          <a:xfrm>
            <a:off x="1682609" y="6100560"/>
            <a:ext cx="1818766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 err="1"/>
              <a:t>Bes</a:t>
            </a:r>
            <a:r>
              <a:rPr dirty="0"/>
              <a:t> - </a:t>
            </a:r>
            <a:r>
              <a:rPr lang="fr-CH" dirty="0"/>
              <a:t>4</a:t>
            </a:r>
            <a:r>
              <a:rPr dirty="0"/>
              <a:t>/4</a:t>
            </a:r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MAN OF SORROWS</a:t>
            </a:r>
            <a:endParaRPr dirty="0"/>
          </a:p>
        </p:txBody>
      </p:sp>
      <p:sp>
        <p:nvSpPr>
          <p:cNvPr id="103" name="TextBox 10"/>
          <p:cNvSpPr txBox="1"/>
          <p:nvPr/>
        </p:nvSpPr>
        <p:spPr>
          <a:xfrm>
            <a:off x="5370003" y="6100562"/>
            <a:ext cx="1405191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en-GB" dirty="0"/>
              <a:t>Philip P. Bliss</a:t>
            </a:r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en-GB" dirty="0"/>
              <a:t>tr. by T. Kübler</a:t>
            </a:r>
          </a:p>
        </p:txBody>
      </p:sp>
      <p:sp>
        <p:nvSpPr>
          <p:cNvPr id="104" name="TextBox 14"/>
          <p:cNvSpPr txBox="1"/>
          <p:nvPr/>
        </p:nvSpPr>
        <p:spPr>
          <a:xfrm>
            <a:off x="619003" y="755595"/>
            <a:ext cx="1124140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arnumation 3"/>
                <a:ea typeface="Parnumation 3"/>
                <a:cs typeface="Parnumation 3"/>
                <a:sym typeface="Parnumation 3"/>
              </a:defRPr>
            </a:lvl1pPr>
          </a:lstStyle>
          <a:p>
            <a:r>
              <a:rPr lang="fr-CH" dirty="0"/>
              <a:t> 5  5   5   3  | !  !  !  </a:t>
            </a:r>
            <a:endParaRPr dirty="0"/>
          </a:p>
        </p:txBody>
      </p:sp>
      <p:grpSp>
        <p:nvGrpSpPr>
          <p:cNvPr id="107" name="Oval 1"/>
          <p:cNvGrpSpPr/>
          <p:nvPr/>
        </p:nvGrpSpPr>
        <p:grpSpPr>
          <a:xfrm>
            <a:off x="11704318" y="95032"/>
            <a:ext cx="391889" cy="391890"/>
            <a:chOff x="-1" y="-1"/>
            <a:chExt cx="391888" cy="391888"/>
          </a:xfrm>
        </p:grpSpPr>
        <p:sp>
          <p:nvSpPr>
            <p:cNvPr id="105" name="Circle"/>
            <p:cNvSpPr/>
            <p:nvPr/>
          </p:nvSpPr>
          <p:spPr>
            <a:xfrm>
              <a:off x="-1" y="-1"/>
              <a:ext cx="391888" cy="391888"/>
            </a:xfrm>
            <a:prstGeom prst="ellipse">
              <a:avLst/>
            </a:prstGeom>
            <a:noFill/>
            <a:ln w="28575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defRPr>
              </a:pPr>
              <a:endParaRPr/>
            </a:p>
          </p:txBody>
        </p:sp>
        <p:sp>
          <p:nvSpPr>
            <p:cNvPr id="106" name="1"/>
            <p:cNvSpPr txBox="1"/>
            <p:nvPr/>
          </p:nvSpPr>
          <p:spPr>
            <a:xfrm>
              <a:off x="117397" y="11279"/>
              <a:ext cx="157091" cy="3693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defRPr>
              </a:lvl1pPr>
            </a:lstStyle>
            <a:p>
              <a:r>
                <a:rPr lang="en-GB" dirty="0"/>
                <a:t>3</a:t>
              </a:r>
              <a:endParaRPr dirty="0"/>
            </a:p>
          </p:txBody>
        </p:sp>
      </p:grpSp>
      <p:sp>
        <p:nvSpPr>
          <p:cNvPr id="108" name="TextBox 20"/>
          <p:cNvSpPr txBox="1"/>
          <p:nvPr/>
        </p:nvSpPr>
        <p:spPr>
          <a:xfrm>
            <a:off x="601966" y="1978309"/>
            <a:ext cx="10594552" cy="1323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 i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en-GB" dirty="0"/>
              <a:t>Full   a – tone – </a:t>
            </a:r>
            <a:r>
              <a:rPr lang="en-GB" dirty="0" err="1"/>
              <a:t>ment</a:t>
            </a:r>
            <a:r>
              <a:rPr lang="en-GB" dirty="0"/>
              <a:t>!   Can  it    be?</a:t>
            </a:r>
          </a:p>
          <a:p>
            <a:endParaRPr dirty="0"/>
          </a:p>
        </p:txBody>
      </p:sp>
      <p:sp>
        <p:nvSpPr>
          <p:cNvPr id="109" name="TextBox 13"/>
          <p:cNvSpPr txBox="1"/>
          <p:nvPr/>
        </p:nvSpPr>
        <p:spPr>
          <a:xfrm>
            <a:off x="653734" y="3708258"/>
            <a:ext cx="11241404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de-CH" dirty="0"/>
              <a:t>Hal - le -    </a:t>
            </a:r>
            <a:r>
              <a:rPr lang="de-CH" dirty="0" err="1"/>
              <a:t>lu</a:t>
            </a:r>
            <a:r>
              <a:rPr lang="de-CH" dirty="0"/>
              <a:t> -   </a:t>
            </a:r>
            <a:r>
              <a:rPr lang="de-CH" dirty="0" err="1"/>
              <a:t>jah</a:t>
            </a:r>
            <a:r>
              <a:rPr lang="de-CH" dirty="0"/>
              <a:t>, welch ein   Hei - </a:t>
            </a:r>
            <a:r>
              <a:rPr lang="de-CH" dirty="0" err="1"/>
              <a:t>land</a:t>
            </a:r>
            <a:r>
              <a:rPr lang="de-CH" dirty="0"/>
              <a:t>!</a:t>
            </a:r>
          </a:p>
        </p:txBody>
      </p:sp>
      <p:sp>
        <p:nvSpPr>
          <p:cNvPr id="110" name="TextBox 15"/>
          <p:cNvSpPr txBox="1"/>
          <p:nvPr/>
        </p:nvSpPr>
        <p:spPr>
          <a:xfrm>
            <a:off x="654514" y="2986427"/>
            <a:ext cx="1124140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arnumation 3"/>
                <a:ea typeface="Parnumation 3"/>
                <a:cs typeface="Parnumation 3"/>
                <a:sym typeface="Parnumation 3"/>
              </a:defRPr>
            </a:lvl1pPr>
          </a:lstStyle>
          <a:p>
            <a:r>
              <a:rPr lang="fr-CH" dirty="0" err="1"/>
              <a:t>J!j</a:t>
            </a:r>
            <a:r>
              <a:rPr lang="fr-CH" dirty="0"/>
              <a:t> </a:t>
            </a:r>
            <a:r>
              <a:rPr lang="fr-CH" dirty="0" err="1"/>
              <a:t>k.k</a:t>
            </a:r>
            <a:r>
              <a:rPr lang="fr-CH" dirty="0"/>
              <a:t> a2 | a3 . A2  </a:t>
            </a:r>
            <a:r>
              <a:rPr lang="fr-CH" dirty="0" err="1"/>
              <a:t>j!j</a:t>
            </a:r>
            <a:r>
              <a:rPr lang="fr-CH" dirty="0"/>
              <a:t> </a:t>
            </a:r>
            <a:r>
              <a:rPr lang="fr-CH" dirty="0" err="1"/>
              <a:t>k.k</a:t>
            </a:r>
            <a:r>
              <a:rPr lang="fr-CH" dirty="0"/>
              <a:t> 6 | 6 . 5 . +</a:t>
            </a:r>
          </a:p>
        </p:txBody>
      </p:sp>
      <p:sp>
        <p:nvSpPr>
          <p:cNvPr id="111" name="TextBox 16"/>
          <p:cNvSpPr txBox="1"/>
          <p:nvPr/>
        </p:nvSpPr>
        <p:spPr>
          <a:xfrm>
            <a:off x="664107" y="4221841"/>
            <a:ext cx="10594552" cy="1323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 i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FR" dirty="0"/>
              <a:t>Hal – le –  lu –  </a:t>
            </a:r>
            <a:r>
              <a:rPr lang="fr-FR" dirty="0" err="1"/>
              <a:t>jah</a:t>
            </a:r>
            <a:r>
              <a:rPr lang="fr-FR" dirty="0"/>
              <a:t>,   </a:t>
            </a:r>
            <a:r>
              <a:rPr lang="fr-FR" dirty="0" err="1"/>
              <a:t>what</a:t>
            </a:r>
            <a:r>
              <a:rPr lang="fr-FR" dirty="0"/>
              <a:t>  a       Sa – </a:t>
            </a:r>
            <a:r>
              <a:rPr lang="fr-FR" dirty="0" err="1"/>
              <a:t>viour</a:t>
            </a:r>
            <a:r>
              <a:rPr lang="fr-FR" dirty="0"/>
              <a:t>!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0336463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1"/>
          <p:cNvSpPr txBox="1"/>
          <p:nvPr/>
        </p:nvSpPr>
        <p:spPr>
          <a:xfrm>
            <a:off x="572478" y="1452025"/>
            <a:ext cx="11368406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de-CH" dirty="0"/>
              <a:t>Einst  sank Er   in      </a:t>
            </a:r>
            <a:r>
              <a:rPr lang="de-CH" dirty="0" err="1"/>
              <a:t>To</a:t>
            </a:r>
            <a:r>
              <a:rPr lang="de-CH" dirty="0"/>
              <a:t> - des - </a:t>
            </a:r>
            <a:r>
              <a:rPr lang="de-CH" dirty="0" err="1"/>
              <a:t>nacht</a:t>
            </a:r>
            <a:r>
              <a:rPr lang="de-CH" dirty="0"/>
              <a:t>, </a:t>
            </a:r>
            <a:endParaRPr dirty="0"/>
          </a:p>
        </p:txBody>
      </p:sp>
      <p:sp>
        <p:nvSpPr>
          <p:cNvPr id="101" name="Title 1"/>
          <p:cNvSpPr txBox="1"/>
          <p:nvPr/>
        </p:nvSpPr>
        <p:spPr>
          <a:xfrm>
            <a:off x="1586622" y="5493410"/>
            <a:ext cx="4991126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90000"/>
              </a:lnSpc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en-GB" dirty="0"/>
              <a:t>GOTTESSOHN, DER SCHMERZENSMANN</a:t>
            </a:r>
          </a:p>
          <a:p>
            <a:pPr algn="ctr">
              <a:lnSpc>
                <a:spcPct val="90000"/>
              </a:lnSpc>
              <a:defRPr sz="2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de-CH" dirty="0"/>
              <a:t>(HALLELUJAH, WHAT A SAVIOUR!)</a:t>
            </a:r>
          </a:p>
        </p:txBody>
      </p:sp>
      <p:sp>
        <p:nvSpPr>
          <p:cNvPr id="102" name="TextBox 7"/>
          <p:cNvSpPr txBox="1"/>
          <p:nvPr/>
        </p:nvSpPr>
        <p:spPr>
          <a:xfrm>
            <a:off x="1682609" y="6100560"/>
            <a:ext cx="1818766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 err="1"/>
              <a:t>Bes</a:t>
            </a:r>
            <a:r>
              <a:rPr dirty="0"/>
              <a:t> - </a:t>
            </a:r>
            <a:r>
              <a:rPr lang="fr-CH" dirty="0"/>
              <a:t>4</a:t>
            </a:r>
            <a:r>
              <a:rPr dirty="0"/>
              <a:t>/4</a:t>
            </a:r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MAN OF SORROWS</a:t>
            </a:r>
            <a:endParaRPr dirty="0"/>
          </a:p>
        </p:txBody>
      </p:sp>
      <p:sp>
        <p:nvSpPr>
          <p:cNvPr id="103" name="TextBox 10"/>
          <p:cNvSpPr txBox="1"/>
          <p:nvPr/>
        </p:nvSpPr>
        <p:spPr>
          <a:xfrm>
            <a:off x="5370003" y="6100562"/>
            <a:ext cx="1405191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en-GB" dirty="0"/>
              <a:t>Philip P. Bliss</a:t>
            </a:r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en-GB" dirty="0"/>
              <a:t>tr. by T. Kübler</a:t>
            </a:r>
          </a:p>
        </p:txBody>
      </p:sp>
      <p:sp>
        <p:nvSpPr>
          <p:cNvPr id="104" name="TextBox 14"/>
          <p:cNvSpPr txBox="1"/>
          <p:nvPr/>
        </p:nvSpPr>
        <p:spPr>
          <a:xfrm>
            <a:off x="619003" y="755595"/>
            <a:ext cx="1124140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arnumation 3"/>
                <a:ea typeface="Parnumation 3"/>
                <a:cs typeface="Parnumation 3"/>
                <a:sym typeface="Parnumation 3"/>
              </a:defRPr>
            </a:lvl1pPr>
          </a:lstStyle>
          <a:p>
            <a:r>
              <a:rPr lang="fr-CH" dirty="0"/>
              <a:t> 5   5  5  3 | !   !  7 . |</a:t>
            </a:r>
            <a:endParaRPr dirty="0"/>
          </a:p>
        </p:txBody>
      </p:sp>
      <p:grpSp>
        <p:nvGrpSpPr>
          <p:cNvPr id="107" name="Oval 1"/>
          <p:cNvGrpSpPr/>
          <p:nvPr/>
        </p:nvGrpSpPr>
        <p:grpSpPr>
          <a:xfrm>
            <a:off x="11704318" y="95032"/>
            <a:ext cx="391889" cy="391890"/>
            <a:chOff x="-1" y="-1"/>
            <a:chExt cx="391888" cy="391888"/>
          </a:xfrm>
        </p:grpSpPr>
        <p:sp>
          <p:nvSpPr>
            <p:cNvPr id="105" name="Circle"/>
            <p:cNvSpPr/>
            <p:nvPr/>
          </p:nvSpPr>
          <p:spPr>
            <a:xfrm>
              <a:off x="-1" y="-1"/>
              <a:ext cx="391888" cy="391888"/>
            </a:xfrm>
            <a:prstGeom prst="ellipse">
              <a:avLst/>
            </a:prstGeom>
            <a:noFill/>
            <a:ln w="28575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defRPr>
              </a:pPr>
              <a:endParaRPr/>
            </a:p>
          </p:txBody>
        </p:sp>
        <p:sp>
          <p:nvSpPr>
            <p:cNvPr id="106" name="1"/>
            <p:cNvSpPr txBox="1"/>
            <p:nvPr/>
          </p:nvSpPr>
          <p:spPr>
            <a:xfrm>
              <a:off x="117397" y="11279"/>
              <a:ext cx="157091" cy="3693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defRPr>
              </a:lvl1pPr>
            </a:lstStyle>
            <a:p>
              <a:r>
                <a:rPr lang="en-GB" dirty="0"/>
                <a:t>4</a:t>
              </a:r>
              <a:endParaRPr dirty="0"/>
            </a:p>
          </p:txBody>
        </p:sp>
      </p:grpSp>
      <p:sp>
        <p:nvSpPr>
          <p:cNvPr id="108" name="TextBox 20"/>
          <p:cNvSpPr txBox="1"/>
          <p:nvPr/>
        </p:nvSpPr>
        <p:spPr>
          <a:xfrm>
            <a:off x="601966" y="1978309"/>
            <a:ext cx="10594552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 b="1" i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en-GB" dirty="0"/>
              <a:t>Lift –  ed    up  was     He   to     die,</a:t>
            </a:r>
          </a:p>
        </p:txBody>
      </p:sp>
      <p:sp>
        <p:nvSpPr>
          <p:cNvPr id="109" name="TextBox 13"/>
          <p:cNvSpPr txBox="1"/>
          <p:nvPr/>
        </p:nvSpPr>
        <p:spPr>
          <a:xfrm>
            <a:off x="653734" y="3708258"/>
            <a:ext cx="11241404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de-CH" dirty="0"/>
              <a:t>rief  am Kreuz: Es          ist  voll - bracht!</a:t>
            </a:r>
            <a:endParaRPr dirty="0"/>
          </a:p>
        </p:txBody>
      </p:sp>
      <p:sp>
        <p:nvSpPr>
          <p:cNvPr id="110" name="TextBox 15"/>
          <p:cNvSpPr txBox="1"/>
          <p:nvPr/>
        </p:nvSpPr>
        <p:spPr>
          <a:xfrm>
            <a:off x="654514" y="2986427"/>
            <a:ext cx="1124140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arnumation 3"/>
                <a:ea typeface="Parnumation 3"/>
                <a:cs typeface="Parnumation 3"/>
                <a:sym typeface="Parnumation 3"/>
              </a:defRPr>
            </a:lvl1pPr>
          </a:lstStyle>
          <a:p>
            <a:r>
              <a:rPr lang="fr-CH" dirty="0"/>
              <a:t> 6  6  5   !  |  7  6   5 . |</a:t>
            </a:r>
          </a:p>
        </p:txBody>
      </p:sp>
      <p:sp>
        <p:nvSpPr>
          <p:cNvPr id="111" name="TextBox 16"/>
          <p:cNvSpPr txBox="1"/>
          <p:nvPr/>
        </p:nvSpPr>
        <p:spPr>
          <a:xfrm>
            <a:off x="664107" y="4221841"/>
            <a:ext cx="10594552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 b="1" i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en-GB" dirty="0"/>
              <a:t> "It     is   fin – </a:t>
            </a:r>
            <a:r>
              <a:rPr lang="en-GB" dirty="0" err="1"/>
              <a:t>ished</a:t>
            </a:r>
            <a:r>
              <a:rPr lang="en-GB" dirty="0"/>
              <a:t>!"   was  His    cry;</a:t>
            </a:r>
          </a:p>
        </p:txBody>
      </p:sp>
    </p:spTree>
    <p:extLst>
      <p:ext uri="{BB962C8B-B14F-4D97-AF65-F5344CB8AC3E}">
        <p14:creationId xmlns:p14="http://schemas.microsoft.com/office/powerpoint/2010/main" val="240389543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1"/>
          <p:cNvSpPr txBox="1"/>
          <p:nvPr/>
        </p:nvSpPr>
        <p:spPr>
          <a:xfrm>
            <a:off x="572478" y="1452025"/>
            <a:ext cx="11368406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de-CH" dirty="0"/>
              <a:t>Jetzt lebt     Er       in      </a:t>
            </a:r>
            <a:r>
              <a:rPr lang="de-CH" dirty="0" err="1"/>
              <a:t>Him</a:t>
            </a:r>
            <a:r>
              <a:rPr lang="de-CH" dirty="0"/>
              <a:t> - </a:t>
            </a:r>
            <a:r>
              <a:rPr lang="de-CH" dirty="0" err="1"/>
              <a:t>mels</a:t>
            </a:r>
            <a:r>
              <a:rPr lang="de-CH" dirty="0"/>
              <a:t> - </a:t>
            </a:r>
            <a:r>
              <a:rPr lang="de-CH" dirty="0" err="1"/>
              <a:t>pracht</a:t>
            </a:r>
            <a:r>
              <a:rPr lang="de-CH" dirty="0"/>
              <a:t>.</a:t>
            </a:r>
            <a:endParaRPr dirty="0"/>
          </a:p>
        </p:txBody>
      </p:sp>
      <p:sp>
        <p:nvSpPr>
          <p:cNvPr id="101" name="Title 1"/>
          <p:cNvSpPr txBox="1"/>
          <p:nvPr/>
        </p:nvSpPr>
        <p:spPr>
          <a:xfrm>
            <a:off x="1586622" y="5493410"/>
            <a:ext cx="4991126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90000"/>
              </a:lnSpc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en-GB" dirty="0"/>
              <a:t>GOTTESSOHN, DER SCHMERZENSMANN</a:t>
            </a:r>
          </a:p>
          <a:p>
            <a:pPr algn="ctr">
              <a:lnSpc>
                <a:spcPct val="90000"/>
              </a:lnSpc>
              <a:defRPr sz="2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de-CH" dirty="0"/>
              <a:t>(HALLELUJAH, WHAT A SAVIOUR!)</a:t>
            </a:r>
          </a:p>
        </p:txBody>
      </p:sp>
      <p:sp>
        <p:nvSpPr>
          <p:cNvPr id="102" name="TextBox 7"/>
          <p:cNvSpPr txBox="1"/>
          <p:nvPr/>
        </p:nvSpPr>
        <p:spPr>
          <a:xfrm>
            <a:off x="1682609" y="6100560"/>
            <a:ext cx="1818766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 err="1"/>
              <a:t>Bes</a:t>
            </a:r>
            <a:r>
              <a:rPr dirty="0"/>
              <a:t> - </a:t>
            </a:r>
            <a:r>
              <a:rPr lang="fr-CH" dirty="0"/>
              <a:t>4</a:t>
            </a:r>
            <a:r>
              <a:rPr dirty="0"/>
              <a:t>/4</a:t>
            </a:r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MAN OF SORROWS</a:t>
            </a:r>
            <a:endParaRPr dirty="0"/>
          </a:p>
        </p:txBody>
      </p:sp>
      <p:sp>
        <p:nvSpPr>
          <p:cNvPr id="103" name="TextBox 10"/>
          <p:cNvSpPr txBox="1"/>
          <p:nvPr/>
        </p:nvSpPr>
        <p:spPr>
          <a:xfrm>
            <a:off x="5370003" y="6100562"/>
            <a:ext cx="1405191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en-GB" dirty="0"/>
              <a:t>Philip P. Bliss</a:t>
            </a:r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en-GB" dirty="0"/>
              <a:t>tr. by T. Kübler</a:t>
            </a:r>
          </a:p>
        </p:txBody>
      </p:sp>
      <p:sp>
        <p:nvSpPr>
          <p:cNvPr id="104" name="TextBox 14"/>
          <p:cNvSpPr txBox="1"/>
          <p:nvPr/>
        </p:nvSpPr>
        <p:spPr>
          <a:xfrm>
            <a:off x="619003" y="755595"/>
            <a:ext cx="1124140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arnumation 3"/>
                <a:ea typeface="Parnumation 3"/>
                <a:cs typeface="Parnumation 3"/>
                <a:sym typeface="Parnumation 3"/>
              </a:defRPr>
            </a:lvl1pPr>
          </a:lstStyle>
          <a:p>
            <a:r>
              <a:rPr lang="fr-CH" dirty="0"/>
              <a:t> 5   5   5   3  | !   !    !  </a:t>
            </a:r>
            <a:endParaRPr dirty="0"/>
          </a:p>
        </p:txBody>
      </p:sp>
      <p:grpSp>
        <p:nvGrpSpPr>
          <p:cNvPr id="107" name="Oval 1"/>
          <p:cNvGrpSpPr/>
          <p:nvPr/>
        </p:nvGrpSpPr>
        <p:grpSpPr>
          <a:xfrm>
            <a:off x="11704318" y="95032"/>
            <a:ext cx="391889" cy="391890"/>
            <a:chOff x="-1" y="-1"/>
            <a:chExt cx="391888" cy="391888"/>
          </a:xfrm>
        </p:grpSpPr>
        <p:sp>
          <p:nvSpPr>
            <p:cNvPr id="105" name="Circle"/>
            <p:cNvSpPr/>
            <p:nvPr/>
          </p:nvSpPr>
          <p:spPr>
            <a:xfrm>
              <a:off x="-1" y="-1"/>
              <a:ext cx="391888" cy="391888"/>
            </a:xfrm>
            <a:prstGeom prst="ellipse">
              <a:avLst/>
            </a:prstGeom>
            <a:noFill/>
            <a:ln w="28575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defRPr>
              </a:pPr>
              <a:endParaRPr/>
            </a:p>
          </p:txBody>
        </p:sp>
        <p:sp>
          <p:nvSpPr>
            <p:cNvPr id="106" name="1"/>
            <p:cNvSpPr txBox="1"/>
            <p:nvPr/>
          </p:nvSpPr>
          <p:spPr>
            <a:xfrm>
              <a:off x="117397" y="11279"/>
              <a:ext cx="157091" cy="3693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defRPr>
              </a:lvl1pPr>
            </a:lstStyle>
            <a:p>
              <a:r>
                <a:rPr lang="en-GB" dirty="0"/>
                <a:t>4</a:t>
              </a:r>
              <a:endParaRPr dirty="0"/>
            </a:p>
          </p:txBody>
        </p:sp>
      </p:grpSp>
      <p:sp>
        <p:nvSpPr>
          <p:cNvPr id="108" name="TextBox 20"/>
          <p:cNvSpPr txBox="1"/>
          <p:nvPr/>
        </p:nvSpPr>
        <p:spPr>
          <a:xfrm>
            <a:off x="601966" y="1978309"/>
            <a:ext cx="10594552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 i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en-GB" dirty="0"/>
              <a:t>Now   in     </a:t>
            </a:r>
            <a:r>
              <a:rPr lang="en-GB" dirty="0" err="1"/>
              <a:t>heav’n</a:t>
            </a:r>
            <a:r>
              <a:rPr lang="en-GB" dirty="0"/>
              <a:t>   ex –  alt –   ed       high:</a:t>
            </a:r>
          </a:p>
        </p:txBody>
      </p:sp>
      <p:sp>
        <p:nvSpPr>
          <p:cNvPr id="109" name="TextBox 13"/>
          <p:cNvSpPr txBox="1"/>
          <p:nvPr/>
        </p:nvSpPr>
        <p:spPr>
          <a:xfrm>
            <a:off x="653734" y="3708258"/>
            <a:ext cx="11241404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de-CH" dirty="0"/>
              <a:t>Hal - le -    </a:t>
            </a:r>
            <a:r>
              <a:rPr lang="de-CH" dirty="0" err="1"/>
              <a:t>lu</a:t>
            </a:r>
            <a:r>
              <a:rPr lang="de-CH" dirty="0"/>
              <a:t> -   </a:t>
            </a:r>
            <a:r>
              <a:rPr lang="de-CH" dirty="0" err="1"/>
              <a:t>jah</a:t>
            </a:r>
            <a:r>
              <a:rPr lang="de-CH" dirty="0"/>
              <a:t>, welch ein   Hei - </a:t>
            </a:r>
            <a:r>
              <a:rPr lang="de-CH" dirty="0" err="1"/>
              <a:t>land</a:t>
            </a:r>
            <a:r>
              <a:rPr lang="de-CH" dirty="0"/>
              <a:t>!</a:t>
            </a:r>
          </a:p>
        </p:txBody>
      </p:sp>
      <p:sp>
        <p:nvSpPr>
          <p:cNvPr id="110" name="TextBox 15"/>
          <p:cNvSpPr txBox="1"/>
          <p:nvPr/>
        </p:nvSpPr>
        <p:spPr>
          <a:xfrm>
            <a:off x="654514" y="2986427"/>
            <a:ext cx="1124140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arnumation 3"/>
                <a:ea typeface="Parnumation 3"/>
                <a:cs typeface="Parnumation 3"/>
                <a:sym typeface="Parnumation 3"/>
              </a:defRPr>
            </a:lvl1pPr>
          </a:lstStyle>
          <a:p>
            <a:r>
              <a:rPr lang="fr-CH" dirty="0" err="1"/>
              <a:t>J!j</a:t>
            </a:r>
            <a:r>
              <a:rPr lang="fr-CH" dirty="0"/>
              <a:t> </a:t>
            </a:r>
            <a:r>
              <a:rPr lang="fr-CH" dirty="0" err="1"/>
              <a:t>k.k</a:t>
            </a:r>
            <a:r>
              <a:rPr lang="fr-CH" dirty="0"/>
              <a:t> a2 | a3 . A2  </a:t>
            </a:r>
            <a:r>
              <a:rPr lang="fr-CH" dirty="0" err="1"/>
              <a:t>j!j</a:t>
            </a:r>
            <a:r>
              <a:rPr lang="fr-CH" dirty="0"/>
              <a:t> </a:t>
            </a:r>
            <a:r>
              <a:rPr lang="fr-CH" dirty="0" err="1"/>
              <a:t>k.k</a:t>
            </a:r>
            <a:r>
              <a:rPr lang="fr-CH" dirty="0"/>
              <a:t> 6 | 6 . 5 . +</a:t>
            </a:r>
          </a:p>
        </p:txBody>
      </p:sp>
      <p:sp>
        <p:nvSpPr>
          <p:cNvPr id="111" name="TextBox 16"/>
          <p:cNvSpPr txBox="1"/>
          <p:nvPr/>
        </p:nvSpPr>
        <p:spPr>
          <a:xfrm>
            <a:off x="664107" y="4221841"/>
            <a:ext cx="10594552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 i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FR" dirty="0"/>
              <a:t>Hal – le –  lu –  </a:t>
            </a:r>
            <a:r>
              <a:rPr lang="fr-FR" dirty="0" err="1"/>
              <a:t>jah</a:t>
            </a:r>
            <a:r>
              <a:rPr lang="fr-FR" dirty="0"/>
              <a:t>,   </a:t>
            </a:r>
            <a:r>
              <a:rPr lang="fr-FR" dirty="0" err="1"/>
              <a:t>what</a:t>
            </a:r>
            <a:r>
              <a:rPr lang="fr-FR" dirty="0"/>
              <a:t>  a       Sa – </a:t>
            </a:r>
            <a:r>
              <a:rPr lang="fr-FR" dirty="0" err="1"/>
              <a:t>viour</a:t>
            </a:r>
            <a:r>
              <a:rPr lang="fr-FR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56065054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1"/>
          <p:cNvSpPr txBox="1"/>
          <p:nvPr/>
        </p:nvSpPr>
        <p:spPr>
          <a:xfrm>
            <a:off x="572478" y="1452025"/>
            <a:ext cx="11368406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de-CH" dirty="0"/>
              <a:t>Wenn  Er  kommt    in       Herr - </a:t>
            </a:r>
            <a:r>
              <a:rPr lang="de-CH" dirty="0" err="1"/>
              <a:t>lich</a:t>
            </a:r>
            <a:r>
              <a:rPr lang="de-CH" dirty="0"/>
              <a:t> - </a:t>
            </a:r>
            <a:r>
              <a:rPr lang="de-CH" dirty="0" err="1"/>
              <a:t>keit</a:t>
            </a:r>
            <a:r>
              <a:rPr lang="de-CH" dirty="0"/>
              <a:t> </a:t>
            </a:r>
            <a:endParaRPr dirty="0"/>
          </a:p>
        </p:txBody>
      </p:sp>
      <p:sp>
        <p:nvSpPr>
          <p:cNvPr id="101" name="Title 1"/>
          <p:cNvSpPr txBox="1"/>
          <p:nvPr/>
        </p:nvSpPr>
        <p:spPr>
          <a:xfrm>
            <a:off x="1586622" y="5493410"/>
            <a:ext cx="4991126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90000"/>
              </a:lnSpc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en-GB" dirty="0"/>
              <a:t>GOTTESSOHN, DER SCHMERZENSMANN</a:t>
            </a:r>
          </a:p>
          <a:p>
            <a:pPr algn="ctr">
              <a:lnSpc>
                <a:spcPct val="90000"/>
              </a:lnSpc>
              <a:defRPr sz="2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de-CH" dirty="0"/>
              <a:t>(HALLELUJAH, WHAT A SAVIOUR!)</a:t>
            </a:r>
          </a:p>
        </p:txBody>
      </p:sp>
      <p:sp>
        <p:nvSpPr>
          <p:cNvPr id="102" name="TextBox 7"/>
          <p:cNvSpPr txBox="1"/>
          <p:nvPr/>
        </p:nvSpPr>
        <p:spPr>
          <a:xfrm>
            <a:off x="1682609" y="6100560"/>
            <a:ext cx="1818766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 err="1"/>
              <a:t>Bes</a:t>
            </a:r>
            <a:r>
              <a:rPr dirty="0"/>
              <a:t> - </a:t>
            </a:r>
            <a:r>
              <a:rPr lang="fr-CH" dirty="0"/>
              <a:t>4</a:t>
            </a:r>
            <a:r>
              <a:rPr dirty="0"/>
              <a:t>/4</a:t>
            </a:r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MAN OF SORROWS</a:t>
            </a:r>
            <a:endParaRPr dirty="0"/>
          </a:p>
        </p:txBody>
      </p:sp>
      <p:sp>
        <p:nvSpPr>
          <p:cNvPr id="103" name="TextBox 10"/>
          <p:cNvSpPr txBox="1"/>
          <p:nvPr/>
        </p:nvSpPr>
        <p:spPr>
          <a:xfrm>
            <a:off x="5370003" y="6100562"/>
            <a:ext cx="1405191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en-GB" dirty="0"/>
              <a:t>Philip P. Bliss</a:t>
            </a:r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en-GB" dirty="0"/>
              <a:t>tr. by T. Kübler</a:t>
            </a:r>
          </a:p>
        </p:txBody>
      </p:sp>
      <p:sp>
        <p:nvSpPr>
          <p:cNvPr id="104" name="TextBox 14"/>
          <p:cNvSpPr txBox="1"/>
          <p:nvPr/>
        </p:nvSpPr>
        <p:spPr>
          <a:xfrm>
            <a:off x="619003" y="755595"/>
            <a:ext cx="1124140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arnumation 3"/>
                <a:ea typeface="Parnumation 3"/>
                <a:cs typeface="Parnumation 3"/>
                <a:sym typeface="Parnumation 3"/>
              </a:defRPr>
            </a:lvl1pPr>
          </a:lstStyle>
          <a:p>
            <a:r>
              <a:rPr lang="fr-CH" dirty="0"/>
              <a:t> 5   5   5    3 | !    !   7 . |</a:t>
            </a:r>
            <a:endParaRPr dirty="0"/>
          </a:p>
        </p:txBody>
      </p:sp>
      <p:grpSp>
        <p:nvGrpSpPr>
          <p:cNvPr id="107" name="Oval 1"/>
          <p:cNvGrpSpPr/>
          <p:nvPr/>
        </p:nvGrpSpPr>
        <p:grpSpPr>
          <a:xfrm>
            <a:off x="11704318" y="95032"/>
            <a:ext cx="391889" cy="391890"/>
            <a:chOff x="-1" y="-1"/>
            <a:chExt cx="391888" cy="391888"/>
          </a:xfrm>
        </p:grpSpPr>
        <p:sp>
          <p:nvSpPr>
            <p:cNvPr id="105" name="Circle"/>
            <p:cNvSpPr/>
            <p:nvPr/>
          </p:nvSpPr>
          <p:spPr>
            <a:xfrm>
              <a:off x="-1" y="-1"/>
              <a:ext cx="391888" cy="391888"/>
            </a:xfrm>
            <a:prstGeom prst="ellipse">
              <a:avLst/>
            </a:prstGeom>
            <a:noFill/>
            <a:ln w="28575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defRPr>
              </a:pPr>
              <a:endParaRPr/>
            </a:p>
          </p:txBody>
        </p:sp>
        <p:sp>
          <p:nvSpPr>
            <p:cNvPr id="106" name="1"/>
            <p:cNvSpPr txBox="1"/>
            <p:nvPr/>
          </p:nvSpPr>
          <p:spPr>
            <a:xfrm>
              <a:off x="117397" y="11279"/>
              <a:ext cx="157091" cy="3693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defRPr>
              </a:lvl1pPr>
            </a:lstStyle>
            <a:p>
              <a:r>
                <a:rPr lang="en-GB" dirty="0"/>
                <a:t>5</a:t>
              </a:r>
              <a:endParaRPr dirty="0"/>
            </a:p>
          </p:txBody>
        </p:sp>
      </p:grpSp>
      <p:sp>
        <p:nvSpPr>
          <p:cNvPr id="108" name="TextBox 20"/>
          <p:cNvSpPr txBox="1"/>
          <p:nvPr/>
        </p:nvSpPr>
        <p:spPr>
          <a:xfrm>
            <a:off x="601966" y="1978309"/>
            <a:ext cx="10594552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 b="1" i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en-GB" dirty="0"/>
              <a:t>When  He  comes  our       Glo – </a:t>
            </a:r>
            <a:r>
              <a:rPr lang="en-GB" dirty="0" err="1"/>
              <a:t>rious</a:t>
            </a:r>
            <a:r>
              <a:rPr lang="en-GB" dirty="0"/>
              <a:t>  King,</a:t>
            </a:r>
          </a:p>
        </p:txBody>
      </p:sp>
      <p:sp>
        <p:nvSpPr>
          <p:cNvPr id="109" name="TextBox 13"/>
          <p:cNvSpPr txBox="1"/>
          <p:nvPr/>
        </p:nvSpPr>
        <p:spPr>
          <a:xfrm>
            <a:off x="653734" y="3708258"/>
            <a:ext cx="11241404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de-CH" dirty="0"/>
              <a:t>und  uns heim - holt       aus   dem Leid,</a:t>
            </a:r>
            <a:endParaRPr dirty="0"/>
          </a:p>
        </p:txBody>
      </p:sp>
      <p:sp>
        <p:nvSpPr>
          <p:cNvPr id="110" name="TextBox 15"/>
          <p:cNvSpPr txBox="1"/>
          <p:nvPr/>
        </p:nvSpPr>
        <p:spPr>
          <a:xfrm>
            <a:off x="654514" y="2986427"/>
            <a:ext cx="1124140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arnumation 3"/>
                <a:ea typeface="Parnumation 3"/>
                <a:cs typeface="Parnumation 3"/>
                <a:sym typeface="Parnumation 3"/>
              </a:defRPr>
            </a:lvl1pPr>
          </a:lstStyle>
          <a:p>
            <a:r>
              <a:rPr lang="fr-CH" dirty="0"/>
              <a:t> 6  6   5   !  |  7   6  5 . |</a:t>
            </a:r>
          </a:p>
        </p:txBody>
      </p:sp>
      <p:sp>
        <p:nvSpPr>
          <p:cNvPr id="111" name="TextBox 16"/>
          <p:cNvSpPr txBox="1"/>
          <p:nvPr/>
        </p:nvSpPr>
        <p:spPr>
          <a:xfrm>
            <a:off x="664107" y="4221841"/>
            <a:ext cx="10594552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 b="1" i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en-GB" dirty="0"/>
              <a:t>All    His   ran – </a:t>
            </a:r>
            <a:r>
              <a:rPr lang="en-GB" dirty="0" err="1"/>
              <a:t>som’d</a:t>
            </a:r>
            <a:r>
              <a:rPr lang="en-GB" dirty="0"/>
              <a:t>    home  to   bring;</a:t>
            </a:r>
          </a:p>
        </p:txBody>
      </p:sp>
    </p:spTree>
    <p:extLst>
      <p:ext uri="{BB962C8B-B14F-4D97-AF65-F5344CB8AC3E}">
        <p14:creationId xmlns:p14="http://schemas.microsoft.com/office/powerpoint/2010/main" val="340858741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1"/>
          <p:cNvSpPr txBox="1"/>
          <p:nvPr/>
        </p:nvSpPr>
        <p:spPr>
          <a:xfrm>
            <a:off x="572478" y="1452025"/>
            <a:ext cx="11368406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de-CH" dirty="0"/>
              <a:t>sin - gen wir      in      E -    </a:t>
            </a:r>
            <a:r>
              <a:rPr lang="de-CH" dirty="0" err="1"/>
              <a:t>wig</a:t>
            </a:r>
            <a:r>
              <a:rPr lang="de-CH" dirty="0"/>
              <a:t> - </a:t>
            </a:r>
            <a:r>
              <a:rPr lang="de-CH" dirty="0" err="1"/>
              <a:t>keit</a:t>
            </a:r>
            <a:r>
              <a:rPr lang="de-CH" dirty="0"/>
              <a:t>: </a:t>
            </a:r>
            <a:endParaRPr dirty="0"/>
          </a:p>
        </p:txBody>
      </p:sp>
      <p:sp>
        <p:nvSpPr>
          <p:cNvPr id="101" name="Title 1"/>
          <p:cNvSpPr txBox="1"/>
          <p:nvPr/>
        </p:nvSpPr>
        <p:spPr>
          <a:xfrm>
            <a:off x="1586622" y="5493410"/>
            <a:ext cx="4991126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90000"/>
              </a:lnSpc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en-GB" dirty="0"/>
              <a:t>GOTTESSOHN, DER SCHMERZENSMANN</a:t>
            </a:r>
          </a:p>
          <a:p>
            <a:pPr algn="ctr">
              <a:lnSpc>
                <a:spcPct val="90000"/>
              </a:lnSpc>
              <a:defRPr sz="2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de-CH" dirty="0"/>
              <a:t>(HALLELUJAH, WHAT A SAVIOUR!)</a:t>
            </a:r>
          </a:p>
        </p:txBody>
      </p:sp>
      <p:sp>
        <p:nvSpPr>
          <p:cNvPr id="102" name="TextBox 7"/>
          <p:cNvSpPr txBox="1"/>
          <p:nvPr/>
        </p:nvSpPr>
        <p:spPr>
          <a:xfrm>
            <a:off x="1682609" y="6100560"/>
            <a:ext cx="1818766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 err="1"/>
              <a:t>Bes</a:t>
            </a:r>
            <a:r>
              <a:rPr dirty="0"/>
              <a:t> - </a:t>
            </a:r>
            <a:r>
              <a:rPr lang="fr-CH" dirty="0"/>
              <a:t>4</a:t>
            </a:r>
            <a:r>
              <a:rPr dirty="0"/>
              <a:t>/4</a:t>
            </a:r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MAN OF SORROWS</a:t>
            </a:r>
            <a:endParaRPr dirty="0"/>
          </a:p>
        </p:txBody>
      </p:sp>
      <p:sp>
        <p:nvSpPr>
          <p:cNvPr id="103" name="TextBox 10"/>
          <p:cNvSpPr txBox="1"/>
          <p:nvPr/>
        </p:nvSpPr>
        <p:spPr>
          <a:xfrm>
            <a:off x="5370003" y="6100562"/>
            <a:ext cx="1405191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en-GB" dirty="0"/>
              <a:t>Philip P. Bliss</a:t>
            </a:r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en-GB" dirty="0"/>
              <a:t>tr. by T. Kübler</a:t>
            </a:r>
          </a:p>
        </p:txBody>
      </p:sp>
      <p:sp>
        <p:nvSpPr>
          <p:cNvPr id="104" name="TextBox 14"/>
          <p:cNvSpPr txBox="1"/>
          <p:nvPr/>
        </p:nvSpPr>
        <p:spPr>
          <a:xfrm>
            <a:off x="619003" y="755595"/>
            <a:ext cx="1124140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arnumation 3"/>
                <a:ea typeface="Parnumation 3"/>
                <a:cs typeface="Parnumation 3"/>
                <a:sym typeface="Parnumation 3"/>
              </a:defRPr>
            </a:lvl1pPr>
          </a:lstStyle>
          <a:p>
            <a:r>
              <a:rPr lang="fr-CH" dirty="0"/>
              <a:t> 5  5  5   3 | !   !   !  </a:t>
            </a:r>
            <a:endParaRPr dirty="0"/>
          </a:p>
        </p:txBody>
      </p:sp>
      <p:grpSp>
        <p:nvGrpSpPr>
          <p:cNvPr id="107" name="Oval 1"/>
          <p:cNvGrpSpPr/>
          <p:nvPr/>
        </p:nvGrpSpPr>
        <p:grpSpPr>
          <a:xfrm>
            <a:off x="11704318" y="95032"/>
            <a:ext cx="391889" cy="391890"/>
            <a:chOff x="-1" y="-1"/>
            <a:chExt cx="391888" cy="391888"/>
          </a:xfrm>
        </p:grpSpPr>
        <p:sp>
          <p:nvSpPr>
            <p:cNvPr id="105" name="Circle"/>
            <p:cNvSpPr/>
            <p:nvPr/>
          </p:nvSpPr>
          <p:spPr>
            <a:xfrm>
              <a:off x="-1" y="-1"/>
              <a:ext cx="391888" cy="391888"/>
            </a:xfrm>
            <a:prstGeom prst="ellipse">
              <a:avLst/>
            </a:prstGeom>
            <a:noFill/>
            <a:ln w="28575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defRPr>
              </a:pPr>
              <a:endParaRPr/>
            </a:p>
          </p:txBody>
        </p:sp>
        <p:sp>
          <p:nvSpPr>
            <p:cNvPr id="106" name="1"/>
            <p:cNvSpPr txBox="1"/>
            <p:nvPr/>
          </p:nvSpPr>
          <p:spPr>
            <a:xfrm>
              <a:off x="117397" y="11279"/>
              <a:ext cx="157091" cy="3693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defRPr>
              </a:lvl1pPr>
            </a:lstStyle>
            <a:p>
              <a:r>
                <a:rPr lang="en-GB" dirty="0"/>
                <a:t>5</a:t>
              </a:r>
              <a:endParaRPr dirty="0"/>
            </a:p>
          </p:txBody>
        </p:sp>
      </p:grpSp>
      <p:sp>
        <p:nvSpPr>
          <p:cNvPr id="108" name="TextBox 20"/>
          <p:cNvSpPr txBox="1"/>
          <p:nvPr/>
        </p:nvSpPr>
        <p:spPr>
          <a:xfrm>
            <a:off x="601966" y="1978309"/>
            <a:ext cx="10594552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 i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en-GB" dirty="0"/>
              <a:t>Then  a – new   this  song  we’ll  sing:</a:t>
            </a:r>
          </a:p>
        </p:txBody>
      </p:sp>
      <p:sp>
        <p:nvSpPr>
          <p:cNvPr id="109" name="TextBox 13"/>
          <p:cNvSpPr txBox="1"/>
          <p:nvPr/>
        </p:nvSpPr>
        <p:spPr>
          <a:xfrm>
            <a:off x="653734" y="3708258"/>
            <a:ext cx="11241404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de-CH" dirty="0"/>
              <a:t>Hal - le -    </a:t>
            </a:r>
            <a:r>
              <a:rPr lang="de-CH" dirty="0" err="1"/>
              <a:t>lu</a:t>
            </a:r>
            <a:r>
              <a:rPr lang="de-CH" dirty="0"/>
              <a:t> -   </a:t>
            </a:r>
            <a:r>
              <a:rPr lang="de-CH" dirty="0" err="1"/>
              <a:t>jah</a:t>
            </a:r>
            <a:r>
              <a:rPr lang="de-CH" dirty="0"/>
              <a:t>, welch ein   Hei - </a:t>
            </a:r>
            <a:r>
              <a:rPr lang="de-CH" dirty="0" err="1"/>
              <a:t>land</a:t>
            </a:r>
            <a:r>
              <a:rPr lang="de-CH" dirty="0"/>
              <a:t>!</a:t>
            </a:r>
          </a:p>
        </p:txBody>
      </p:sp>
      <p:sp>
        <p:nvSpPr>
          <p:cNvPr id="110" name="TextBox 15"/>
          <p:cNvSpPr txBox="1"/>
          <p:nvPr/>
        </p:nvSpPr>
        <p:spPr>
          <a:xfrm>
            <a:off x="654514" y="2986427"/>
            <a:ext cx="1124140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arnumation 3"/>
                <a:ea typeface="Parnumation 3"/>
                <a:cs typeface="Parnumation 3"/>
                <a:sym typeface="Parnumation 3"/>
              </a:defRPr>
            </a:lvl1pPr>
          </a:lstStyle>
          <a:p>
            <a:r>
              <a:rPr lang="fr-CH" dirty="0" err="1"/>
              <a:t>J!j</a:t>
            </a:r>
            <a:r>
              <a:rPr lang="fr-CH" dirty="0"/>
              <a:t> </a:t>
            </a:r>
            <a:r>
              <a:rPr lang="fr-CH" dirty="0" err="1"/>
              <a:t>k.k</a:t>
            </a:r>
            <a:r>
              <a:rPr lang="fr-CH" dirty="0"/>
              <a:t> a2 | a3 . A2  </a:t>
            </a:r>
            <a:r>
              <a:rPr lang="fr-CH" dirty="0" err="1"/>
              <a:t>j!j</a:t>
            </a:r>
            <a:r>
              <a:rPr lang="fr-CH" dirty="0"/>
              <a:t> </a:t>
            </a:r>
            <a:r>
              <a:rPr lang="fr-CH" dirty="0" err="1"/>
              <a:t>k.k</a:t>
            </a:r>
            <a:r>
              <a:rPr lang="fr-CH" dirty="0"/>
              <a:t> 6 | 6 . 5 . +</a:t>
            </a:r>
          </a:p>
        </p:txBody>
      </p:sp>
      <p:sp>
        <p:nvSpPr>
          <p:cNvPr id="111" name="TextBox 16"/>
          <p:cNvSpPr txBox="1"/>
          <p:nvPr/>
        </p:nvSpPr>
        <p:spPr>
          <a:xfrm>
            <a:off x="664107" y="4221841"/>
            <a:ext cx="10594552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 i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FR" dirty="0"/>
              <a:t>Hal – le –  lu –  </a:t>
            </a:r>
            <a:r>
              <a:rPr lang="fr-FR" dirty="0" err="1"/>
              <a:t>jah</a:t>
            </a:r>
            <a:r>
              <a:rPr lang="fr-FR" dirty="0"/>
              <a:t>,   </a:t>
            </a:r>
            <a:r>
              <a:rPr lang="fr-FR" dirty="0" err="1"/>
              <a:t>what</a:t>
            </a:r>
            <a:r>
              <a:rPr lang="fr-FR" dirty="0"/>
              <a:t>  a       Sa – </a:t>
            </a:r>
            <a:r>
              <a:rPr lang="fr-FR" dirty="0" err="1"/>
              <a:t>viour</a:t>
            </a:r>
            <a:r>
              <a:rPr lang="fr-FR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01586724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_Office Theme">
  <a:themeElements>
    <a:clrScheme name="1_Office Theme">
      <a:dk1>
        <a:srgbClr val="000000"/>
      </a:dk1>
      <a:lt1>
        <a:srgbClr val="360606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1_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1_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1_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1_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1_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1007</Words>
  <Application>Microsoft Office PowerPoint</Application>
  <PresentationFormat>Widescreen</PresentationFormat>
  <Paragraphs>131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Parnumation 3</vt:lpstr>
      <vt:lpstr>Roboto Condensed</vt:lpstr>
      <vt:lpstr>1_Office Theme</vt:lpstr>
      <vt:lpstr>320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227</dc:title>
  <cp:lastModifiedBy>Martinus Abednego</cp:lastModifiedBy>
  <cp:revision>22</cp:revision>
  <dcterms:modified xsi:type="dcterms:W3CDTF">2023-07-15T10:27:11Z</dcterms:modified>
</cp:coreProperties>
</file>