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45" r:id="rId2"/>
    <p:sldId id="446" r:id="rId3"/>
    <p:sldId id="447" r:id="rId4"/>
    <p:sldId id="448" r:id="rId5"/>
    <p:sldId id="468" r:id="rId6"/>
    <p:sldId id="451" r:id="rId7"/>
    <p:sldId id="452" r:id="rId8"/>
    <p:sldId id="469" r:id="rId9"/>
    <p:sldId id="481" r:id="rId10"/>
    <p:sldId id="471" r:id="rId11"/>
    <p:sldId id="472" r:id="rId12"/>
    <p:sldId id="473" r:id="rId13"/>
    <p:sldId id="482" r:id="rId14"/>
    <p:sldId id="479" r:id="rId15"/>
    <p:sldId id="480" r:id="rId16"/>
    <p:sldId id="476" r:id="rId17"/>
    <p:sldId id="483" r:id="rId18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6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32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1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92203-8B88-47F4-A063-3B196B6AC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B74F5-6C0E-4647-BD9D-08F46F0CD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00AC9-BC04-4E39-A27C-BE6101457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22/07/2023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267E9-287C-4998-9348-A732C3E6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12D58-9E51-4700-8598-D196E70C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029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589C-36F6-457A-908C-B7A60684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55A8E-21D3-4D58-B4D2-1AD2E4136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A591F-FDB9-43EB-A3CD-E94FB3482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22/07/2023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2B9F1-531F-4ED4-B299-820286CE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8173A-F122-4AE9-8254-6C1D9E43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7510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6F267-F511-4BEB-8F48-CF6A6589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8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924EF-4F1F-4145-B79F-6F8CF53A8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DE729-6B1C-4AB2-8A8A-41A9D00C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22/07/2023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403A8-0539-4F3B-8285-43D54DE8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1C58E-49BE-4BD2-AD5F-793F07CE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90252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2DC6-D4E4-4F63-86D5-F37831A8A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DA52-2E4E-4FE5-8C9F-CF23D92EF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0D941-9C61-4898-9224-4F8454A35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CCC77-9BCA-400D-8F55-0E70D3EE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22/07/2023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E56F6-FCCB-44F6-9795-C0F420A55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D92AB-7098-446A-8915-EB7EB095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0456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EF8F-5D2C-4D02-9A45-1BCB0804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53FF-B1DE-4D01-BD31-33F7AF24D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AB1EB-F2E9-4A8C-8D10-8A011C27C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3D4EA-4E92-4E88-837F-B9CF6F28D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92C3F-1902-4B40-AB8F-E89200964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4314B-4B1B-493A-9C6A-82A70EE69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22/07/2023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566BF8-7782-432B-9932-EAF15465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86AB63-B15C-4AA3-9D69-8FAC60C9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309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44EC-21C5-42B1-9975-818D52A88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F768D-FBEE-4A88-AA31-25AED3AF1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22/07/2023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BC78-2186-4C83-B40C-80047D676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E6762-BC47-4226-B78D-674BB4EC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1786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360B9-ABBD-454E-90C1-A344C9CD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22/07/2023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CF27D-8D6C-4C30-A5AC-33A0896EE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EE1D8-9EA3-4117-99FB-FC6BA15C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6068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0649-6562-4AF3-89EB-B7C002F4A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24653-DA81-420C-8BD2-F4CDE48C7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A4166-857F-4EEA-B320-7F2D4285B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FBA87-4407-4894-97C3-774B1BDA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22/07/2023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9CAB2-4C13-4EF9-A511-48EE9D31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4A4B0-8DF4-4A74-9A3E-B1BACDB6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7174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9D3F-EB57-4DA3-A81B-64C50F2F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124686-8750-494B-8519-B9572E46D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F455E-F0C1-41C3-A7C0-AD961E250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BB696-C73D-4275-BFE3-15E6F4474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22/07/2023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18F25-8600-4207-894D-B8139E22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5E59F-476C-4B9D-9968-0F295C27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4479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B5C4-B6EE-4B37-9014-127C3DEBA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2D6EB-BEC0-4127-8942-0263CF6D1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3BFB-5EE0-4ABA-B7C2-4E7D12A6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22/07/2023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3DBA1-27EB-4601-8E74-575A1C1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71B97-130D-4798-8BF7-DA11C713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9488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70B6A-0D19-49F8-AE2E-ABE46EBFA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14B30-E6C2-472C-9132-F2405EFB9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E45DD-BD71-4687-95F1-347DE12A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22/07/2023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77038-F7F3-4406-9FE7-2057C38C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14187-90F3-48D3-87AF-87101644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00861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E44D8-C9B7-42DB-BEE3-5781BD2DA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A8D00-1E35-4D95-83F6-07837CB45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F4C8B-B80D-4CAD-A0E8-DFF528C34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F81C3-17D7-4495-ADD9-B7518327B56D}" type="datetimeFigureOut">
              <a:rPr lang="id-ID" smtClean="0"/>
              <a:t>22/07/2023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C5856-5581-4CCA-9C54-BECF3C57D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B7E1C-4E26-4DDA-B571-0AA69CA69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A6F5B8BE-9641-7B98-3FA9-7FDEBCC65EE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3" y="5435786"/>
            <a:ext cx="832865" cy="141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93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B3DB9-F3E1-4895-B901-72F515DD3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114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42EBF-5242-436B-BE15-67DEDC9FB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3067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758068" y="1388263"/>
            <a:ext cx="112130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Je   -  sus   Chris -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tus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 un   -  ser  Herr     und   Hei - land,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heißt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: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DAS LICHT DER WELT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B’RILAH TERANG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As - 4/4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829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Charles H. Gabriel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McCABE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829152" y="722908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Jtjj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t |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  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 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j1j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t  j1j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  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3  3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758068" y="1979323"/>
            <a:ext cx="10588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Ber  -  ku  - man - dang  sua  -   ra     da   - </a:t>
            </a:r>
            <a:r>
              <a:rPr lang="fi-FI" sz="2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ri      se  -   be - rang,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7965E-0AEE-442E-ABF2-274088C65F7A}"/>
              </a:ext>
            </a:extLst>
          </p:cNvPr>
          <p:cNvSpPr txBox="1"/>
          <p:nvPr/>
        </p:nvSpPr>
        <p:spPr>
          <a:xfrm>
            <a:off x="541369" y="3784105"/>
            <a:ext cx="10425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Licht    der    </a:t>
            </a: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Welt,         Licht    der    </a:t>
            </a: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Welt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118AD-042D-45DE-B232-EB2B0F3E562D}"/>
              </a:ext>
            </a:extLst>
          </p:cNvPr>
          <p:cNvSpPr txBox="1"/>
          <p:nvPr/>
        </p:nvSpPr>
        <p:spPr>
          <a:xfrm>
            <a:off x="829152" y="3118750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J4jj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3 | 2 . . J3jj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 | 1 . . 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E62A6-992E-4683-8ABB-A8132DC89B34}"/>
              </a:ext>
            </a:extLst>
          </p:cNvPr>
          <p:cNvSpPr txBox="1"/>
          <p:nvPr/>
        </p:nvSpPr>
        <p:spPr>
          <a:xfrm>
            <a:off x="692371" y="4375165"/>
            <a:ext cx="10435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  -  lah      t'rang,        B’ri  -  lah      t'rang.</a:t>
            </a:r>
          </a:p>
        </p:txBody>
      </p:sp>
    </p:spTree>
    <p:extLst>
      <p:ext uri="{BB962C8B-B14F-4D97-AF65-F5344CB8AC3E}">
        <p14:creationId xmlns:p14="http://schemas.microsoft.com/office/powerpoint/2010/main" val="4183603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548342" y="1388263"/>
            <a:ext cx="11155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Weil      Er  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uns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der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Sün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de    Fins -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ter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nis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ent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reißt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DAS LICHT DER WELT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B’RILAH TERANG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As - 4/4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829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Charles H. Gabriel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McCABE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749679" y="1979323"/>
            <a:ext cx="10776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Ba  -  nyak    ji  -  wa     da   -  lam    do   -  sa    meng - e  - rang,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449093-28AD-0636-90D3-B6A349176C44}"/>
              </a:ext>
            </a:extLst>
          </p:cNvPr>
          <p:cNvSpPr txBox="1"/>
          <p:nvPr/>
        </p:nvSpPr>
        <p:spPr>
          <a:xfrm>
            <a:off x="549758" y="3784105"/>
            <a:ext cx="10425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Licht       der      Welt,        Licht       der      Welt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C8D2F7-55DA-F9EB-7A18-BD12C1B99E4C}"/>
              </a:ext>
            </a:extLst>
          </p:cNvPr>
          <p:cNvSpPr txBox="1"/>
          <p:nvPr/>
        </p:nvSpPr>
        <p:spPr>
          <a:xfrm>
            <a:off x="803985" y="3118750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J4j 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3 | 2 . . J3j 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 | 1 . . 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CC6B56-D0C3-A77C-92BD-0F3797663930}"/>
              </a:ext>
            </a:extLst>
          </p:cNvPr>
          <p:cNvSpPr txBox="1"/>
          <p:nvPr/>
        </p:nvSpPr>
        <p:spPr>
          <a:xfrm>
            <a:off x="751094" y="4375165"/>
            <a:ext cx="10435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   -   lah      t'rang,        B’ri    -    lah      t'rang.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04F931-5E81-59B3-BB67-7056698E2CD9}"/>
              </a:ext>
            </a:extLst>
          </p:cNvPr>
          <p:cNvSpPr txBox="1"/>
          <p:nvPr/>
        </p:nvSpPr>
        <p:spPr>
          <a:xfrm>
            <a:off x="803985" y="722908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jk.k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t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  1  j1j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t  j1j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3  3  3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686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875723" y="1388263"/>
            <a:ext cx="10835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O,  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wie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herr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-      lich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wird’s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be -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reinft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doch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sein,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DAS LICHT DER WELT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B’RILAH TERANG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As - 4/4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829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Charles H. Gabriel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McCABE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854529" y="722908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J3j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i5 . j5j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6   j5jj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 | 3   3  3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R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783445" y="1979323"/>
            <a:ext cx="10365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  -  lah        t'rang,          pe   -    li    -    ta        In   -    ji   -   li;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7965E-0AEE-442E-ABF2-274088C65F7A}"/>
              </a:ext>
            </a:extLst>
          </p:cNvPr>
          <p:cNvSpPr txBox="1"/>
          <p:nvPr/>
        </p:nvSpPr>
        <p:spPr>
          <a:xfrm>
            <a:off x="609600" y="3784105"/>
            <a:ext cx="10425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Wenn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er    -    neu     -  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ert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nun      die     Welt.     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118AD-042D-45DE-B232-EB2B0F3E562D}"/>
              </a:ext>
            </a:extLst>
          </p:cNvPr>
          <p:cNvSpPr txBox="1"/>
          <p:nvPr/>
        </p:nvSpPr>
        <p:spPr>
          <a:xfrm>
            <a:off x="854529" y="3118750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J4j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3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i2 . J2j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   J3j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 | 3 . .  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E62A6-992E-4683-8ABB-A8132DC89B34}"/>
              </a:ext>
            </a:extLst>
          </p:cNvPr>
          <p:cNvSpPr txBox="1"/>
          <p:nvPr/>
        </p:nvSpPr>
        <p:spPr>
          <a:xfrm>
            <a:off x="784860" y="4375165"/>
            <a:ext cx="10435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 -  nyen   -    tak           yang      ter   -   le   -   lap.</a:t>
            </a:r>
          </a:p>
        </p:txBody>
      </p:sp>
    </p:spTree>
    <p:extLst>
      <p:ext uri="{BB962C8B-B14F-4D97-AF65-F5344CB8AC3E}">
        <p14:creationId xmlns:p14="http://schemas.microsoft.com/office/powerpoint/2010/main" val="2055247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593783" y="1388263"/>
            <a:ext cx="10835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Licht    der         Welt,         Herr      Je   -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su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     Got -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tes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Sohn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DAS LICHT DER WELT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B’RILAH TERANG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As - 4/4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829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Charles H. Gabriel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McCABE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854529" y="722908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J3j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i5 . j5j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6   j5jj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 | 3  </a:t>
            </a:r>
            <a:r>
              <a:rPr lang="en-US" sz="1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 3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R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783445" y="1979323"/>
            <a:ext cx="10365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  -  lah        t'rang,          pe   -    li    -    ta        In   -  ji    -   li;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7965E-0AEE-442E-ABF2-274088C65F7A}"/>
              </a:ext>
            </a:extLst>
          </p:cNvPr>
          <p:cNvSpPr txBox="1"/>
          <p:nvPr/>
        </p:nvSpPr>
        <p:spPr>
          <a:xfrm>
            <a:off x="609600" y="3784105"/>
            <a:ext cx="10425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Brich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her     -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ein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       in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schnel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lem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Lauf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118AD-042D-45DE-B232-EB2B0F3E562D}"/>
              </a:ext>
            </a:extLst>
          </p:cNvPr>
          <p:cNvSpPr txBox="1"/>
          <p:nvPr/>
        </p:nvSpPr>
        <p:spPr>
          <a:xfrm>
            <a:off x="854529" y="3118750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J4j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3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i2 . J2j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   J3j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 | 1 . .  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E62A6-992E-4683-8ABB-A8132DC89B34}"/>
              </a:ext>
            </a:extLst>
          </p:cNvPr>
          <p:cNvSpPr txBox="1"/>
          <p:nvPr/>
        </p:nvSpPr>
        <p:spPr>
          <a:xfrm>
            <a:off x="784860" y="4375165"/>
            <a:ext cx="10435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 -  nyen   -    tak           yang      ter   -   le   -   lap.</a:t>
            </a:r>
          </a:p>
        </p:txBody>
      </p:sp>
    </p:spTree>
    <p:extLst>
      <p:ext uri="{BB962C8B-B14F-4D97-AF65-F5344CB8AC3E}">
        <p14:creationId xmlns:p14="http://schemas.microsoft.com/office/powerpoint/2010/main" val="4011216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676764" y="1388263"/>
            <a:ext cx="10791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Ü    -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ber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auch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das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treu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-  e   Wort     des    Le - bens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heißt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: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DAS LICHT DER WELT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B’RILAH TERANG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As - 4/4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829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Charles H. Gabriel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McCABE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676765" y="1979323"/>
            <a:ext cx="10365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Ki    -   ta     t'lah     de - ngar      je  -  ri    -   tan     da  -  ri     jauh,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157540-E541-06C5-8C03-D74BB2D5ADC1}"/>
              </a:ext>
            </a:extLst>
          </p:cNvPr>
          <p:cNvSpPr txBox="1"/>
          <p:nvPr/>
        </p:nvSpPr>
        <p:spPr>
          <a:xfrm>
            <a:off x="747849" y="722908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Jtjj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t |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  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 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j1j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t  j1j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 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  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454F99-F998-57A9-D612-CF05582AE5F3}"/>
              </a:ext>
            </a:extLst>
          </p:cNvPr>
          <p:cNvSpPr txBox="1"/>
          <p:nvPr/>
        </p:nvSpPr>
        <p:spPr>
          <a:xfrm>
            <a:off x="663289" y="3784105"/>
            <a:ext cx="10425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Licht    der    </a:t>
            </a: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Welt,         Licht    der    </a:t>
            </a: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Welt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ED2C39-4C07-066B-C045-0099E1F618EE}"/>
              </a:ext>
            </a:extLst>
          </p:cNvPr>
          <p:cNvSpPr txBox="1"/>
          <p:nvPr/>
        </p:nvSpPr>
        <p:spPr>
          <a:xfrm>
            <a:off x="951072" y="3118750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J4jj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3 | 2 . . J3jj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 | 1 . . 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4F14F4-B63D-74D9-0FA3-BF18D3404709}"/>
              </a:ext>
            </a:extLst>
          </p:cNvPr>
          <p:cNvSpPr txBox="1"/>
          <p:nvPr/>
        </p:nvSpPr>
        <p:spPr>
          <a:xfrm>
            <a:off x="814291" y="4375165"/>
            <a:ext cx="10435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  -  lah      t'rang,        B’ri  -  lah      t'rang.</a:t>
            </a:r>
          </a:p>
        </p:txBody>
      </p:sp>
    </p:spTree>
    <p:extLst>
      <p:ext uri="{BB962C8B-B14F-4D97-AF65-F5344CB8AC3E}">
        <p14:creationId xmlns:p14="http://schemas.microsoft.com/office/powerpoint/2010/main" val="814775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699625" y="1388263"/>
            <a:ext cx="105078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Weil      es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uns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den  Weg    </a:t>
            </a: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zu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Je  -   sus  Chris -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tus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weist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   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DAS LICHT DER WELT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B’RILAH TERANG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As - 4/4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829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Charles H. Gabriel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McCABE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722485" y="1979323"/>
            <a:ext cx="10365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Ban  -   tu  -  an - mu    b’ri   -  kan   ja   -  ngan - lah      je  - mu,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621BE-B26B-B0FA-0A65-F28155A2AA61}"/>
              </a:ext>
            </a:extLst>
          </p:cNvPr>
          <p:cNvSpPr txBox="1"/>
          <p:nvPr/>
        </p:nvSpPr>
        <p:spPr>
          <a:xfrm>
            <a:off x="900249" y="722908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t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 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  j1j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t  j1j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 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3  3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597E91-58AC-6C9A-A544-CDC6D7C23237}"/>
              </a:ext>
            </a:extLst>
          </p:cNvPr>
          <p:cNvSpPr txBox="1"/>
          <p:nvPr/>
        </p:nvSpPr>
        <p:spPr>
          <a:xfrm>
            <a:off x="625958" y="3784105"/>
            <a:ext cx="10425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Licht       der      Welt,        Licht       der      Welt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0654D3-42D7-D861-84E2-9E6199B6802C}"/>
              </a:ext>
            </a:extLst>
          </p:cNvPr>
          <p:cNvSpPr txBox="1"/>
          <p:nvPr/>
        </p:nvSpPr>
        <p:spPr>
          <a:xfrm>
            <a:off x="880185" y="3118750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J4j 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3 | 2 . . J3j 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 | 1 . . 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77200E-4526-4598-304F-DCBE82DB77A6}"/>
              </a:ext>
            </a:extLst>
          </p:cNvPr>
          <p:cNvSpPr txBox="1"/>
          <p:nvPr/>
        </p:nvSpPr>
        <p:spPr>
          <a:xfrm>
            <a:off x="827294" y="4375165"/>
            <a:ext cx="10435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   -   lah      t'rang,        B’ri    -    lah      t'rang.</a:t>
            </a:r>
          </a:p>
        </p:txBody>
      </p:sp>
    </p:spTree>
    <p:extLst>
      <p:ext uri="{BB962C8B-B14F-4D97-AF65-F5344CB8AC3E}">
        <p14:creationId xmlns:p14="http://schemas.microsoft.com/office/powerpoint/2010/main" val="4099698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875723" y="1388263"/>
            <a:ext cx="10835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O,  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wie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herr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-      lich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wird’s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be -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reinft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doch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sein,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DAS LICHT DER WELT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B’RILAH TERANG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As - 4/4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829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Charles H. Gabriel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McCABE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854529" y="722908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J3j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i5 . j5j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6   j5jj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 | 3   3  3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R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783445" y="1979323"/>
            <a:ext cx="10365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  -  lah        t'rang,          pe   -    li    -    ta        In   -    ji   -   li;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7965E-0AEE-442E-ABF2-274088C65F7A}"/>
              </a:ext>
            </a:extLst>
          </p:cNvPr>
          <p:cNvSpPr txBox="1"/>
          <p:nvPr/>
        </p:nvSpPr>
        <p:spPr>
          <a:xfrm>
            <a:off x="609600" y="3784105"/>
            <a:ext cx="10425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Wenn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er    -    neu     -  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ert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nun      die     Welt.     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118AD-042D-45DE-B232-EB2B0F3E562D}"/>
              </a:ext>
            </a:extLst>
          </p:cNvPr>
          <p:cNvSpPr txBox="1"/>
          <p:nvPr/>
        </p:nvSpPr>
        <p:spPr>
          <a:xfrm>
            <a:off x="854529" y="3118750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J4j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3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i2 . J2j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   J3j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 | 3 . .  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E62A6-992E-4683-8ABB-A8132DC89B34}"/>
              </a:ext>
            </a:extLst>
          </p:cNvPr>
          <p:cNvSpPr txBox="1"/>
          <p:nvPr/>
        </p:nvSpPr>
        <p:spPr>
          <a:xfrm>
            <a:off x="784860" y="4375165"/>
            <a:ext cx="10435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 -  nyen   -    tak           yang      ter   -   le   -   lap.</a:t>
            </a:r>
          </a:p>
        </p:txBody>
      </p:sp>
    </p:spTree>
    <p:extLst>
      <p:ext uri="{BB962C8B-B14F-4D97-AF65-F5344CB8AC3E}">
        <p14:creationId xmlns:p14="http://schemas.microsoft.com/office/powerpoint/2010/main" val="3376641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593783" y="1388263"/>
            <a:ext cx="10835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Licht    der         Welt,         Herr      Je   -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su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     Got -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tes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Sohn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DAS LICHT DER WELT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B’RILAH TERANG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As - 4/4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829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Charles H. Gabriel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McCABE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854529" y="722908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J3j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i5 . j5j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6   j5jj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 | 3  </a:t>
            </a:r>
            <a:r>
              <a:rPr lang="en-US" sz="1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 3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R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783445" y="1979323"/>
            <a:ext cx="10365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  -  lah        t'rang,          pe   -    li    -    ta        In   -  ji    -   li;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7965E-0AEE-442E-ABF2-274088C65F7A}"/>
              </a:ext>
            </a:extLst>
          </p:cNvPr>
          <p:cNvSpPr txBox="1"/>
          <p:nvPr/>
        </p:nvSpPr>
        <p:spPr>
          <a:xfrm>
            <a:off x="609600" y="3784105"/>
            <a:ext cx="10425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Brich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her     -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ein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       in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schnel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lem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Lauf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118AD-042D-45DE-B232-EB2B0F3E562D}"/>
              </a:ext>
            </a:extLst>
          </p:cNvPr>
          <p:cNvSpPr txBox="1"/>
          <p:nvPr/>
        </p:nvSpPr>
        <p:spPr>
          <a:xfrm>
            <a:off x="854529" y="3118750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J4j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3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i2 . J2j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   J3j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 | 1 . .  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E62A6-992E-4683-8ABB-A8132DC89B34}"/>
              </a:ext>
            </a:extLst>
          </p:cNvPr>
          <p:cNvSpPr txBox="1"/>
          <p:nvPr/>
        </p:nvSpPr>
        <p:spPr>
          <a:xfrm>
            <a:off x="784860" y="4375165"/>
            <a:ext cx="10435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 -  nyen   -    tak           yang      ter   -   le   -   lap.</a:t>
            </a:r>
          </a:p>
        </p:txBody>
      </p:sp>
    </p:spTree>
    <p:extLst>
      <p:ext uri="{BB962C8B-B14F-4D97-AF65-F5344CB8AC3E}">
        <p14:creationId xmlns:p14="http://schemas.microsoft.com/office/powerpoint/2010/main" val="1049916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758068" y="1388263"/>
            <a:ext cx="112130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Ja,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auch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je - der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Jün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ger    Je   -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su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Chris -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ti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heißt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: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DAS LICHT DER WELT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B’RILAH TERANG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As - 4/4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829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Charles H. Gabriel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McCABE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829152" y="722908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Jtjj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t |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 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j1j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t  j1j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 3 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3  3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758068" y="1979323"/>
            <a:ext cx="10588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  -  ngan     ki -  ta   ting  -   gal    di    -   am    men - de - ngar,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7965E-0AEE-442E-ABF2-274088C65F7A}"/>
              </a:ext>
            </a:extLst>
          </p:cNvPr>
          <p:cNvSpPr txBox="1"/>
          <p:nvPr/>
        </p:nvSpPr>
        <p:spPr>
          <a:xfrm>
            <a:off x="541369" y="3784105"/>
            <a:ext cx="10425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Licht    der    </a:t>
            </a: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Welt,         Licht    der    </a:t>
            </a: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Welt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118AD-042D-45DE-B232-EB2B0F3E562D}"/>
              </a:ext>
            </a:extLst>
          </p:cNvPr>
          <p:cNvSpPr txBox="1"/>
          <p:nvPr/>
        </p:nvSpPr>
        <p:spPr>
          <a:xfrm>
            <a:off x="829152" y="3118750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J4jj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3 | 2 . . J3jj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 | 1 . . 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E62A6-992E-4683-8ABB-A8132DC89B34}"/>
              </a:ext>
            </a:extLst>
          </p:cNvPr>
          <p:cNvSpPr txBox="1"/>
          <p:nvPr/>
        </p:nvSpPr>
        <p:spPr>
          <a:xfrm>
            <a:off x="692371" y="4375165"/>
            <a:ext cx="10435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  -  lah      t'rang,        B’ri  -  lah      t'rang.</a:t>
            </a:r>
          </a:p>
        </p:txBody>
      </p:sp>
    </p:spTree>
    <p:extLst>
      <p:ext uri="{BB962C8B-B14F-4D97-AF65-F5344CB8AC3E}">
        <p14:creationId xmlns:p14="http://schemas.microsoft.com/office/powerpoint/2010/main" val="3182852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548342" y="1388263"/>
            <a:ext cx="11155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Weil      Er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wahr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haft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sich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als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Ring     des  Licht  er -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weist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DAS LICHT DER WELT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B’RILAH TERANG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As - 4/4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829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Charles H. Gabriel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McCABE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749679" y="1979323"/>
            <a:ext cx="10776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In    -   jil      Tu  -   han   ha    -  rus - lah       ki   -  ta     se -  bar,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449093-28AD-0636-90D3-B6A349176C44}"/>
              </a:ext>
            </a:extLst>
          </p:cNvPr>
          <p:cNvSpPr txBox="1"/>
          <p:nvPr/>
        </p:nvSpPr>
        <p:spPr>
          <a:xfrm>
            <a:off x="549758" y="3784105"/>
            <a:ext cx="10425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Licht       der      Welt,        Licht       der      Welt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C8D2F7-55DA-F9EB-7A18-BD12C1B99E4C}"/>
              </a:ext>
            </a:extLst>
          </p:cNvPr>
          <p:cNvSpPr txBox="1"/>
          <p:nvPr/>
        </p:nvSpPr>
        <p:spPr>
          <a:xfrm>
            <a:off x="803985" y="3118750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J4j 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3 | 2 . . J3j 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 | 1 . . 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CC6B56-D0C3-A77C-92BD-0F3797663930}"/>
              </a:ext>
            </a:extLst>
          </p:cNvPr>
          <p:cNvSpPr txBox="1"/>
          <p:nvPr/>
        </p:nvSpPr>
        <p:spPr>
          <a:xfrm>
            <a:off x="751094" y="4375165"/>
            <a:ext cx="10435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   -   lah      t'rang,        B’ri    -    lah      t'rang.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04F931-5E81-59B3-BB67-7056698E2CD9}"/>
              </a:ext>
            </a:extLst>
          </p:cNvPr>
          <p:cNvSpPr txBox="1"/>
          <p:nvPr/>
        </p:nvSpPr>
        <p:spPr>
          <a:xfrm>
            <a:off x="803985" y="722908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jk.k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t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 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1  j1j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t  j1j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3  3  3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521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875723" y="1388263"/>
            <a:ext cx="10835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O,  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wie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herr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-      lich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wird’s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be -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reinft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doch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sein,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DAS LICHT DER WELT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B’RILAH TERANG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As - 4/4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829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Charles H. Gabriel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McCABE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854529" y="722908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J3j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i5 . j5j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6   j5jj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 | 3   3  3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R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783445" y="1979323"/>
            <a:ext cx="10365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  -  lah        t'rang,          pe   -    li    -    ta        In   -    ji   -   li;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7965E-0AEE-442E-ABF2-274088C65F7A}"/>
              </a:ext>
            </a:extLst>
          </p:cNvPr>
          <p:cNvSpPr txBox="1"/>
          <p:nvPr/>
        </p:nvSpPr>
        <p:spPr>
          <a:xfrm>
            <a:off x="609600" y="3784105"/>
            <a:ext cx="10425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Wenn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er    -    neu     -  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ert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nun      die     Welt.     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118AD-042D-45DE-B232-EB2B0F3E562D}"/>
              </a:ext>
            </a:extLst>
          </p:cNvPr>
          <p:cNvSpPr txBox="1"/>
          <p:nvPr/>
        </p:nvSpPr>
        <p:spPr>
          <a:xfrm>
            <a:off x="854529" y="3118750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J4j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3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i2 . J2j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   J3j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 | 3 . .  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E62A6-992E-4683-8ABB-A8132DC89B34}"/>
              </a:ext>
            </a:extLst>
          </p:cNvPr>
          <p:cNvSpPr txBox="1"/>
          <p:nvPr/>
        </p:nvSpPr>
        <p:spPr>
          <a:xfrm>
            <a:off x="784860" y="4375165"/>
            <a:ext cx="10435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 -  nyen   -    tak           yang      ter   -   le   -   lap.</a:t>
            </a:r>
          </a:p>
        </p:txBody>
      </p:sp>
    </p:spTree>
    <p:extLst>
      <p:ext uri="{BB962C8B-B14F-4D97-AF65-F5344CB8AC3E}">
        <p14:creationId xmlns:p14="http://schemas.microsoft.com/office/powerpoint/2010/main" val="1116767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593783" y="1388263"/>
            <a:ext cx="10835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Licht    der         Welt,         Herr      Je   -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su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     Got -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tes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Sohn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DAS LICHT DER WELT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B’RILAH TERANG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As - 4/4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829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Charles H. Gabriel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McCABE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854529" y="722908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J3j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i5 . j5j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6   j5jj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 | 3  </a:t>
            </a:r>
            <a:r>
              <a:rPr lang="en-US" sz="1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 3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R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783445" y="1979323"/>
            <a:ext cx="10365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  -  lah        t'rang,          pe   -    li    -    ta        In   -  ji    -   li;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7965E-0AEE-442E-ABF2-274088C65F7A}"/>
              </a:ext>
            </a:extLst>
          </p:cNvPr>
          <p:cNvSpPr txBox="1"/>
          <p:nvPr/>
        </p:nvSpPr>
        <p:spPr>
          <a:xfrm>
            <a:off x="609600" y="3784105"/>
            <a:ext cx="10425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Brich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her     -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ein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       in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schnel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lem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Lauf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118AD-042D-45DE-B232-EB2B0F3E562D}"/>
              </a:ext>
            </a:extLst>
          </p:cNvPr>
          <p:cNvSpPr txBox="1"/>
          <p:nvPr/>
        </p:nvSpPr>
        <p:spPr>
          <a:xfrm>
            <a:off x="854529" y="3118750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J4j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3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i2 . J2j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   J3j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 | 1 . .  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E62A6-992E-4683-8ABB-A8132DC89B34}"/>
              </a:ext>
            </a:extLst>
          </p:cNvPr>
          <p:cNvSpPr txBox="1"/>
          <p:nvPr/>
        </p:nvSpPr>
        <p:spPr>
          <a:xfrm>
            <a:off x="784860" y="4375165"/>
            <a:ext cx="10435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 -  nyen   -    tak           yang      ter   -   le   -   lap.</a:t>
            </a:r>
          </a:p>
        </p:txBody>
      </p:sp>
    </p:spTree>
    <p:extLst>
      <p:ext uri="{BB962C8B-B14F-4D97-AF65-F5344CB8AC3E}">
        <p14:creationId xmlns:p14="http://schemas.microsoft.com/office/powerpoint/2010/main" val="3144728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849508" y="1388263"/>
            <a:ext cx="10801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O,     Herr     Je -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su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Gna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den - son  -  ne,   der    Du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heißt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: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DAS LICHT DER WELT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B’RILAH TERANG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As - 4/4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829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Charles H. Gabriel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McCABE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829152" y="722908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Jtjj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t |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 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j1j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t  j1j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 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3  3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4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758068" y="1979323"/>
            <a:ext cx="10588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  -  ngan     le - lah    da   -  lam    kar  -  ya      ka - sih - Nya,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7965E-0AEE-442E-ABF2-274088C65F7A}"/>
              </a:ext>
            </a:extLst>
          </p:cNvPr>
          <p:cNvSpPr txBox="1"/>
          <p:nvPr/>
        </p:nvSpPr>
        <p:spPr>
          <a:xfrm>
            <a:off x="541369" y="3784105"/>
            <a:ext cx="10425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Licht    der    </a:t>
            </a: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Welt,         Licht    der    </a:t>
            </a: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Welt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118AD-042D-45DE-B232-EB2B0F3E562D}"/>
              </a:ext>
            </a:extLst>
          </p:cNvPr>
          <p:cNvSpPr txBox="1"/>
          <p:nvPr/>
        </p:nvSpPr>
        <p:spPr>
          <a:xfrm>
            <a:off x="829152" y="3118750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J4jj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3 | 2 . . J3jj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 | 1 . . 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E62A6-992E-4683-8ABB-A8132DC89B34}"/>
              </a:ext>
            </a:extLst>
          </p:cNvPr>
          <p:cNvSpPr txBox="1"/>
          <p:nvPr/>
        </p:nvSpPr>
        <p:spPr>
          <a:xfrm>
            <a:off x="692371" y="4375165"/>
            <a:ext cx="10435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  -  lah      t'rang,        B’ri  -  lah      t'rang.</a:t>
            </a:r>
          </a:p>
        </p:txBody>
      </p:sp>
    </p:spTree>
    <p:extLst>
      <p:ext uri="{BB962C8B-B14F-4D97-AF65-F5344CB8AC3E}">
        <p14:creationId xmlns:p14="http://schemas.microsoft.com/office/powerpoint/2010/main" val="4187594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548342" y="1388263"/>
            <a:ext cx="11155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Sieh,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dass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bald  der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Böl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-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ler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gro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ßes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Heer  Dich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preist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DAS LICHT DER WELT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B’RILAH TERANG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As - 4/4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829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Charles H. Gabriel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McCABE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4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711579" y="1979323"/>
            <a:ext cx="10776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Ber  -  bu   -  ah     se  - g’ra      dan  me  - nang - kan  </a:t>
            </a:r>
            <a:r>
              <a:rPr lang="fi-FI" sz="2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ji   -    wa,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449093-28AD-0636-90D3-B6A349176C44}"/>
              </a:ext>
            </a:extLst>
          </p:cNvPr>
          <p:cNvSpPr txBox="1"/>
          <p:nvPr/>
        </p:nvSpPr>
        <p:spPr>
          <a:xfrm>
            <a:off x="549758" y="3784105"/>
            <a:ext cx="10425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Licht       der      Welt,        Licht       der      Welt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C8D2F7-55DA-F9EB-7A18-BD12C1B99E4C}"/>
              </a:ext>
            </a:extLst>
          </p:cNvPr>
          <p:cNvSpPr txBox="1"/>
          <p:nvPr/>
        </p:nvSpPr>
        <p:spPr>
          <a:xfrm>
            <a:off x="803985" y="3118750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J4j 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3 | 2 . . J3j 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 | 1 . . 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CC6B56-D0C3-A77C-92BD-0F3797663930}"/>
              </a:ext>
            </a:extLst>
          </p:cNvPr>
          <p:cNvSpPr txBox="1"/>
          <p:nvPr/>
        </p:nvSpPr>
        <p:spPr>
          <a:xfrm>
            <a:off x="751094" y="4375165"/>
            <a:ext cx="10435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   -   lah      t'rang,        B’ri    -    lah      t'rang.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04F931-5E81-59B3-BB67-7056698E2CD9}"/>
              </a:ext>
            </a:extLst>
          </p:cNvPr>
          <p:cNvSpPr txBox="1"/>
          <p:nvPr/>
        </p:nvSpPr>
        <p:spPr>
          <a:xfrm>
            <a:off x="803985" y="722908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jk.k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t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  1  j1j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t  j1j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3  3   3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040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875723" y="1388263"/>
            <a:ext cx="10835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O,  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wie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herr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-      lich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wird’s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be -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reinft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doch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sein,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DAS LICHT DER WELT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B’RILAH TERANG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As - 4/4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829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Charles H. Gabriel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McCABE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854529" y="722908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J3j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i5 . j5j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6   j5jj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 | 3   3  3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R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783445" y="1979323"/>
            <a:ext cx="10365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  -  lah        t'rang,          pe   -    li    -    ta        In   -    ji   -   li;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7965E-0AEE-442E-ABF2-274088C65F7A}"/>
              </a:ext>
            </a:extLst>
          </p:cNvPr>
          <p:cNvSpPr txBox="1"/>
          <p:nvPr/>
        </p:nvSpPr>
        <p:spPr>
          <a:xfrm>
            <a:off x="609600" y="3784105"/>
            <a:ext cx="10425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Wenn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er    -    neu     -  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ert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nun      die     Welt.     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118AD-042D-45DE-B232-EB2B0F3E562D}"/>
              </a:ext>
            </a:extLst>
          </p:cNvPr>
          <p:cNvSpPr txBox="1"/>
          <p:nvPr/>
        </p:nvSpPr>
        <p:spPr>
          <a:xfrm>
            <a:off x="854529" y="3118750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J4j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3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i2 . J2j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   J3j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 | 3 . .  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E62A6-992E-4683-8ABB-A8132DC89B34}"/>
              </a:ext>
            </a:extLst>
          </p:cNvPr>
          <p:cNvSpPr txBox="1"/>
          <p:nvPr/>
        </p:nvSpPr>
        <p:spPr>
          <a:xfrm>
            <a:off x="784860" y="4375165"/>
            <a:ext cx="10435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 -  nyen   -    tak           yang      ter   -   le   -   lap.</a:t>
            </a:r>
          </a:p>
        </p:txBody>
      </p:sp>
    </p:spTree>
    <p:extLst>
      <p:ext uri="{BB962C8B-B14F-4D97-AF65-F5344CB8AC3E}">
        <p14:creationId xmlns:p14="http://schemas.microsoft.com/office/powerpoint/2010/main" val="1759732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593783" y="1388263"/>
            <a:ext cx="10835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Licht    der         Welt,         Herr      Je   -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su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     Got -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tes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Sohn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DAS LICHT DER WELT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B’RILAH TERANG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As - 4/4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829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Charles H. Gabriel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McCABE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854529" y="722908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J3j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i5 . j5j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6   j5jj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 | 3  </a:t>
            </a:r>
            <a:r>
              <a:rPr lang="en-US" sz="1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 3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R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783445" y="1979323"/>
            <a:ext cx="10365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B’ri  -  lah        t'rang,          pe   -    li    -    ta        In   -  ji    -   li;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7965E-0AEE-442E-ABF2-274088C65F7A}"/>
              </a:ext>
            </a:extLst>
          </p:cNvPr>
          <p:cNvSpPr txBox="1"/>
          <p:nvPr/>
        </p:nvSpPr>
        <p:spPr>
          <a:xfrm>
            <a:off x="609600" y="3784105"/>
            <a:ext cx="10425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Brich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her     -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ein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       in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schnel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lem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</a:t>
            </a:r>
            <a:r>
              <a:rPr lang="en-US" sz="32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Lauf</a:t>
            </a:r>
            <a:r>
              <a:rPr lang="en-US" sz="32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118AD-042D-45DE-B232-EB2B0F3E562D}"/>
              </a:ext>
            </a:extLst>
          </p:cNvPr>
          <p:cNvSpPr txBox="1"/>
          <p:nvPr/>
        </p:nvSpPr>
        <p:spPr>
          <a:xfrm>
            <a:off x="854529" y="3118750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J4j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3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i2 . J2j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4   J3j </a:t>
            </a:r>
            <a:r>
              <a:rPr lang="en-US" sz="3600" dirty="0" err="1">
                <a:solidFill>
                  <a:prstClr val="white"/>
                </a:solidFill>
                <a:latin typeface="Parnumation 3" pitchFamily="2" charset="0"/>
              </a:rPr>
              <a:t>k.k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2 | 1 . . +  </a:t>
            </a:r>
            <a:endParaRPr kumimoji="0" lang="id-ID" sz="36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E62A6-992E-4683-8ABB-A8132DC89B34}"/>
              </a:ext>
            </a:extLst>
          </p:cNvPr>
          <p:cNvSpPr txBox="1"/>
          <p:nvPr/>
        </p:nvSpPr>
        <p:spPr>
          <a:xfrm>
            <a:off x="784860" y="4375165"/>
            <a:ext cx="10435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2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 -  nyen   -    tak           yang      ter   -   le   -   lap.</a:t>
            </a:r>
          </a:p>
        </p:txBody>
      </p:sp>
    </p:spTree>
    <p:extLst>
      <p:ext uri="{BB962C8B-B14F-4D97-AF65-F5344CB8AC3E}">
        <p14:creationId xmlns:p14="http://schemas.microsoft.com/office/powerpoint/2010/main" val="420405337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1774</Words>
  <Application>Microsoft Office PowerPoint</Application>
  <PresentationFormat>Widescreen</PresentationFormat>
  <Paragraphs>193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Parnumation 3</vt:lpstr>
      <vt:lpstr>Roboto Condensed</vt:lpstr>
      <vt:lpstr>1_Office Theme</vt:lpstr>
      <vt:lpstr>114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>Bobby Simarmata</dc:creator>
  <cp:lastModifiedBy>Ely, Ingrid Ellin</cp:lastModifiedBy>
  <cp:revision>135</cp:revision>
  <dcterms:created xsi:type="dcterms:W3CDTF">2021-06-24T21:29:51Z</dcterms:created>
  <dcterms:modified xsi:type="dcterms:W3CDTF">2023-07-24T19:07:23Z</dcterms:modified>
</cp:coreProperties>
</file>