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6" baseType="lpstr">
      <vt:lpstr>Arial</vt:lpstr>
      <vt:lpstr>Corsiva</vt:lpstr>
      <vt:lpstr>Calibri</vt:lpstr>
      <vt:lpstr>Roboto Condensed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70</cp:revision>
  <dcterms:created xsi:type="dcterms:W3CDTF">2021-05-09T21:05:28Z</dcterms:created>
  <dcterms:modified xsi:type="dcterms:W3CDTF">2025-07-20T21:22:04Z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