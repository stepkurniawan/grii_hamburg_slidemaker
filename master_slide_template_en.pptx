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embeddedFontLst>
    <p:embeddedFont>
      <p:font typeface="Corsiva" panose="020B0604020202020204" charset="0"/>
      <p:regular r:id="rId3"/>
      <p:bold r:id="rId4"/>
      <p:italic r:id="rId5"/>
      <p:boldItalic r:id="rId6"/>
    </p:embeddedFont>
    <p:embeddedFont>
      <p:font typeface="Roboto" panose="02000000000000000000" pitchFamily="2" charset="0"/>
      <p:regular r:id="rId7"/>
      <p:bold r:id="rId8"/>
      <p:italic r:id="rId9"/>
      <p:boldItalic r:id="rId10"/>
    </p:embeddedFont>
    <p:embeddedFont>
      <p:font typeface="Roboto Condensed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3" roundtripDataSignature="AMtx7mhX8iAqc25r3+O3XsHp1GR43/i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53"/>
    <p:restoredTop sz="94692"/>
  </p:normalViewPr>
  <p:slideViewPr>
    <p:cSldViewPr snapToGrid="0">
      <p:cViewPr varScale="1">
        <p:scale>
          <a:sx n="147" d="100"/>
          <a:sy n="147" d="100"/>
        </p:scale>
        <p:origin x="2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3" Type="http://schemas.openxmlformats.org/officeDocument/2006/relationships/font" Target="fonts/font1.fntdata"/><Relationship Id="rId133" Type="http://customschemas.google.com/relationships/presentationmetadata" Target="meta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3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136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135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font" Target="fonts/font12.fntdata"/><Relationship Id="rId13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30" name="Google Shape;30;p9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1" name="Google Shape;31;p9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1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3FF4AA-CA19-2EE1-03AE-410C26186227}"/>
              </a:ext>
            </a:extLst>
          </p:cNvPr>
          <p:cNvSpPr txBox="1"/>
          <p:nvPr userDrawn="1"/>
        </p:nvSpPr>
        <p:spPr>
          <a:xfrm>
            <a:off x="9522373" y="6287289"/>
            <a:ext cx="2591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err="1">
                <a:solidFill>
                  <a:schemeClr val="accent2">
                    <a:lumMod val="10000"/>
                  </a:schemeClr>
                </a:solidFill>
              </a:rPr>
              <a:t>Created</a:t>
            </a:r>
            <a:r>
              <a:rPr lang="de-DE" dirty="0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2">
                    <a:lumMod val="10000"/>
                  </a:schemeClr>
                </a:solidFill>
              </a:rPr>
              <a:t>by</a:t>
            </a:r>
            <a:r>
              <a:rPr lang="de-DE" dirty="0">
                <a:solidFill>
                  <a:schemeClr val="accent2">
                    <a:lumMod val="10000"/>
                  </a:schemeClr>
                </a:solidFill>
              </a:rPr>
              <a:t> GRII Slide Maker</a:t>
            </a:r>
          </a:p>
        </p:txBody>
      </p:sp>
      <p:sp>
        <p:nvSpPr>
          <p:cNvPr id="3" name="Google Shape;273;p1">
            <a:extLst>
              <a:ext uri="{FF2B5EF4-FFF2-40B4-BE49-F238E27FC236}">
                <a16:creationId xmlns:a16="http://schemas.microsoft.com/office/drawing/2014/main" id="{89946E8B-5AB9-48AE-564E-057D9ECF1FCF}"/>
              </a:ext>
            </a:extLst>
          </p:cNvPr>
          <p:cNvSpPr txBox="1"/>
          <p:nvPr userDrawn="1"/>
        </p:nvSpPr>
        <p:spPr>
          <a:xfrm>
            <a:off x="711000" y="1550513"/>
            <a:ext cx="10770000" cy="11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service will begin shortly</a:t>
            </a:r>
            <a:endParaRPr sz="64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Google Shape;274;p1">
            <a:extLst>
              <a:ext uri="{FF2B5EF4-FFF2-40B4-BE49-F238E27FC236}">
                <a16:creationId xmlns:a16="http://schemas.microsoft.com/office/drawing/2014/main" id="{B7065576-4D52-F64D-E327-B11247A9F146}"/>
              </a:ext>
            </a:extLst>
          </p:cNvPr>
          <p:cNvSpPr txBox="1"/>
          <p:nvPr userDrawn="1"/>
        </p:nvSpPr>
        <p:spPr>
          <a:xfrm>
            <a:off x="711000" y="3079088"/>
            <a:ext cx="10770000" cy="22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would like to remind you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mute your phones 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to not eat during the service</a:t>
            </a:r>
            <a:endParaRPr sz="4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4742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AC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2630-79F3-99A7-6BFE-936552A59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86" y="2971800"/>
            <a:ext cx="11307028" cy="914400"/>
          </a:xfrm>
        </p:spPr>
        <p:txBody>
          <a:bodyPr/>
          <a:lstStyle>
            <a:lvl1pPr marL="1143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de-DE" sz="5400" b="1" i="0" u="sng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Sermon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F77A9-34E4-D320-C5C7-20C7AD2C9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6726" y="4156782"/>
            <a:ext cx="6078548" cy="674337"/>
          </a:xfrm>
        </p:spPr>
        <p:txBody>
          <a:bodyPr/>
          <a:lstStyle>
            <a:lvl1pPr marL="114300" indent="0" algn="ctr">
              <a:buNone/>
              <a:defRPr lang="de-DE" sz="28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Scripture Reading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682E-1B95-700A-B294-80EFB991C6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436" y="2909649"/>
            <a:ext cx="9467128" cy="914400"/>
          </a:xfrm>
        </p:spPr>
        <p:txBody>
          <a:bodyPr anchor="t"/>
          <a:lstStyle>
            <a:lvl1pPr marL="114300" indent="0" algn="ctr">
              <a:buNone/>
              <a:defRPr lang="en-US" sz="5400" b="1" i="0" u="sng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 err="1"/>
              <a:t>Jesaya</a:t>
            </a:r>
            <a:r>
              <a:rPr lang="en-US" dirty="0"/>
              <a:t> 43, 1-2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3C8EA97-1460-4A9F-87D8-B56EB8B6228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62436" y="4049713"/>
            <a:ext cx="9302750" cy="1073150"/>
          </a:xfrm>
        </p:spPr>
        <p:txBody>
          <a:bodyPr/>
          <a:lstStyle>
            <a:lvl1pPr marL="114300" indent="0" algn="ctr">
              <a:buNone/>
              <a:defRPr sz="3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de-DE" dirty="0" err="1"/>
              <a:t>Yesaya</a:t>
            </a:r>
            <a:r>
              <a:rPr lang="de-DE" dirty="0"/>
              <a:t> 43: 1-2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1296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420" y="634712"/>
            <a:ext cx="5243491" cy="5562888"/>
          </a:xfrm>
        </p:spPr>
        <p:txBody>
          <a:bodyPr/>
          <a:lstStyle>
            <a:lvl1pPr marL="114300" indent="0">
              <a:buNone/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118" y="634710"/>
            <a:ext cx="5397462" cy="556288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912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90E638-BD11-0954-D411-25CB025CC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3" y="647558"/>
            <a:ext cx="11020978" cy="2340739"/>
          </a:xfrm>
        </p:spPr>
        <p:txBody>
          <a:bodyPr/>
          <a:lstStyle>
            <a:lvl1pPr marL="114300" indent="0">
              <a:buNone/>
              <a:def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9D402A-E310-6EFF-1AF1-B5B8BE159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3" y="3429000"/>
            <a:ext cx="11020978" cy="286392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600" b="0" i="1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65128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ESSION_PRAY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3420" y="1982146"/>
            <a:ext cx="5243491" cy="4215453"/>
          </a:xfrm>
        </p:spPr>
        <p:txBody>
          <a:bodyPr/>
          <a:lstStyle>
            <a:lvl1pPr marL="628650" indent="-514350" rtl="0">
              <a:buClr>
                <a:srgbClr val="FFFFFF"/>
              </a:buClr>
              <a:buSzPct val="100000"/>
              <a:buFont typeface="+mj-lt"/>
              <a:buAutoNum type="arabicPeriod"/>
              <a:defRPr lang="en-MY" sz="3000" b="1" i="0" u="none" strike="noStrike" smtClean="0">
                <a:effectLst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r>
              <a:rPr lang="en-MY" dirty="0"/>
              <a:t>English topic 1</a:t>
            </a:r>
          </a:p>
          <a:p>
            <a:endParaRPr lang="de-DE" dirty="0"/>
          </a:p>
          <a:p>
            <a:r>
              <a:rPr lang="de-DE" dirty="0"/>
              <a:t>English </a:t>
            </a:r>
            <a:r>
              <a:rPr lang="de-DE" dirty="0" err="1"/>
              <a:t>topic</a:t>
            </a:r>
            <a:r>
              <a:rPr lang="de-DE" dirty="0"/>
              <a:t> 2</a:t>
            </a:r>
          </a:p>
          <a:p>
            <a:endParaRPr lang="de-DE" dirty="0"/>
          </a:p>
          <a:p>
            <a:r>
              <a:rPr lang="de-DE" dirty="0"/>
              <a:t>English </a:t>
            </a:r>
            <a:r>
              <a:rPr lang="de-DE" dirty="0" err="1"/>
              <a:t>topic</a:t>
            </a:r>
            <a:r>
              <a:rPr lang="de-DE" dirty="0"/>
              <a:t> 3</a:t>
            </a:r>
            <a:endParaRPr lang="en-MY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118" y="1982144"/>
            <a:ext cx="5397462" cy="4215453"/>
          </a:xfrm>
        </p:spPr>
        <p:txBody>
          <a:bodyPr/>
          <a:lstStyle>
            <a:lvl1pPr marL="628650" marR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+mj-lt"/>
              <a:buAutoNum type="arabicPeriod"/>
              <a:defRPr lang="en-MY" sz="3000" b="0" i="1" u="none" strike="noStrike" smtClean="0">
                <a:effectLst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r>
              <a:rPr lang="en-MY" dirty="0" err="1"/>
              <a:t>Topik</a:t>
            </a:r>
            <a:r>
              <a:rPr lang="en-MY" dirty="0"/>
              <a:t> Indo 1</a:t>
            </a:r>
          </a:p>
          <a:p>
            <a:endParaRPr lang="en-MY" dirty="0"/>
          </a:p>
          <a:p>
            <a:r>
              <a:rPr lang="en-MY" dirty="0"/>
              <a:t>Topik Indo 2</a:t>
            </a:r>
          </a:p>
          <a:p>
            <a:endParaRPr lang="en-MY" dirty="0"/>
          </a:p>
          <a:p>
            <a:r>
              <a:rPr lang="en-MY" dirty="0"/>
              <a:t>Topik Indo 3</a:t>
            </a:r>
            <a:endParaRPr lang="en-US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561D1A2-C5E5-3862-5BC1-199AA12F1731}"/>
              </a:ext>
            </a:extLst>
          </p:cNvPr>
          <p:cNvSpPr txBox="1"/>
          <p:nvPr userDrawn="1"/>
        </p:nvSpPr>
        <p:spPr>
          <a:xfrm>
            <a:off x="563420" y="550912"/>
            <a:ext cx="5243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000" b="1" i="0" u="sng" strike="noStrike" cap="none" dirty="0">
                <a:solidFill>
                  <a:schemeClr val="dk1"/>
                </a:solidFill>
                <a:effectLst/>
                <a:latin typeface="Roboto Condensed"/>
                <a:ea typeface="Roboto Condensed"/>
                <a:cs typeface="Roboto Condensed"/>
                <a:sym typeface="Arial"/>
              </a:rPr>
              <a:t>Intercession Prayer</a:t>
            </a:r>
            <a:endParaRPr lang="en-DE" sz="3000" b="1" i="0" u="sng" strike="noStrike" cap="none" dirty="0">
              <a:solidFill>
                <a:schemeClr val="dk1"/>
              </a:solidFill>
              <a:effectLst/>
              <a:latin typeface="Roboto Condensed"/>
              <a:ea typeface="Roboto Condensed"/>
              <a:cs typeface="Roboto Condensed"/>
              <a:sym typeface="Arial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151590-EE29-FA4D-AC5A-0AD326AAA05D}"/>
              </a:ext>
            </a:extLst>
          </p:cNvPr>
          <p:cNvSpPr txBox="1"/>
          <p:nvPr userDrawn="1"/>
        </p:nvSpPr>
        <p:spPr>
          <a:xfrm>
            <a:off x="6231118" y="550912"/>
            <a:ext cx="5243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000" b="0" i="1" u="sng" strike="noStrike" cap="none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Doa</a:t>
            </a:r>
            <a:r>
              <a:rPr lang="en-MY" sz="3000" b="0" i="1" u="sng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 </a:t>
            </a:r>
            <a:r>
              <a:rPr lang="en-MY" sz="3000" b="0" i="1" u="sng" strike="noStrike" cap="none" dirty="0" err="1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rPr>
              <a:t>Syafaat</a:t>
            </a:r>
            <a:endParaRPr lang="en-DE" sz="3000" b="1" i="0" u="sng" strike="noStrike" cap="none" dirty="0">
              <a:solidFill>
                <a:schemeClr val="dk1"/>
              </a:solidFill>
              <a:effectLst/>
              <a:latin typeface="Roboto Condensed"/>
              <a:ea typeface="Roboto Condensed"/>
              <a:cs typeface="Roboto Condensed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0295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56800" y="38677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Bapa kami yang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dikuduskanlah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datanglah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Kerajaan-Mu,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jadilah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kehendak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2" name="Google Shape;556;p40">
            <a:extLst>
              <a:ext uri="{FF2B5EF4-FFF2-40B4-BE49-F238E27FC236}">
                <a16:creationId xmlns:a16="http://schemas.microsoft.com/office/drawing/2014/main" id="{E80B5495-D040-EAB1-AFEA-276EA26D8773}"/>
              </a:ext>
            </a:extLst>
          </p:cNvPr>
          <p:cNvSpPr txBox="1"/>
          <p:nvPr userDrawn="1"/>
        </p:nvSpPr>
        <p:spPr>
          <a:xfrm>
            <a:off x="856800" y="764446"/>
            <a:ext cx="10478400" cy="179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Father in heaven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hallowed be your name.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Your kingdom come,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your will be done, on earth as it is in heaven.</a:t>
            </a:r>
          </a:p>
        </p:txBody>
      </p:sp>
    </p:spTree>
    <p:extLst>
      <p:ext uri="{BB962C8B-B14F-4D97-AF65-F5344CB8AC3E}">
        <p14:creationId xmlns:p14="http://schemas.microsoft.com/office/powerpoint/2010/main" val="177511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Berikanlah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pada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makanan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secukupnya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ampunilah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kesalahan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juga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mengampuni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bersalah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kami;</a:t>
            </a:r>
          </a:p>
        </p:txBody>
      </p:sp>
      <p:sp>
        <p:nvSpPr>
          <p:cNvPr id="2" name="Google Shape;561;p42">
            <a:extLst>
              <a:ext uri="{FF2B5EF4-FFF2-40B4-BE49-F238E27FC236}">
                <a16:creationId xmlns:a16="http://schemas.microsoft.com/office/drawing/2014/main" id="{8FAA345C-8A70-08DA-04BE-91005D1689CF}"/>
              </a:ext>
            </a:extLst>
          </p:cNvPr>
          <p:cNvSpPr txBox="1"/>
          <p:nvPr userDrawn="1"/>
        </p:nvSpPr>
        <p:spPr>
          <a:xfrm>
            <a:off x="856800" y="737942"/>
            <a:ext cx="10478400" cy="189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Give us today our daily bread,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forgive us our debts,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we also have forgiven our debtors.</a:t>
            </a:r>
          </a:p>
        </p:txBody>
      </p:sp>
    </p:spTree>
    <p:extLst>
      <p:ext uri="{BB962C8B-B14F-4D97-AF65-F5344CB8AC3E}">
        <p14:creationId xmlns:p14="http://schemas.microsoft.com/office/powerpoint/2010/main" val="172620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9603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janganlah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membawa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dalam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pencobaan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tetapi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lepaskanlah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daripada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jahat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Karena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Engkaulah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empunya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kuasa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kemuliaan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sampai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selama-lamanya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Amin.</a:t>
            </a:r>
          </a:p>
        </p:txBody>
      </p:sp>
      <p:sp>
        <p:nvSpPr>
          <p:cNvPr id="2" name="Google Shape;566;p44">
            <a:extLst>
              <a:ext uri="{FF2B5EF4-FFF2-40B4-BE49-F238E27FC236}">
                <a16:creationId xmlns:a16="http://schemas.microsoft.com/office/drawing/2014/main" id="{0DEB30FB-EDF3-AEA8-CBE0-6C8D127A2DE3}"/>
              </a:ext>
            </a:extLst>
          </p:cNvPr>
          <p:cNvSpPr txBox="1"/>
          <p:nvPr userDrawn="1"/>
        </p:nvSpPr>
        <p:spPr>
          <a:xfrm>
            <a:off x="886691" y="540300"/>
            <a:ext cx="10478400" cy="288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lead us not into temptation,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but deliver us from evil.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yours is the kingdom, and the power,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the glory forever.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Amen.</a:t>
            </a:r>
          </a:p>
        </p:txBody>
      </p:sp>
    </p:spTree>
    <p:extLst>
      <p:ext uri="{BB962C8B-B14F-4D97-AF65-F5344CB8AC3E}">
        <p14:creationId xmlns:p14="http://schemas.microsoft.com/office/powerpoint/2010/main" val="3855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percaya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Allah, Bapa yang Maha Kuasa,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pencipta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langit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Yesus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Kristus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Anak-Nya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tunggal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kita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</p:txBody>
      </p:sp>
      <p:sp>
        <p:nvSpPr>
          <p:cNvPr id="2" name="Google Shape;585;p177">
            <a:extLst>
              <a:ext uri="{FF2B5EF4-FFF2-40B4-BE49-F238E27FC236}">
                <a16:creationId xmlns:a16="http://schemas.microsoft.com/office/drawing/2014/main" id="{F93B3073-3F9D-8DFB-64A5-97E0E5EF05AA}"/>
              </a:ext>
            </a:extLst>
          </p:cNvPr>
          <p:cNvSpPr txBox="1"/>
          <p:nvPr userDrawn="1"/>
        </p:nvSpPr>
        <p:spPr>
          <a:xfrm>
            <a:off x="856800" y="741300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God, the Father Almighty,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creator of heaven and earth.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Jesus Christ, 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His only Son, our Lord,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559587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dikandung dari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lahir dari anak dara Maria.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menderita sengsara di bawah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pemerintahan Pontius Pilatus,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590;p178">
            <a:extLst>
              <a:ext uri="{FF2B5EF4-FFF2-40B4-BE49-F238E27FC236}">
                <a16:creationId xmlns:a16="http://schemas.microsoft.com/office/drawing/2014/main" id="{DFA0BD65-F2C8-611C-4D9D-6CBC055D80BB}"/>
              </a:ext>
            </a:extLst>
          </p:cNvPr>
          <p:cNvSpPr txBox="1"/>
          <p:nvPr userDrawn="1"/>
        </p:nvSpPr>
        <p:spPr>
          <a:xfrm>
            <a:off x="856800" y="640377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who was conceived by the Holy Spirit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born of the virgin Mary.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suffered under Pontius Pilate,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606949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disalibkan, mati, dan dikuburkan;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turun ke dalam kerajaan maut.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Pada hari yang ketiga,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bangkit pula dari antara orang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595;p179">
            <a:extLst>
              <a:ext uri="{FF2B5EF4-FFF2-40B4-BE49-F238E27FC236}">
                <a16:creationId xmlns:a16="http://schemas.microsoft.com/office/drawing/2014/main" id="{13035864-91B9-F795-1A0B-DD4D0A539906}"/>
              </a:ext>
            </a:extLst>
          </p:cNvPr>
          <p:cNvSpPr txBox="1"/>
          <p:nvPr userDrawn="1"/>
        </p:nvSpPr>
        <p:spPr>
          <a:xfrm>
            <a:off x="856800" y="657902"/>
            <a:ext cx="10478400" cy="26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was crucified, died, and was buried;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descended to hell.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third day he rose again from the dead.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650707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Naik ke surga, duduk di sebelah kanan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Allah Bapa yang Maha Kuasa.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dari sana Ia akan datang untuk menghakimi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hidup dan yang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00;p180">
            <a:extLst>
              <a:ext uri="{FF2B5EF4-FFF2-40B4-BE49-F238E27FC236}">
                <a16:creationId xmlns:a16="http://schemas.microsoft.com/office/drawing/2014/main" id="{AC33E68C-9C63-EB3F-524A-EF34DE6D38AB}"/>
              </a:ext>
            </a:extLst>
          </p:cNvPr>
          <p:cNvSpPr txBox="1"/>
          <p:nvPr userDrawn="1"/>
        </p:nvSpPr>
        <p:spPr>
          <a:xfrm>
            <a:off x="856800" y="640377"/>
            <a:ext cx="10478400" cy="26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 ascended to heaven and is seated 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 the right hand of God the Father Almighty.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 there He will come to judge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living and the dead.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428823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percaya kepada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 yang kudus dan am,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persekutuan orang kudus,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05;p181">
            <a:extLst>
              <a:ext uri="{FF2B5EF4-FFF2-40B4-BE49-F238E27FC236}">
                <a16:creationId xmlns:a16="http://schemas.microsoft.com/office/drawing/2014/main" id="{E768CE0D-F692-384B-6415-C30543EBA96F}"/>
              </a:ext>
            </a:extLst>
          </p:cNvPr>
          <p:cNvSpPr txBox="1"/>
          <p:nvPr userDrawn="1"/>
        </p:nvSpPr>
        <p:spPr>
          <a:xfrm>
            <a:off x="856800" y="828800"/>
            <a:ext cx="10478400" cy="20662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believe in the Holy Spirit,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holy catholic church,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communion of saints,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068548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pengampunan dosa,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kebangkitan tubuh,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hidup yang kekal. Amin.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Google Shape;610;p50">
            <a:extLst>
              <a:ext uri="{FF2B5EF4-FFF2-40B4-BE49-F238E27FC236}">
                <a16:creationId xmlns:a16="http://schemas.microsoft.com/office/drawing/2014/main" id="{6FDDF62C-15EE-C5FF-AFED-9F5A8E08E452}"/>
              </a:ext>
            </a:extLst>
          </p:cNvPr>
          <p:cNvSpPr txBox="1"/>
          <p:nvPr userDrawn="1"/>
        </p:nvSpPr>
        <p:spPr>
          <a:xfrm>
            <a:off x="856800" y="769704"/>
            <a:ext cx="10478400" cy="235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forgiveness of sins,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resurrection of the body,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the life everlasting. Amen.</a:t>
            </a:r>
            <a:endParaRPr sz="3600"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16719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NGINJI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08;p40">
            <a:extLst>
              <a:ext uri="{FF2B5EF4-FFF2-40B4-BE49-F238E27FC236}">
                <a16:creationId xmlns:a16="http://schemas.microsoft.com/office/drawing/2014/main" id="{87FB86D5-32DD-72CF-836B-B2F76685381C}"/>
              </a:ext>
            </a:extLst>
          </p:cNvPr>
          <p:cNvSpPr txBox="1"/>
          <p:nvPr userDrawn="1"/>
        </p:nvSpPr>
        <p:spPr>
          <a:xfrm>
            <a:off x="0" y="3143839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Penginjilan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AE93-89A8-E3C3-5505-619E958DAD4F}"/>
              </a:ext>
            </a:extLst>
          </p:cNvPr>
          <p:cNvSpPr txBox="1"/>
          <p:nvPr userDrawn="1"/>
        </p:nvSpPr>
        <p:spPr>
          <a:xfrm>
            <a:off x="0" y="2080761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Evangelisation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(blue)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060FE-7A8C-F775-ABCC-FF5F1346B7C9}"/>
              </a:ext>
            </a:extLst>
          </p:cNvPr>
          <p:cNvSpPr txBox="1"/>
          <p:nvPr userDrawn="1"/>
        </p:nvSpPr>
        <p:spPr>
          <a:xfrm>
            <a:off x="3048000" y="1407406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2" name="Google Shape;408;p40">
            <a:extLst>
              <a:ext uri="{FF2B5EF4-FFF2-40B4-BE49-F238E27FC236}">
                <a16:creationId xmlns:a16="http://schemas.microsoft.com/office/drawing/2014/main" id="{3E1C0905-8B2D-61B2-69B0-473975D71B7B}"/>
              </a:ext>
            </a:extLst>
          </p:cNvPr>
          <p:cNvSpPr txBox="1"/>
          <p:nvPr userDrawn="1"/>
        </p:nvSpPr>
        <p:spPr>
          <a:xfrm>
            <a:off x="0" y="4691269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Mimbar</a:t>
            </a: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Reformed </a:t>
            </a: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Injili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5298356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SEKO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F13407FD-FA82-CF2C-B8B5-76E175CB455E}"/>
              </a:ext>
            </a:extLst>
          </p:cNvPr>
          <p:cNvSpPr txBox="1">
            <a:spLocks/>
          </p:cNvSpPr>
          <p:nvPr userDrawn="1"/>
        </p:nvSpPr>
        <p:spPr>
          <a:xfrm>
            <a:off x="0" y="1630620"/>
            <a:ext cx="12191999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red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 &amp;</a:t>
            </a:r>
          </a:p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Theological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de-DE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Seminary 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blue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sz="4800" b="1" u="sng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15;p42">
            <a:extLst>
              <a:ext uri="{FF2B5EF4-FFF2-40B4-BE49-F238E27FC236}">
                <a16:creationId xmlns:a16="http://schemas.microsoft.com/office/drawing/2014/main" id="{5A2CB274-C3AE-FB9E-CF5C-C6228A810AA2}"/>
              </a:ext>
            </a:extLst>
          </p:cNvPr>
          <p:cNvSpPr txBox="1"/>
          <p:nvPr userDrawn="1"/>
        </p:nvSpPr>
        <p:spPr>
          <a:xfrm>
            <a:off x="0" y="3187678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Sekolah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Teologi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5BDC8-1B46-315D-7696-90B46EA617F8}"/>
              </a:ext>
            </a:extLst>
          </p:cNvPr>
          <p:cNvSpPr txBox="1"/>
          <p:nvPr userDrawn="1"/>
        </p:nvSpPr>
        <p:spPr>
          <a:xfrm>
            <a:off x="3048000" y="1237022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3" name="Google Shape;408;p40">
            <a:extLst>
              <a:ext uri="{FF2B5EF4-FFF2-40B4-BE49-F238E27FC236}">
                <a16:creationId xmlns:a16="http://schemas.microsoft.com/office/drawing/2014/main" id="{B4688AE5-DED4-51F2-2A92-5C0264164D84}"/>
              </a:ext>
            </a:extLst>
          </p:cNvPr>
          <p:cNvSpPr txBox="1"/>
          <p:nvPr userDrawn="1"/>
        </p:nvSpPr>
        <p:spPr>
          <a:xfrm>
            <a:off x="0" y="4691269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Mimbar</a:t>
            </a: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Reformed </a:t>
            </a: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Injili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778989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MAND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0;p44">
            <a:extLst>
              <a:ext uri="{FF2B5EF4-FFF2-40B4-BE49-F238E27FC236}">
                <a16:creationId xmlns:a16="http://schemas.microsoft.com/office/drawing/2014/main" id="{1DA032EB-F898-9535-7567-66BB02205987}"/>
              </a:ext>
            </a:extLst>
          </p:cNvPr>
          <p:cNvSpPr txBox="1">
            <a:spLocks/>
          </p:cNvSpPr>
          <p:nvPr userDrawn="1"/>
        </p:nvSpPr>
        <p:spPr>
          <a:xfrm>
            <a:off x="0" y="1929707"/>
            <a:ext cx="1219200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de-DE" sz="4000" b="1" u="sng" dirty="0" err="1">
                <a:latin typeface="Roboto Condensed"/>
                <a:ea typeface="Roboto Condensed"/>
                <a:cs typeface="Roboto Condensed"/>
                <a:sym typeface="Roboto Condensed"/>
              </a:rPr>
              <a:t>red</a:t>
            </a:r>
            <a:r>
              <a:rPr lang="de-DE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 </a:t>
            </a:r>
            <a:r>
              <a:rPr lang="nn-NO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&amp; Cultural Mandate (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blue</a:t>
            </a:r>
            <a:r>
              <a:rPr lang="nn-NO" sz="4000" b="1" u="sng" dirty="0"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nn-NO" sz="4800" b="1" u="sng"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22;p44">
            <a:extLst>
              <a:ext uri="{FF2B5EF4-FFF2-40B4-BE49-F238E27FC236}">
                <a16:creationId xmlns:a16="http://schemas.microsoft.com/office/drawing/2014/main" id="{0ECC02AD-1FDC-1D75-598B-42DA374B67B7}"/>
              </a:ext>
            </a:extLst>
          </p:cNvPr>
          <p:cNvSpPr txBox="1"/>
          <p:nvPr userDrawn="1"/>
        </p:nvSpPr>
        <p:spPr>
          <a:xfrm>
            <a:off x="0" y="3027750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Mandat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Budaya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5898D-20AD-64F3-C280-265D148523E0}"/>
              </a:ext>
            </a:extLst>
          </p:cNvPr>
          <p:cNvSpPr txBox="1"/>
          <p:nvPr userDrawn="1"/>
        </p:nvSpPr>
        <p:spPr>
          <a:xfrm>
            <a:off x="3048000" y="1536109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sz="2000" dirty="0"/>
          </a:p>
        </p:txBody>
      </p:sp>
      <p:sp>
        <p:nvSpPr>
          <p:cNvPr id="3" name="Google Shape;408;p40">
            <a:extLst>
              <a:ext uri="{FF2B5EF4-FFF2-40B4-BE49-F238E27FC236}">
                <a16:creationId xmlns:a16="http://schemas.microsoft.com/office/drawing/2014/main" id="{06B3F376-B846-5494-2C75-3F9E55842B75}"/>
              </a:ext>
            </a:extLst>
          </p:cNvPr>
          <p:cNvSpPr txBox="1"/>
          <p:nvPr userDrawn="1"/>
        </p:nvSpPr>
        <p:spPr>
          <a:xfrm>
            <a:off x="0" y="4691269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Mimbar</a:t>
            </a: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Reformed </a:t>
            </a: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Injili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7340217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MBANGUN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9;p45">
            <a:extLst>
              <a:ext uri="{FF2B5EF4-FFF2-40B4-BE49-F238E27FC236}">
                <a16:creationId xmlns:a16="http://schemas.microsoft.com/office/drawing/2014/main" id="{97A8C1C8-5736-E2AF-22DD-478AA7FAF5E9}"/>
              </a:ext>
            </a:extLst>
          </p:cNvPr>
          <p:cNvSpPr txBox="1"/>
          <p:nvPr userDrawn="1"/>
        </p:nvSpPr>
        <p:spPr>
          <a:xfrm>
            <a:off x="16" y="3211039"/>
            <a:ext cx="12191984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Pembangunan Gedung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CAB4-A5FA-944B-B8D3-D0CEB252C1F0}"/>
              </a:ext>
            </a:extLst>
          </p:cNvPr>
          <p:cNvSpPr txBox="1"/>
          <p:nvPr userDrawn="1"/>
        </p:nvSpPr>
        <p:spPr>
          <a:xfrm>
            <a:off x="3048000" y="1089354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02A6-D1AA-A9E5-D493-45BD963A76D2}"/>
              </a:ext>
            </a:extLst>
          </p:cNvPr>
          <p:cNvSpPr txBox="1"/>
          <p:nvPr userDrawn="1"/>
        </p:nvSpPr>
        <p:spPr>
          <a:xfrm>
            <a:off x="0" y="1768771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</a:t>
            </a:r>
          </a:p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Church Building Construction (blue)</a:t>
            </a:r>
            <a:endParaRPr lang="de-DE" dirty="0"/>
          </a:p>
        </p:txBody>
      </p:sp>
      <p:sp>
        <p:nvSpPr>
          <p:cNvPr id="2" name="Google Shape;408;p40">
            <a:extLst>
              <a:ext uri="{FF2B5EF4-FFF2-40B4-BE49-F238E27FC236}">
                <a16:creationId xmlns:a16="http://schemas.microsoft.com/office/drawing/2014/main" id="{6E211AF9-02D4-A80D-6F4D-DA12604142CC}"/>
              </a:ext>
            </a:extLst>
          </p:cNvPr>
          <p:cNvSpPr txBox="1"/>
          <p:nvPr userDrawn="1"/>
        </p:nvSpPr>
        <p:spPr>
          <a:xfrm>
            <a:off x="0" y="4776461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Mimbar</a:t>
            </a: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Reformed </a:t>
            </a: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Injili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8853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DIAKO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6;p46">
            <a:extLst>
              <a:ext uri="{FF2B5EF4-FFF2-40B4-BE49-F238E27FC236}">
                <a16:creationId xmlns:a16="http://schemas.microsoft.com/office/drawing/2014/main" id="{94E7028D-0D5E-467D-866B-43030379D653}"/>
              </a:ext>
            </a:extLst>
          </p:cNvPr>
          <p:cNvSpPr txBox="1"/>
          <p:nvPr userDrawn="1"/>
        </p:nvSpPr>
        <p:spPr>
          <a:xfrm>
            <a:off x="0" y="2902488"/>
            <a:ext cx="121920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IREC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Diakonia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54573-A059-9466-99A7-04D6BDA2F233}"/>
              </a:ext>
            </a:extLst>
          </p:cNvPr>
          <p:cNvSpPr txBox="1"/>
          <p:nvPr userDrawn="1"/>
        </p:nvSpPr>
        <p:spPr>
          <a:xfrm>
            <a:off x="3048000" y="1333573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Offerings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2213-D06A-A1DD-8EAB-0CF46ED58A54}"/>
              </a:ext>
            </a:extLst>
          </p:cNvPr>
          <p:cNvSpPr txBox="1"/>
          <p:nvPr userDrawn="1"/>
        </p:nvSpPr>
        <p:spPr>
          <a:xfrm>
            <a:off x="1" y="2022226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IREC Hamburg (red) &amp; Diakonia (blue)</a:t>
            </a:r>
            <a:endParaRPr lang="de-DE" dirty="0"/>
          </a:p>
        </p:txBody>
      </p:sp>
      <p:sp>
        <p:nvSpPr>
          <p:cNvPr id="3" name="Google Shape;408;p40">
            <a:extLst>
              <a:ext uri="{FF2B5EF4-FFF2-40B4-BE49-F238E27FC236}">
                <a16:creationId xmlns:a16="http://schemas.microsoft.com/office/drawing/2014/main" id="{7887DBE1-8B07-7E08-FA38-605A42FDF00F}"/>
              </a:ext>
            </a:extLst>
          </p:cNvPr>
          <p:cNvSpPr txBox="1"/>
          <p:nvPr userDrawn="1"/>
        </p:nvSpPr>
        <p:spPr>
          <a:xfrm>
            <a:off x="0" y="4691269"/>
            <a:ext cx="12192000" cy="126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Mimbar</a:t>
            </a: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Reformed </a:t>
            </a:r>
            <a:r>
              <a:rPr lang="en-MY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Injili</a:t>
            </a:r>
            <a:b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IBAN: DE81201900030051254409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MY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BIC: GENODEF1HH2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9559220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3C5-98D6-87AA-F92C-0BF2349E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B34E5-D037-83E2-5D8A-C6E5ADB73A6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8DDB14-A30F-7D72-41CA-53A3DC86DD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5C4C9D-745B-B54F-736C-EB67CB09EF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F2219C-F70B-9AF0-FDC1-2E87E0624E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799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3615-D61C-767F-3EB6-44297A30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D969-5511-A3D7-4E20-1C5E830645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C682C76-F978-7C12-0093-3100BF755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246A0E-441A-F966-9963-80FC2FE90F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161D7F-6050-BC8A-C958-D9A09C4B513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7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D3-000D-A747-4BE8-6A409807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0F3DB-7856-0647-2AD8-367DAB06A41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539;p83" descr="Diagram&#10;&#10;Description automatically generated">
            <a:extLst>
              <a:ext uri="{FF2B5EF4-FFF2-40B4-BE49-F238E27FC236}">
                <a16:creationId xmlns:a16="http://schemas.microsoft.com/office/drawing/2014/main" id="{B864D24E-3491-C15E-143F-C2E0987CFC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607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93542-C173-D283-60F0-78B3311E64FE}"/>
              </a:ext>
            </a:extLst>
          </p:cNvPr>
          <p:cNvSpPr txBox="1"/>
          <p:nvPr userDrawn="1"/>
        </p:nvSpPr>
        <p:spPr>
          <a:xfrm>
            <a:off x="3047987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Announcements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B4856-D749-EC0C-7B37-F75D44C6B67C}"/>
              </a:ext>
            </a:extLst>
          </p:cNvPr>
          <p:cNvSpPr txBox="1"/>
          <p:nvPr userDrawn="1"/>
        </p:nvSpPr>
        <p:spPr>
          <a:xfrm>
            <a:off x="3047987" y="3772640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667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Warta </a:t>
            </a:r>
            <a:r>
              <a:rPr kumimoji="0" lang="en-US" sz="2667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Jemaat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443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592;p55">
            <a:extLst>
              <a:ext uri="{FF2B5EF4-FFF2-40B4-BE49-F238E27FC236}">
                <a16:creationId xmlns:a16="http://schemas.microsoft.com/office/drawing/2014/main" id="{BC7649FF-8896-646D-A144-B7FCE7E2B577}"/>
              </a:ext>
            </a:extLst>
          </p:cNvPr>
          <p:cNvGrpSpPr/>
          <p:nvPr userDrawn="1"/>
        </p:nvGrpSpPr>
        <p:grpSpPr>
          <a:xfrm>
            <a:off x="2683251" y="0"/>
            <a:ext cx="6825499" cy="6858000"/>
            <a:chOff x="2683251" y="0"/>
            <a:chExt cx="6825499" cy="6858000"/>
          </a:xfrm>
        </p:grpSpPr>
        <p:pic>
          <p:nvPicPr>
            <p:cNvPr id="4" name="Google Shape;593;p55">
              <a:extLst>
                <a:ext uri="{FF2B5EF4-FFF2-40B4-BE49-F238E27FC236}">
                  <a16:creationId xmlns:a16="http://schemas.microsoft.com/office/drawing/2014/main" id="{60C13581-1C9D-0EAD-1CFB-348A5951504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83251" y="0"/>
              <a:ext cx="682549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594;p55">
              <a:extLst>
                <a:ext uri="{FF2B5EF4-FFF2-40B4-BE49-F238E27FC236}">
                  <a16:creationId xmlns:a16="http://schemas.microsoft.com/office/drawing/2014/main" id="{E1A918C8-1F88-ABC3-4CAA-6FD8810624E5}"/>
                </a:ext>
              </a:extLst>
            </p:cNvPr>
            <p:cNvSpPr/>
            <p:nvPr/>
          </p:nvSpPr>
          <p:spPr>
            <a:xfrm>
              <a:off x="4539916" y="5245768"/>
              <a:ext cx="3192300" cy="8181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595;p55">
              <a:extLst>
                <a:ext uri="{FF2B5EF4-FFF2-40B4-BE49-F238E27FC236}">
                  <a16:creationId xmlns:a16="http://schemas.microsoft.com/office/drawing/2014/main" id="{D5A8B398-6185-58F7-D6CA-DFA4FA420EE9}"/>
                </a:ext>
              </a:extLst>
            </p:cNvPr>
            <p:cNvSpPr/>
            <p:nvPr/>
          </p:nvSpPr>
          <p:spPr>
            <a:xfrm>
              <a:off x="4692315" y="537410"/>
              <a:ext cx="3192300" cy="4092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45654CB-8E2B-4E1E-8BB6-D1C824E8C7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4A0BFA-13C2-4863-8ABB-F2DB0741B61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665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503647" y="675628"/>
            <a:ext cx="5232400" cy="2239022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675628"/>
            <a:ext cx="5232400" cy="149448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Makan Malam &amp; </a:t>
            </a:r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3133896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Dinner &amp; Prayer Meeting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338" y="2170113"/>
            <a:ext cx="5232400" cy="134937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Jumat</a:t>
            </a:r>
            <a:r>
              <a:rPr lang="de-DE" dirty="0"/>
              <a:t> di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Ganjil</a:t>
            </a:r>
            <a:r>
              <a:rPr lang="de-DE" dirty="0"/>
              <a:t>, </a:t>
            </a:r>
          </a:p>
          <a:p>
            <a:r>
              <a:rPr lang="de-DE" dirty="0"/>
              <a:t>18:30 CET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Friday, every 2 weeks</a:t>
            </a:r>
            <a:r>
              <a:rPr lang="en-US" dirty="0">
                <a:solidFill>
                  <a:schemeClr val="lt1"/>
                </a:solidFill>
              </a:rPr>
              <a:t> </a:t>
            </a:r>
            <a:endParaRPr lang="en-US" dirty="0"/>
          </a:p>
          <a:p>
            <a:pPr marL="1143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lt1"/>
                </a:solidFill>
              </a:rPr>
              <a:t> 18:30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2258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258E3A-2510-FC3B-1DB8-997970FE398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685;g1ef2f85ac88_1_0">
            <a:extLst>
              <a:ext uri="{FF2B5EF4-FFF2-40B4-BE49-F238E27FC236}">
                <a16:creationId xmlns:a16="http://schemas.microsoft.com/office/drawing/2014/main" id="{F2C3D0F0-3DF8-4F86-5413-E0B681B6A8B2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8600" y="-72562"/>
            <a:ext cx="12450000" cy="70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B994C5-7F13-497D-917B-F014225512A0}"/>
              </a:ext>
            </a:extLst>
          </p:cNvPr>
          <p:cNvSpPr/>
          <p:nvPr userDrawn="1"/>
        </p:nvSpPr>
        <p:spPr>
          <a:xfrm>
            <a:off x="577271" y="14593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E38C1-03DE-91D9-D265-A2C2AD9171CD}"/>
              </a:ext>
            </a:extLst>
          </p:cNvPr>
          <p:cNvSpPr/>
          <p:nvPr userDrawn="1"/>
        </p:nvSpPr>
        <p:spPr>
          <a:xfrm>
            <a:off x="577271" y="22444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70DEB4-09B8-6390-E097-CC105631A414}"/>
              </a:ext>
            </a:extLst>
          </p:cNvPr>
          <p:cNvSpPr/>
          <p:nvPr userDrawn="1"/>
        </p:nvSpPr>
        <p:spPr>
          <a:xfrm>
            <a:off x="577271" y="36310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54EB2-F5C2-22B7-F225-D82CD0261440}"/>
              </a:ext>
            </a:extLst>
          </p:cNvPr>
          <p:cNvSpPr/>
          <p:nvPr userDrawn="1"/>
        </p:nvSpPr>
        <p:spPr>
          <a:xfrm>
            <a:off x="577271" y="44161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3FDB45-8DB5-EA2D-122A-2E16BC1297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850" y="1446213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Latihan </a:t>
            </a: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Koor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79E4F5A-A87C-7583-E41B-4B3AF57724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171" y="222430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Setiap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Minggu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370E468A-5494-0575-8022-B2A49824B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171" y="3621578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Chorübung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CC539DC-57C8-E1BB-31C6-D3539DE2EB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171" y="440271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Jeden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Sonntag,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36101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494122" y="1461957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1462088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2160441"/>
            <a:ext cx="5232400" cy="708025"/>
          </a:xfrm>
        </p:spPr>
        <p:txBody>
          <a:bodyPr/>
          <a:lstStyle>
            <a:lvl1pPr marL="114300" marR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lang="de-DE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 err="1"/>
              <a:t>Sabtu</a:t>
            </a:r>
            <a:r>
              <a:rPr lang="de-DE" dirty="0"/>
              <a:t> 15:30 CET</a:t>
            </a:r>
          </a:p>
          <a:p>
            <a:pPr lvl="0"/>
            <a:r>
              <a:rPr lang="de-DE" dirty="0"/>
              <a:t>Berner Heerweg 60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122" y="3118105"/>
            <a:ext cx="5232400" cy="768350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Bibelstunde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Sonntags, 15:30 CEST </a:t>
            </a:r>
          </a:p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 Berner Heerweg 60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5610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0D3E8F6D-30DC-482E-79BE-6690FC3025C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B8056ED0-F4FE-1FD4-AB71-92B5D53E0829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4ACC59FA-B992-8699-DA02-89D40CE22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0729C6EF-DA83-8578-34F2-94023D0CC6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, 16:00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05ADDBE3-13B6-8021-81C9-6A8AD75A72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Sonntagsgottesdienst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9A442C29-E40D-E5FB-E30E-1A8104FC32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42593426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87F95481-CA74-40CA-5714-18D7596BD8E5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A39875C0-16A3-04D5-2FDF-90553E3FC152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C49E5F9C-13C6-ED13-4150-69BB0FC3C0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&amp; </a:t>
            </a:r>
            <a:r>
              <a:rPr lang="de-DE" dirty="0" err="1"/>
              <a:t>Perjamuan</a:t>
            </a:r>
            <a:r>
              <a:rPr lang="de-DE" dirty="0"/>
              <a:t> Kudus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5BAB0EDF-C557-492D-A514-B4F6CB5FCB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Minggu</a:t>
            </a:r>
            <a:r>
              <a:rPr lang="de-DE" dirty="0"/>
              <a:t>, 9:00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612CFB36-C0B2-BD00-F702-23F25716BD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Sonntagsgottesdienst &amp; Abendmahl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A32D2238-D56C-2519-8D5C-642290813A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</a:t>
            </a:r>
            <a:r>
              <a:rPr lang="de-DE"/>
              <a:t>, 9:00</a:t>
            </a:r>
            <a:endParaRPr lang="de-DE" dirty="0"/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6329251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07;p39">
            <a:extLst>
              <a:ext uri="{FF2B5EF4-FFF2-40B4-BE49-F238E27FC236}">
                <a16:creationId xmlns:a16="http://schemas.microsoft.com/office/drawing/2014/main" id="{84E5BCEA-7CAF-12C0-4D88-FFDD2B1323C4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677DE3C3-388C-0B09-7697-B3044CE13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A11EB085-C5B6-4574-D0B7-F562710A31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Minggu</a:t>
            </a:r>
            <a:r>
              <a:rPr lang="en-MY" dirty="0"/>
              <a:t>, 11:00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9" name="Google Shape;507;p39">
            <a:extLst>
              <a:ext uri="{FF2B5EF4-FFF2-40B4-BE49-F238E27FC236}">
                <a16:creationId xmlns:a16="http://schemas.microsoft.com/office/drawing/2014/main" id="{168EF372-2FDC-9A44-0BC9-18415F4F1792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8051E29E-1CDA-0969-AAA0-BE63D80A49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Gebetkreis</a:t>
            </a:r>
            <a:endParaRPr lang="de-DE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A42EDF82-FB1A-2840-CC29-61D523A9F6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11:00</a:t>
            </a:r>
          </a:p>
          <a:p>
            <a:r>
              <a:rPr lang="de-DE" dirty="0"/>
              <a:t>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31045812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07;p39">
            <a:extLst>
              <a:ext uri="{FF2B5EF4-FFF2-40B4-BE49-F238E27FC236}">
                <a16:creationId xmlns:a16="http://schemas.microsoft.com/office/drawing/2014/main" id="{3148CB38-9A22-5DA5-8965-700C24FD8B6A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69D8103A-A69B-B1CA-2987-689868AC39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1B8AB7A4-37F9-8B47-8BA9-5C09F8330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Setiap</a:t>
            </a:r>
            <a:r>
              <a:rPr lang="en-MY" dirty="0"/>
              <a:t> </a:t>
            </a:r>
            <a:r>
              <a:rPr lang="en-MY" dirty="0" err="1"/>
              <a:t>Minggu</a:t>
            </a:r>
            <a:r>
              <a:rPr lang="en-MY" dirty="0"/>
              <a:t>, 16:00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2" name="Google Shape;507;p39">
            <a:extLst>
              <a:ext uri="{FF2B5EF4-FFF2-40B4-BE49-F238E27FC236}">
                <a16:creationId xmlns:a16="http://schemas.microsoft.com/office/drawing/2014/main" id="{AC618D34-EC52-7050-9752-391795323007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3BFBEE91-5810-A5BE-9B19-8FE79BEECE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Sonntagsschule</a:t>
            </a:r>
            <a:endParaRPr lang="de-DE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FFBF6D96-43BC-BF4E-B523-FFD9E84A0B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16354984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10;g23c4c92a5cf_0_24">
            <a:extLst>
              <a:ext uri="{FF2B5EF4-FFF2-40B4-BE49-F238E27FC236}">
                <a16:creationId xmlns:a16="http://schemas.microsoft.com/office/drawing/2014/main" id="{EBFC647D-0F46-888D-279E-4A8602F1E524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6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13;g23c4c92a5cf_0_24">
            <a:extLst>
              <a:ext uri="{FF2B5EF4-FFF2-40B4-BE49-F238E27FC236}">
                <a16:creationId xmlns:a16="http://schemas.microsoft.com/office/drawing/2014/main" id="{21C1CF7C-B74B-6F48-A274-F6CF29860A7D}"/>
              </a:ext>
            </a:extLst>
          </p:cNvPr>
          <p:cNvSpPr/>
          <p:nvPr userDrawn="1"/>
        </p:nvSpPr>
        <p:spPr>
          <a:xfrm>
            <a:off x="6314185" y="1714488"/>
            <a:ext cx="142800" cy="6429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14;g23c4c92a5cf_0_24">
            <a:extLst>
              <a:ext uri="{FF2B5EF4-FFF2-40B4-BE49-F238E27FC236}">
                <a16:creationId xmlns:a16="http://schemas.microsoft.com/office/drawing/2014/main" id="{78BB9530-CBFE-8437-79A0-FDD0A8238B27}"/>
              </a:ext>
            </a:extLst>
          </p:cNvPr>
          <p:cNvSpPr txBox="1"/>
          <p:nvPr userDrawn="1"/>
        </p:nvSpPr>
        <p:spPr>
          <a:xfrm>
            <a:off x="6475318" y="1766064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15;g23c4c92a5cf_0_24">
            <a:extLst>
              <a:ext uri="{FF2B5EF4-FFF2-40B4-BE49-F238E27FC236}">
                <a16:creationId xmlns:a16="http://schemas.microsoft.com/office/drawing/2014/main" id="{184A50BE-44CC-D73D-F12F-F9CB0F2C01A1}"/>
              </a:ext>
            </a:extLst>
          </p:cNvPr>
          <p:cNvSpPr/>
          <p:nvPr userDrawn="1"/>
        </p:nvSpPr>
        <p:spPr>
          <a:xfrm>
            <a:off x="6419790" y="4888342"/>
            <a:ext cx="214200" cy="106320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616;g23c4c92a5cf_0_24">
            <a:extLst>
              <a:ext uri="{FF2B5EF4-FFF2-40B4-BE49-F238E27FC236}">
                <a16:creationId xmlns:a16="http://schemas.microsoft.com/office/drawing/2014/main" id="{D58780D2-3A91-BE61-4E67-C3886CD16867}"/>
              </a:ext>
            </a:extLst>
          </p:cNvPr>
          <p:cNvSpPr txBox="1"/>
          <p:nvPr userDrawn="1"/>
        </p:nvSpPr>
        <p:spPr>
          <a:xfrm>
            <a:off x="6662805" y="5179133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87F22-84EE-F298-AC11-1B6A767E2823}"/>
              </a:ext>
            </a:extLst>
          </p:cNvPr>
          <p:cNvSpPr txBox="1"/>
          <p:nvPr userDrawn="1"/>
        </p:nvSpPr>
        <p:spPr>
          <a:xfrm>
            <a:off x="1981200" y="1692276"/>
            <a:ext cx="4216400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Today is your big day, we all love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Be glorified, the name of the Lord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In everything of your life, 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wish you in His name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You‘re a part of body of Christ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really care of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love you in His name, yes we do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 are my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endParaRPr lang="de-DE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F4BDF-7DDA-7B96-38BD-F01A0CA4FB12}"/>
              </a:ext>
            </a:extLst>
          </p:cNvPr>
          <p:cNvSpPr txBox="1"/>
          <p:nvPr userDrawn="1"/>
        </p:nvSpPr>
        <p:spPr>
          <a:xfrm>
            <a:off x="1524000" y="175491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latin typeface="Corsiva" panose="020B0604020202020204" charset="0"/>
              </a:rPr>
              <a:t>Happy Birthday</a:t>
            </a:r>
          </a:p>
        </p:txBody>
      </p:sp>
    </p:spTree>
    <p:extLst>
      <p:ext uri="{BB962C8B-B14F-4D97-AF65-F5344CB8AC3E}">
        <p14:creationId xmlns:p14="http://schemas.microsoft.com/office/powerpoint/2010/main" val="19928929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66A0A-7403-E70C-F0CE-C896606A7A7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4" name="Google Shape;621;p70" descr="Ein Bild, das Himmel, Person, draußen, Gruppe enthält.&#10;&#10;Automatisch generierte Beschreibung">
            <a:extLst>
              <a:ext uri="{FF2B5EF4-FFF2-40B4-BE49-F238E27FC236}">
                <a16:creationId xmlns:a16="http://schemas.microsoft.com/office/drawing/2014/main" id="{D3D997F3-9E66-7028-4F57-1D65ABE916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07" t="47418" r="5031" b="3926"/>
          <a:stretch/>
        </p:blipFill>
        <p:spPr>
          <a:xfrm>
            <a:off x="1524000" y="-115576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2;p70">
            <a:extLst>
              <a:ext uri="{FF2B5EF4-FFF2-40B4-BE49-F238E27FC236}">
                <a16:creationId xmlns:a16="http://schemas.microsoft.com/office/drawing/2014/main" id="{6AAA839C-D067-6CDB-CBAF-16114B8619AD}"/>
              </a:ext>
            </a:extLst>
          </p:cNvPr>
          <p:cNvSpPr/>
          <p:nvPr userDrawn="1"/>
        </p:nvSpPr>
        <p:spPr>
          <a:xfrm>
            <a:off x="4998720" y="4564912"/>
            <a:ext cx="5669280" cy="2041452"/>
          </a:xfrm>
          <a:prstGeom prst="rect">
            <a:avLst/>
          </a:prstGeom>
          <a:solidFill>
            <a:schemeClr val="dk1">
              <a:alpha val="45098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		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Kaffezeit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!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0274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8F65-79F8-E7FC-7A0C-FB16C1D0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D42F8-2AD6-9BDB-05F8-07519BF547E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397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;p87">
            <a:extLst>
              <a:ext uri="{FF2B5EF4-FFF2-40B4-BE49-F238E27FC236}">
                <a16:creationId xmlns:a16="http://schemas.microsoft.com/office/drawing/2014/main" id="{07B285F8-41C1-DA9C-D675-7BC21A142D9F}"/>
              </a:ext>
            </a:extLst>
          </p:cNvPr>
          <p:cNvSpPr txBox="1"/>
          <p:nvPr userDrawn="1"/>
        </p:nvSpPr>
        <p:spPr>
          <a:xfrm>
            <a:off x="415600" y="3870118"/>
            <a:ext cx="11360800" cy="1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International Reformed Evangelical Church Hamburg</a:t>
            </a:r>
            <a:endParaRPr sz="3200" b="1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Google Shape;17;p87">
            <a:extLst>
              <a:ext uri="{FF2B5EF4-FFF2-40B4-BE49-F238E27FC236}">
                <a16:creationId xmlns:a16="http://schemas.microsoft.com/office/drawing/2014/main" id="{B444B406-00F0-E1A2-062F-EC6C96D99C3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114034" y="658862"/>
            <a:ext cx="3963932" cy="3963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EF26B0-DADB-6E8A-3F4F-040F0C3AF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07323" y="4947688"/>
            <a:ext cx="6377354" cy="914400"/>
          </a:xfrm>
        </p:spPr>
        <p:txBody>
          <a:bodyPr/>
          <a:lstStyle>
            <a:lvl1pPr marL="114300" indent="0" algn="ctr">
              <a:buNone/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71699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B227-800A-43F3-7319-2C09D186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0E605-D520-989B-CFD9-E8E4E4A846E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495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9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p10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0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2" r:id="rId2"/>
    <p:sldLayoutId id="2147483671" r:id="rId3"/>
    <p:sldLayoutId id="2147483673" r:id="rId4"/>
    <p:sldLayoutId id="2147483674" r:id="rId5"/>
    <p:sldLayoutId id="2147483675" r:id="rId6"/>
    <p:sldLayoutId id="2147483723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  <p:sldLayoutId id="2147483691" r:id="rId22"/>
    <p:sldLayoutId id="2147483692" r:id="rId23"/>
    <p:sldLayoutId id="2147483694" r:id="rId24"/>
    <p:sldLayoutId id="2147483695" r:id="rId25"/>
    <p:sldLayoutId id="2147483706" r:id="rId26"/>
    <p:sldLayoutId id="2147483722" r:id="rId27"/>
    <p:sldLayoutId id="2147483714" r:id="rId28"/>
    <p:sldLayoutId id="2147483715" r:id="rId29"/>
    <p:sldLayoutId id="2147483716" r:id="rId30"/>
    <p:sldLayoutId id="2147483717" r:id="rId31"/>
    <p:sldLayoutId id="2147483719" r:id="rId32"/>
    <p:sldLayoutId id="2147483721" r:id="rId33"/>
    <p:sldLayoutId id="2147483707" r:id="rId34"/>
    <p:sldLayoutId id="2147483702" r:id="rId35"/>
    <p:sldLayoutId id="2147483703" r:id="rId36"/>
    <p:sldLayoutId id="2147483705" r:id="rId37"/>
    <p:sldLayoutId id="2147483701" r:id="rId38"/>
    <p:sldLayoutId id="2147483654" r:id="rId39"/>
    <p:sldLayoutId id="2147483655" r:id="rId40"/>
    <p:sldLayoutId id="2147483656" r:id="rId41"/>
    <p:sldLayoutId id="2147483657" r:id="rId42"/>
    <p:sldLayoutId id="2147483658" r:id="rId43"/>
    <p:sldLayoutId id="2147483659" r:id="rId4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Calibri</vt:lpstr>
      <vt:lpstr>Arial</vt:lpstr>
      <vt:lpstr>Roboto Condensed</vt:lpstr>
      <vt:lpstr>Roboto</vt:lpstr>
      <vt:lpstr>Corsiva</vt:lpstr>
      <vt:lpstr>Simple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Stephen Kurniawan</dc:creator>
  <cp:keywords>slidemaker_template</cp:keywords>
  <cp:lastModifiedBy>Stephen Kurniawan</cp:lastModifiedBy>
  <cp:revision>77</cp:revision>
  <dcterms:created xsi:type="dcterms:W3CDTF">2021-05-09T21:05:28Z</dcterms:created>
  <dcterms:modified xsi:type="dcterms:W3CDTF">2025-11-01T08:48:58Z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2022-09-01T21:09:35Z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1438cdf0-9406-4d23-95c8-9dc020acdc58</vt:lpwstr>
  </property>
  <property fmtid="{D5CDD505-2E9C-101B-9397-08002B2CF9AE}" pid="8" name="MSIP_Label_604be5fb-a727-4de8-9a0b-2318b3ae9b1b_ContentBits">
    <vt:lpwstr>0</vt:lpwstr>
  </property>
</Properties>
</file>