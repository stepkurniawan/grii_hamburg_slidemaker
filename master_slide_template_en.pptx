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"/>
  </p:notesMasterIdLst>
  <p:sldSz cx="12192000" cy="6858000"/>
  <p:notesSz cx="6858000" cy="9144000"/>
  <p:embeddedFontLst>
    <p:embeddedFont>
      <p:font typeface="Corsiva" panose="020B0604020202020204" charset="0"/>
      <p:regular r:id="rId3"/>
      <p:bold r:id="rId4"/>
      <p:italic r:id="rId5"/>
      <p:boldItalic r:id="rId6"/>
    </p:embeddedFont>
    <p:embeddedFont>
      <p:font typeface="Roboto" panose="02000000000000000000" pitchFamily="2" charset="0"/>
      <p:regular r:id="rId7"/>
      <p:bold r:id="rId8"/>
      <p:italic r:id="rId9"/>
      <p:boldItalic r:id="rId10"/>
    </p:embeddedFont>
    <p:embeddedFont>
      <p:font typeface="Roboto Condensed" panose="02000000000000000000" pitchFamily="2" charset="0"/>
      <p:regular r:id="rId11"/>
      <p:bold r:id="rId12"/>
      <p:italic r:id="rId13"/>
      <p:boldItalic r:id="rId1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33" roundtripDataSignature="AMtx7mhX8iAqc25r3+O3XsHp1GR43/i1h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6060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324BDAD-C02D-4ECC-879F-E5D510CDC487}" v="16" dt="2024-06-01T09:23:39.22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753"/>
    <p:restoredTop sz="94692"/>
  </p:normalViewPr>
  <p:slideViewPr>
    <p:cSldViewPr snapToGrid="0">
      <p:cViewPr varScale="1">
        <p:scale>
          <a:sx n="150" d="100"/>
          <a:sy n="150" d="100"/>
        </p:scale>
        <p:origin x="114" y="2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6.fntdata"/><Relationship Id="rId13" Type="http://schemas.openxmlformats.org/officeDocument/2006/relationships/font" Target="fonts/font11.fntdata"/><Relationship Id="rId3" Type="http://schemas.openxmlformats.org/officeDocument/2006/relationships/font" Target="fonts/font1.fntdata"/><Relationship Id="rId133" Type="http://customschemas.google.com/relationships/presentationmetadata" Target="metadata"/><Relationship Id="rId138" Type="http://schemas.microsoft.com/office/2016/11/relationships/changesInfo" Target="changesInfos/changesInfo1.xml"/><Relationship Id="rId7" Type="http://schemas.openxmlformats.org/officeDocument/2006/relationships/font" Target="fonts/font5.fntdata"/><Relationship Id="rId12" Type="http://schemas.openxmlformats.org/officeDocument/2006/relationships/font" Target="fonts/font10.fntdata"/><Relationship Id="rId137" Type="http://schemas.openxmlformats.org/officeDocument/2006/relationships/tableStyles" Target="tableStyles.xml"/><Relationship Id="rId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4.fntdata"/><Relationship Id="rId11" Type="http://schemas.openxmlformats.org/officeDocument/2006/relationships/font" Target="fonts/font9.fntdata"/><Relationship Id="rId136" Type="http://schemas.openxmlformats.org/officeDocument/2006/relationships/theme" Target="theme/theme1.xml"/><Relationship Id="rId5" Type="http://schemas.openxmlformats.org/officeDocument/2006/relationships/font" Target="fonts/font3.fntdata"/><Relationship Id="rId10" Type="http://schemas.openxmlformats.org/officeDocument/2006/relationships/font" Target="fonts/font8.fntdata"/><Relationship Id="rId135" Type="http://schemas.openxmlformats.org/officeDocument/2006/relationships/viewProps" Target="viewProps.xml"/><Relationship Id="rId4" Type="http://schemas.openxmlformats.org/officeDocument/2006/relationships/font" Target="fonts/font2.fntdata"/><Relationship Id="rId9" Type="http://schemas.openxmlformats.org/officeDocument/2006/relationships/font" Target="fonts/font7.fntdata"/><Relationship Id="rId14" Type="http://schemas.openxmlformats.org/officeDocument/2006/relationships/font" Target="fonts/font12.fntdata"/><Relationship Id="rId134" Type="http://schemas.openxmlformats.org/officeDocument/2006/relationships/presProps" Target="presProps.xml"/><Relationship Id="rId13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tephen Kurniawan" userId="98a6f147-1caf-47f2-8e74-24cd4be6d7bf" providerId="ADAL" clId="{8324BDAD-C02D-4ECC-879F-E5D510CDC487}"/>
    <pc:docChg chg="undo custSel modMainMaster">
      <pc:chgData name="Stephen Kurniawan" userId="98a6f147-1caf-47f2-8e74-24cd4be6d7bf" providerId="ADAL" clId="{8324BDAD-C02D-4ECC-879F-E5D510CDC487}" dt="2024-06-01T09:23:39.212" v="42" actId="255"/>
      <pc:docMkLst>
        <pc:docMk/>
      </pc:docMkLst>
      <pc:sldMasterChg chg="modSldLayout">
        <pc:chgData name="Stephen Kurniawan" userId="98a6f147-1caf-47f2-8e74-24cd4be6d7bf" providerId="ADAL" clId="{8324BDAD-C02D-4ECC-879F-E5D510CDC487}" dt="2024-06-01T09:23:39.212" v="42" actId="255"/>
        <pc:sldMasterMkLst>
          <pc:docMk/>
          <pc:sldMasterMk cId="0" sldId="2147483648"/>
        </pc:sldMasterMkLst>
        <pc:sldLayoutChg chg="addSp delSp modSp mod">
          <pc:chgData name="Stephen Kurniawan" userId="98a6f147-1caf-47f2-8e74-24cd4be6d7bf" providerId="ADAL" clId="{8324BDAD-C02D-4ECC-879F-E5D510CDC487}" dt="2024-06-01T09:23:39.212" v="42" actId="255"/>
          <pc:sldLayoutMkLst>
            <pc:docMk/>
            <pc:sldMasterMk cId="0" sldId="2147483648"/>
            <pc:sldLayoutMk cId="4212968070" sldId="2147483673"/>
          </pc:sldLayoutMkLst>
          <pc:spChg chg="add mod">
            <ac:chgData name="Stephen Kurniawan" userId="98a6f147-1caf-47f2-8e74-24cd4be6d7bf" providerId="ADAL" clId="{8324BDAD-C02D-4ECC-879F-E5D510CDC487}" dt="2024-06-01T09:22:29.836" v="2" actId="1076"/>
            <ac:spMkLst>
              <pc:docMk/>
              <pc:sldMasterMk cId="0" sldId="2147483648"/>
              <pc:sldLayoutMk cId="4212968070" sldId="2147483673"/>
              <ac:spMk id="2" creationId="{33829CB6-9D94-AD17-53A3-49B496134172}"/>
            </ac:spMkLst>
          </pc:spChg>
          <pc:spChg chg="add del">
            <ac:chgData name="Stephen Kurniawan" userId="98a6f147-1caf-47f2-8e74-24cd4be6d7bf" providerId="ADAL" clId="{8324BDAD-C02D-4ECC-879F-E5D510CDC487}" dt="2024-06-01T09:22:48.866" v="3" actId="11529"/>
            <ac:spMkLst>
              <pc:docMk/>
              <pc:sldMasterMk cId="0" sldId="2147483648"/>
              <pc:sldLayoutMk cId="4212968070" sldId="2147483673"/>
              <ac:spMk id="4" creationId="{C5A944F5-E4C0-49D4-CB9B-9132C1737C3C}"/>
            </ac:spMkLst>
          </pc:spChg>
          <pc:spChg chg="add mod">
            <ac:chgData name="Stephen Kurniawan" userId="98a6f147-1caf-47f2-8e74-24cd4be6d7bf" providerId="ADAL" clId="{8324BDAD-C02D-4ECC-879F-E5D510CDC487}" dt="2024-06-01T09:23:39.212" v="42" actId="255"/>
            <ac:spMkLst>
              <pc:docMk/>
              <pc:sldMasterMk cId="0" sldId="2147483648"/>
              <pc:sldLayoutMk cId="4212968070" sldId="2147483673"/>
              <ac:spMk id="5" creationId="{93C8EA97-1460-4A9F-87D8-B56EB8B62287}"/>
            </ac:spMkLst>
          </pc:spChg>
        </pc:sldLayoutChg>
      </pc:sldMasterChg>
    </pc:docChg>
  </pc:docChgLst>
  <pc:docChgLst>
    <pc:chgData name="Artanago, Kenwyn" userId="280bbbef-73a8-4da2-b05f-60f93405c8ba" providerId="ADAL" clId="{7A0A163C-5BAC-46C4-B51C-B27C04650638}"/>
    <pc:docChg chg="undo custSel addSld delSld modSld sldOrd modMainMaster">
      <pc:chgData name="Artanago, Kenwyn" userId="280bbbef-73a8-4da2-b05f-60f93405c8ba" providerId="ADAL" clId="{7A0A163C-5BAC-46C4-B51C-B27C04650638}" dt="2023-07-16T09:26:25.532" v="454" actId="729"/>
      <pc:docMkLst>
        <pc:docMk/>
      </pc:docMkLst>
      <pc:sldChg chg="addSp modSp mod">
        <pc:chgData name="Artanago, Kenwyn" userId="280bbbef-73a8-4da2-b05f-60f93405c8ba" providerId="ADAL" clId="{7A0A163C-5BAC-46C4-B51C-B27C04650638}" dt="2023-07-16T08:04:42.149" v="4" actId="27614"/>
        <pc:sldMkLst>
          <pc:docMk/>
          <pc:sldMk cId="1368488424" sldId="258"/>
        </pc:sldMkLst>
        <pc:picChg chg="add mod">
          <ac:chgData name="Artanago, Kenwyn" userId="280bbbef-73a8-4da2-b05f-60f93405c8ba" providerId="ADAL" clId="{7A0A163C-5BAC-46C4-B51C-B27C04650638}" dt="2023-07-16T08:04:42.149" v="4" actId="27614"/>
          <ac:picMkLst>
            <pc:docMk/>
            <pc:sldMk cId="1368488424" sldId="258"/>
            <ac:picMk id="5" creationId="{A9540718-E3AD-4C61-A94A-262FADD42A4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4:45.032" v="7" actId="962"/>
        <pc:sldMkLst>
          <pc:docMk/>
          <pc:sldMk cId="1199899211" sldId="259"/>
        </pc:sldMkLst>
        <pc:picChg chg="add mod">
          <ac:chgData name="Artanago, Kenwyn" userId="280bbbef-73a8-4da2-b05f-60f93405c8ba" providerId="ADAL" clId="{7A0A163C-5BAC-46C4-B51C-B27C04650638}" dt="2023-07-16T08:04:45.032" v="7" actId="962"/>
          <ac:picMkLst>
            <pc:docMk/>
            <pc:sldMk cId="1199899211" sldId="259"/>
            <ac:picMk id="5" creationId="{421BEB6B-2C09-4977-A9EB-711A5F47280C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4:48.376" v="10" actId="962"/>
        <pc:sldMkLst>
          <pc:docMk/>
          <pc:sldMk cId="2932496729" sldId="260"/>
        </pc:sldMkLst>
        <pc:picChg chg="add mod">
          <ac:chgData name="Artanago, Kenwyn" userId="280bbbef-73a8-4da2-b05f-60f93405c8ba" providerId="ADAL" clId="{7A0A163C-5BAC-46C4-B51C-B27C04650638}" dt="2023-07-16T08:04:48.376" v="10" actId="962"/>
          <ac:picMkLst>
            <pc:docMk/>
            <pc:sldMk cId="2932496729" sldId="260"/>
            <ac:picMk id="5" creationId="{B83D3DC2-8B0B-4BB0-B71C-93E9C3016FD8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4:52.024" v="13" actId="962"/>
        <pc:sldMkLst>
          <pc:docMk/>
          <pc:sldMk cId="0" sldId="261"/>
        </pc:sldMkLst>
        <pc:picChg chg="add mod">
          <ac:chgData name="Artanago, Kenwyn" userId="280bbbef-73a8-4da2-b05f-60f93405c8ba" providerId="ADAL" clId="{7A0A163C-5BAC-46C4-B51C-B27C04650638}" dt="2023-07-16T08:04:52.024" v="13" actId="962"/>
          <ac:picMkLst>
            <pc:docMk/>
            <pc:sldMk cId="0" sldId="261"/>
            <ac:picMk id="6" creationId="{DE4233D7-8AA5-4DCB-B582-03E6C558FD3B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4:56.273" v="15" actId="27614"/>
        <pc:sldMkLst>
          <pc:docMk/>
          <pc:sldMk cId="0" sldId="262"/>
        </pc:sldMkLst>
        <pc:picChg chg="add mod">
          <ac:chgData name="Artanago, Kenwyn" userId="280bbbef-73a8-4da2-b05f-60f93405c8ba" providerId="ADAL" clId="{7A0A163C-5BAC-46C4-B51C-B27C04650638}" dt="2023-07-16T08:04:56.273" v="15" actId="27614"/>
          <ac:picMkLst>
            <pc:docMk/>
            <pc:sldMk cId="0" sldId="262"/>
            <ac:picMk id="6" creationId="{88888088-E6FF-4595-BE2F-A597A04E1D33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00.250" v="18" actId="962"/>
        <pc:sldMkLst>
          <pc:docMk/>
          <pc:sldMk cId="0" sldId="263"/>
        </pc:sldMkLst>
        <pc:picChg chg="add mod">
          <ac:chgData name="Artanago, Kenwyn" userId="280bbbef-73a8-4da2-b05f-60f93405c8ba" providerId="ADAL" clId="{7A0A163C-5BAC-46C4-B51C-B27C04650638}" dt="2023-07-16T08:05:00.250" v="18" actId="962"/>
          <ac:picMkLst>
            <pc:docMk/>
            <pc:sldMk cId="0" sldId="263"/>
            <ac:picMk id="6" creationId="{F16C39DC-9BD2-4880-9D07-F8E942AE7C10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04.224" v="21" actId="962"/>
        <pc:sldMkLst>
          <pc:docMk/>
          <pc:sldMk cId="0" sldId="264"/>
        </pc:sldMkLst>
        <pc:picChg chg="add mod">
          <ac:chgData name="Artanago, Kenwyn" userId="280bbbef-73a8-4da2-b05f-60f93405c8ba" providerId="ADAL" clId="{7A0A163C-5BAC-46C4-B51C-B27C04650638}" dt="2023-07-16T08:05:04.224" v="21" actId="962"/>
          <ac:picMkLst>
            <pc:docMk/>
            <pc:sldMk cId="0" sldId="264"/>
            <ac:picMk id="6" creationId="{22C73110-7AF0-4838-8F44-3DFFD1681131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08.019" v="24" actId="962"/>
        <pc:sldMkLst>
          <pc:docMk/>
          <pc:sldMk cId="0" sldId="265"/>
        </pc:sldMkLst>
        <pc:picChg chg="add mod">
          <ac:chgData name="Artanago, Kenwyn" userId="280bbbef-73a8-4da2-b05f-60f93405c8ba" providerId="ADAL" clId="{7A0A163C-5BAC-46C4-B51C-B27C04650638}" dt="2023-07-16T08:05:08.019" v="24" actId="962"/>
          <ac:picMkLst>
            <pc:docMk/>
            <pc:sldMk cId="0" sldId="265"/>
            <ac:picMk id="6" creationId="{D58DB986-C50F-4C0C-AFC4-E9029C1FA179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11.910" v="27" actId="962"/>
        <pc:sldMkLst>
          <pc:docMk/>
          <pc:sldMk cId="0" sldId="266"/>
        </pc:sldMkLst>
        <pc:picChg chg="add mod">
          <ac:chgData name="Artanago, Kenwyn" userId="280bbbef-73a8-4da2-b05f-60f93405c8ba" providerId="ADAL" clId="{7A0A163C-5BAC-46C4-B51C-B27C04650638}" dt="2023-07-16T08:05:11.910" v="27" actId="962"/>
          <ac:picMkLst>
            <pc:docMk/>
            <pc:sldMk cId="0" sldId="266"/>
            <ac:picMk id="6" creationId="{44422C44-C731-47E0-A8C8-22998B7197B7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18.136" v="30" actId="962"/>
        <pc:sldMkLst>
          <pc:docMk/>
          <pc:sldMk cId="0" sldId="267"/>
        </pc:sldMkLst>
        <pc:picChg chg="add mod">
          <ac:chgData name="Artanago, Kenwyn" userId="280bbbef-73a8-4da2-b05f-60f93405c8ba" providerId="ADAL" clId="{7A0A163C-5BAC-46C4-B51C-B27C04650638}" dt="2023-07-16T08:05:18.136" v="30" actId="962"/>
          <ac:picMkLst>
            <pc:docMk/>
            <pc:sldMk cId="0" sldId="267"/>
            <ac:picMk id="6" creationId="{8EE7F937-AD36-496F-B201-5F668FEC83A7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22.501" v="33" actId="962"/>
        <pc:sldMkLst>
          <pc:docMk/>
          <pc:sldMk cId="0" sldId="268"/>
        </pc:sldMkLst>
        <pc:picChg chg="add mod">
          <ac:chgData name="Artanago, Kenwyn" userId="280bbbef-73a8-4da2-b05f-60f93405c8ba" providerId="ADAL" clId="{7A0A163C-5BAC-46C4-B51C-B27C04650638}" dt="2023-07-16T08:05:22.501" v="33" actId="962"/>
          <ac:picMkLst>
            <pc:docMk/>
            <pc:sldMk cId="0" sldId="268"/>
            <ac:picMk id="6" creationId="{CA0E0886-6750-4025-999D-F0AB43AED556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27.207" v="36" actId="962"/>
        <pc:sldMkLst>
          <pc:docMk/>
          <pc:sldMk cId="0" sldId="269"/>
        </pc:sldMkLst>
        <pc:picChg chg="add mod">
          <ac:chgData name="Artanago, Kenwyn" userId="280bbbef-73a8-4da2-b05f-60f93405c8ba" providerId="ADAL" clId="{7A0A163C-5BAC-46C4-B51C-B27C04650638}" dt="2023-07-16T08:05:27.207" v="36" actId="962"/>
          <ac:picMkLst>
            <pc:docMk/>
            <pc:sldMk cId="0" sldId="269"/>
            <ac:picMk id="6" creationId="{C1ACC2CA-C52B-4FA7-8499-FD37CEC17D1E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47.431" v="39" actId="962"/>
        <pc:sldMkLst>
          <pc:docMk/>
          <pc:sldMk cId="0" sldId="271"/>
        </pc:sldMkLst>
        <pc:picChg chg="add mod">
          <ac:chgData name="Artanago, Kenwyn" userId="280bbbef-73a8-4da2-b05f-60f93405c8ba" providerId="ADAL" clId="{7A0A163C-5BAC-46C4-B51C-B27C04650638}" dt="2023-07-16T08:05:47.431" v="39" actId="962"/>
          <ac:picMkLst>
            <pc:docMk/>
            <pc:sldMk cId="0" sldId="271"/>
            <ac:picMk id="5" creationId="{4E2D619B-3021-4431-81F5-A26B08F775BF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55.762" v="45" actId="962"/>
        <pc:sldMkLst>
          <pc:docMk/>
          <pc:sldMk cId="0" sldId="272"/>
        </pc:sldMkLst>
        <pc:picChg chg="add mod">
          <ac:chgData name="Artanago, Kenwyn" userId="280bbbef-73a8-4da2-b05f-60f93405c8ba" providerId="ADAL" clId="{7A0A163C-5BAC-46C4-B51C-B27C04650638}" dt="2023-07-16T08:05:52.539" v="42" actId="962"/>
          <ac:picMkLst>
            <pc:docMk/>
            <pc:sldMk cId="0" sldId="272"/>
            <ac:picMk id="6" creationId="{E5B8E278-73FA-4F16-B04B-D3B1692E9CEA}"/>
          </ac:picMkLst>
        </pc:picChg>
        <pc:picChg chg="add mod">
          <ac:chgData name="Artanago, Kenwyn" userId="280bbbef-73a8-4da2-b05f-60f93405c8ba" providerId="ADAL" clId="{7A0A163C-5BAC-46C4-B51C-B27C04650638}" dt="2023-07-16T08:05:55.762" v="45" actId="962"/>
          <ac:picMkLst>
            <pc:docMk/>
            <pc:sldMk cId="0" sldId="272"/>
            <ac:picMk id="8" creationId="{DB8F484A-028C-4FF1-8B8B-E4ECA9547DE2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00.622" v="48" actId="962"/>
        <pc:sldMkLst>
          <pc:docMk/>
          <pc:sldMk cId="0" sldId="273"/>
        </pc:sldMkLst>
        <pc:picChg chg="add mod">
          <ac:chgData name="Artanago, Kenwyn" userId="280bbbef-73a8-4da2-b05f-60f93405c8ba" providerId="ADAL" clId="{7A0A163C-5BAC-46C4-B51C-B27C04650638}" dt="2023-07-16T08:06:00.622" v="48" actId="962"/>
          <ac:picMkLst>
            <pc:docMk/>
            <pc:sldMk cId="0" sldId="273"/>
            <ac:picMk id="6" creationId="{E9BDB2D3-EB97-4C09-8DF9-9EFF48552503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04.980" v="51" actId="962"/>
        <pc:sldMkLst>
          <pc:docMk/>
          <pc:sldMk cId="0" sldId="274"/>
        </pc:sldMkLst>
        <pc:picChg chg="add mod">
          <ac:chgData name="Artanago, Kenwyn" userId="280bbbef-73a8-4da2-b05f-60f93405c8ba" providerId="ADAL" clId="{7A0A163C-5BAC-46C4-B51C-B27C04650638}" dt="2023-07-16T08:06:04.980" v="51" actId="962"/>
          <ac:picMkLst>
            <pc:docMk/>
            <pc:sldMk cId="0" sldId="274"/>
            <ac:picMk id="6" creationId="{882D19AE-1DE2-431A-90D3-5854848F319E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09.325" v="54" actId="962"/>
        <pc:sldMkLst>
          <pc:docMk/>
          <pc:sldMk cId="0" sldId="275"/>
        </pc:sldMkLst>
        <pc:picChg chg="add mod">
          <ac:chgData name="Artanago, Kenwyn" userId="280bbbef-73a8-4da2-b05f-60f93405c8ba" providerId="ADAL" clId="{7A0A163C-5BAC-46C4-B51C-B27C04650638}" dt="2023-07-16T08:06:09.325" v="54" actId="962"/>
          <ac:picMkLst>
            <pc:docMk/>
            <pc:sldMk cId="0" sldId="275"/>
            <ac:picMk id="6" creationId="{7C075448-7C96-456D-BC1B-84CB1BC1846D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14.011" v="57" actId="962"/>
        <pc:sldMkLst>
          <pc:docMk/>
          <pc:sldMk cId="0" sldId="276"/>
        </pc:sldMkLst>
        <pc:picChg chg="add mod">
          <ac:chgData name="Artanago, Kenwyn" userId="280bbbef-73a8-4da2-b05f-60f93405c8ba" providerId="ADAL" clId="{7A0A163C-5BAC-46C4-B51C-B27C04650638}" dt="2023-07-16T08:06:14.011" v="57" actId="962"/>
          <ac:picMkLst>
            <pc:docMk/>
            <pc:sldMk cId="0" sldId="276"/>
            <ac:picMk id="6" creationId="{B512A7EE-E12B-4D78-AE06-1523029184CA}"/>
          </ac:picMkLst>
        </pc:picChg>
      </pc:sldChg>
      <pc:sldChg chg="modSp mod">
        <pc:chgData name="Artanago, Kenwyn" userId="280bbbef-73a8-4da2-b05f-60f93405c8ba" providerId="ADAL" clId="{7A0A163C-5BAC-46C4-B51C-B27C04650638}" dt="2023-07-16T08:07:52.208" v="85" actId="20577"/>
        <pc:sldMkLst>
          <pc:docMk/>
          <pc:sldMk cId="0" sldId="283"/>
        </pc:sldMkLst>
        <pc:spChg chg="mod">
          <ac:chgData name="Artanago, Kenwyn" userId="280bbbef-73a8-4da2-b05f-60f93405c8ba" providerId="ADAL" clId="{7A0A163C-5BAC-46C4-B51C-B27C04650638}" dt="2023-07-16T08:07:52.208" v="85" actId="20577"/>
          <ac:spMkLst>
            <pc:docMk/>
            <pc:sldMk cId="0" sldId="283"/>
            <ac:spMk id="268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15:58.889" v="166"/>
        <pc:sldMkLst>
          <pc:docMk/>
          <pc:sldMk cId="0" sldId="284"/>
        </pc:sldMkLst>
        <pc:spChg chg="mod">
          <ac:chgData name="Artanago, Kenwyn" userId="280bbbef-73a8-4da2-b05f-60f93405c8ba" providerId="ADAL" clId="{7A0A163C-5BAC-46C4-B51C-B27C04650638}" dt="2023-07-16T08:15:58.889" v="166"/>
          <ac:spMkLst>
            <pc:docMk/>
            <pc:sldMk cId="0" sldId="284"/>
            <ac:spMk id="274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15:47.861" v="163"/>
        <pc:sldMkLst>
          <pc:docMk/>
          <pc:sldMk cId="0" sldId="285"/>
        </pc:sldMkLst>
        <pc:spChg chg="mod">
          <ac:chgData name="Artanago, Kenwyn" userId="280bbbef-73a8-4da2-b05f-60f93405c8ba" providerId="ADAL" clId="{7A0A163C-5BAC-46C4-B51C-B27C04650638}" dt="2023-07-16T08:15:47.861" v="163"/>
          <ac:spMkLst>
            <pc:docMk/>
            <pc:sldMk cId="0" sldId="285"/>
            <ac:spMk id="279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15:32.079" v="160"/>
        <pc:sldMkLst>
          <pc:docMk/>
          <pc:sldMk cId="0" sldId="286"/>
        </pc:sldMkLst>
        <pc:spChg chg="mod">
          <ac:chgData name="Artanago, Kenwyn" userId="280bbbef-73a8-4da2-b05f-60f93405c8ba" providerId="ADAL" clId="{7A0A163C-5BAC-46C4-B51C-B27C04650638}" dt="2023-07-16T08:15:32.079" v="160"/>
          <ac:spMkLst>
            <pc:docMk/>
            <pc:sldMk cId="0" sldId="286"/>
            <ac:spMk id="284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15:11.407" v="157"/>
        <pc:sldMkLst>
          <pc:docMk/>
          <pc:sldMk cId="0" sldId="287"/>
        </pc:sldMkLst>
        <pc:spChg chg="mod">
          <ac:chgData name="Artanago, Kenwyn" userId="280bbbef-73a8-4da2-b05f-60f93405c8ba" providerId="ADAL" clId="{7A0A163C-5BAC-46C4-B51C-B27C04650638}" dt="2023-07-16T08:15:11.407" v="157"/>
          <ac:spMkLst>
            <pc:docMk/>
            <pc:sldMk cId="0" sldId="287"/>
            <ac:spMk id="289" creationId="{00000000-0000-0000-0000-000000000000}"/>
          </ac:spMkLst>
        </pc:spChg>
      </pc:sldChg>
      <pc:sldChg chg="addSp modSp mod">
        <pc:chgData name="Artanago, Kenwyn" userId="280bbbef-73a8-4da2-b05f-60f93405c8ba" providerId="ADAL" clId="{7A0A163C-5BAC-46C4-B51C-B27C04650638}" dt="2023-07-16T08:18:52.124" v="169" actId="962"/>
        <pc:sldMkLst>
          <pc:docMk/>
          <pc:sldMk cId="0" sldId="289"/>
        </pc:sldMkLst>
        <pc:picChg chg="add mod">
          <ac:chgData name="Artanago, Kenwyn" userId="280bbbef-73a8-4da2-b05f-60f93405c8ba" providerId="ADAL" clId="{7A0A163C-5BAC-46C4-B51C-B27C04650638}" dt="2023-07-16T08:18:52.124" v="169" actId="962"/>
          <ac:picMkLst>
            <pc:docMk/>
            <pc:sldMk cId="0" sldId="289"/>
            <ac:picMk id="6" creationId="{4E25DDDA-2232-4DB7-A0AC-5FFC558309C3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8:58.014" v="172" actId="962"/>
        <pc:sldMkLst>
          <pc:docMk/>
          <pc:sldMk cId="0" sldId="290"/>
        </pc:sldMkLst>
        <pc:picChg chg="add mod">
          <ac:chgData name="Artanago, Kenwyn" userId="280bbbef-73a8-4da2-b05f-60f93405c8ba" providerId="ADAL" clId="{7A0A163C-5BAC-46C4-B51C-B27C04650638}" dt="2023-07-16T08:18:58.014" v="172" actId="962"/>
          <ac:picMkLst>
            <pc:docMk/>
            <pc:sldMk cId="0" sldId="290"/>
            <ac:picMk id="6" creationId="{9D10FCAE-B7FD-4C9E-8B65-D3A6CA265DC6}"/>
          </ac:picMkLst>
        </pc:picChg>
      </pc:sldChg>
      <pc:sldChg chg="modSp mod">
        <pc:chgData name="Artanago, Kenwyn" userId="280bbbef-73a8-4da2-b05f-60f93405c8ba" providerId="ADAL" clId="{7A0A163C-5BAC-46C4-B51C-B27C04650638}" dt="2023-07-16T08:40:48.394" v="449" actId="207"/>
        <pc:sldMkLst>
          <pc:docMk/>
          <pc:sldMk cId="0" sldId="292"/>
        </pc:sldMkLst>
        <pc:spChg chg="mod">
          <ac:chgData name="Artanago, Kenwyn" userId="280bbbef-73a8-4da2-b05f-60f93405c8ba" providerId="ADAL" clId="{7A0A163C-5BAC-46C4-B51C-B27C04650638}" dt="2023-07-16T08:40:41.111" v="448" actId="207"/>
          <ac:spMkLst>
            <pc:docMk/>
            <pc:sldMk cId="0" sldId="292"/>
            <ac:spMk id="507" creationId="{00000000-0000-0000-0000-000000000000}"/>
          </ac:spMkLst>
        </pc:spChg>
        <pc:spChg chg="mod">
          <ac:chgData name="Artanago, Kenwyn" userId="280bbbef-73a8-4da2-b05f-60f93405c8ba" providerId="ADAL" clId="{7A0A163C-5BAC-46C4-B51C-B27C04650638}" dt="2023-07-16T08:40:48.394" v="449" actId="207"/>
          <ac:spMkLst>
            <pc:docMk/>
            <pc:sldMk cId="0" sldId="292"/>
            <ac:spMk id="508" creationId="{00000000-0000-0000-0000-000000000000}"/>
          </ac:spMkLst>
        </pc:spChg>
      </pc:sldChg>
      <pc:sldChg chg="addSp modSp mod">
        <pc:chgData name="Artanago, Kenwyn" userId="280bbbef-73a8-4da2-b05f-60f93405c8ba" providerId="ADAL" clId="{7A0A163C-5BAC-46C4-B51C-B27C04650638}" dt="2023-07-16T08:19:03.281" v="175" actId="962"/>
        <pc:sldMkLst>
          <pc:docMk/>
          <pc:sldMk cId="0" sldId="293"/>
        </pc:sldMkLst>
        <pc:picChg chg="add mod">
          <ac:chgData name="Artanago, Kenwyn" userId="280bbbef-73a8-4da2-b05f-60f93405c8ba" providerId="ADAL" clId="{7A0A163C-5BAC-46C4-B51C-B27C04650638}" dt="2023-07-16T08:19:03.281" v="175" actId="962"/>
          <ac:picMkLst>
            <pc:docMk/>
            <pc:sldMk cId="0" sldId="293"/>
            <ac:picMk id="6" creationId="{E241312C-DDFE-481D-9885-6EC66E06F4F7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07.422" v="178" actId="962"/>
        <pc:sldMkLst>
          <pc:docMk/>
          <pc:sldMk cId="0" sldId="294"/>
        </pc:sldMkLst>
        <pc:picChg chg="add mod">
          <ac:chgData name="Artanago, Kenwyn" userId="280bbbef-73a8-4da2-b05f-60f93405c8ba" providerId="ADAL" clId="{7A0A163C-5BAC-46C4-B51C-B27C04650638}" dt="2023-07-16T08:19:07.422" v="178" actId="962"/>
          <ac:picMkLst>
            <pc:docMk/>
            <pc:sldMk cId="0" sldId="294"/>
            <ac:picMk id="6" creationId="{F32D0C2D-49F6-482B-8E6F-8DA7F3ECD5C6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10.780" v="181" actId="962"/>
        <pc:sldMkLst>
          <pc:docMk/>
          <pc:sldMk cId="0" sldId="295"/>
        </pc:sldMkLst>
        <pc:picChg chg="add mod">
          <ac:chgData name="Artanago, Kenwyn" userId="280bbbef-73a8-4da2-b05f-60f93405c8ba" providerId="ADAL" clId="{7A0A163C-5BAC-46C4-B51C-B27C04650638}" dt="2023-07-16T08:19:10.780" v="181" actId="962"/>
          <ac:picMkLst>
            <pc:docMk/>
            <pc:sldMk cId="0" sldId="295"/>
            <ac:picMk id="6" creationId="{03F0AE7D-A7C6-42CF-BA0B-D42A9B93A724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14.244" v="183" actId="27614"/>
        <pc:sldMkLst>
          <pc:docMk/>
          <pc:sldMk cId="0" sldId="296"/>
        </pc:sldMkLst>
        <pc:picChg chg="add mod">
          <ac:chgData name="Artanago, Kenwyn" userId="280bbbef-73a8-4da2-b05f-60f93405c8ba" providerId="ADAL" clId="{7A0A163C-5BAC-46C4-B51C-B27C04650638}" dt="2023-07-16T08:19:14.244" v="183" actId="27614"/>
          <ac:picMkLst>
            <pc:docMk/>
            <pc:sldMk cId="0" sldId="296"/>
            <ac:picMk id="6" creationId="{89C8C424-80BA-4516-83F6-C1EFFF08FF2C}"/>
          </ac:picMkLst>
        </pc:picChg>
      </pc:sldChg>
      <pc:sldChg chg="modSp mod">
        <pc:chgData name="Artanago, Kenwyn" userId="280bbbef-73a8-4da2-b05f-60f93405c8ba" providerId="ADAL" clId="{7A0A163C-5BAC-46C4-B51C-B27C04650638}" dt="2023-07-16T08:21:46.750" v="231"/>
        <pc:sldMkLst>
          <pc:docMk/>
          <pc:sldMk cId="0" sldId="302"/>
        </pc:sldMkLst>
        <pc:spChg chg="mod">
          <ac:chgData name="Artanago, Kenwyn" userId="280bbbef-73a8-4da2-b05f-60f93405c8ba" providerId="ADAL" clId="{7A0A163C-5BAC-46C4-B51C-B27C04650638}" dt="2023-07-16T08:21:46.750" v="231"/>
          <ac:spMkLst>
            <pc:docMk/>
            <pc:sldMk cId="0" sldId="302"/>
            <ac:spMk id="362" creationId="{00000000-0000-0000-0000-000000000000}"/>
          </ac:spMkLst>
        </pc:spChg>
      </pc:sldChg>
      <pc:sldChg chg="mod modShow">
        <pc:chgData name="Artanago, Kenwyn" userId="280bbbef-73a8-4da2-b05f-60f93405c8ba" providerId="ADAL" clId="{7A0A163C-5BAC-46C4-B51C-B27C04650638}" dt="2023-07-16T08:22:10.207" v="233" actId="729"/>
        <pc:sldMkLst>
          <pc:docMk/>
          <pc:sldMk cId="0" sldId="312"/>
        </pc:sldMkLst>
      </pc:sldChg>
      <pc:sldChg chg="mod modShow">
        <pc:chgData name="Artanago, Kenwyn" userId="280bbbef-73a8-4da2-b05f-60f93405c8ba" providerId="ADAL" clId="{7A0A163C-5BAC-46C4-B51C-B27C04650638}" dt="2023-07-16T08:22:04.872" v="232" actId="729"/>
        <pc:sldMkLst>
          <pc:docMk/>
          <pc:sldMk cId="0" sldId="313"/>
        </pc:sldMkLst>
      </pc:sldChg>
      <pc:sldChg chg="addSp modSp mod">
        <pc:chgData name="Artanago, Kenwyn" userId="280bbbef-73a8-4da2-b05f-60f93405c8ba" providerId="ADAL" clId="{7A0A163C-5BAC-46C4-B51C-B27C04650638}" dt="2023-07-16T08:23:30.364" v="239" actId="14100"/>
        <pc:sldMkLst>
          <pc:docMk/>
          <pc:sldMk cId="0" sldId="316"/>
        </pc:sldMkLst>
        <pc:picChg chg="add mod">
          <ac:chgData name="Artanago, Kenwyn" userId="280bbbef-73a8-4da2-b05f-60f93405c8ba" providerId="ADAL" clId="{7A0A163C-5BAC-46C4-B51C-B27C04650638}" dt="2023-07-16T08:23:30.364" v="239" actId="14100"/>
          <ac:picMkLst>
            <pc:docMk/>
            <pc:sldMk cId="0" sldId="316"/>
            <ac:picMk id="7" creationId="{D8138759-2139-4F5A-83F1-E6B63E6DDC41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3:50.117" v="244" actId="14100"/>
        <pc:sldMkLst>
          <pc:docMk/>
          <pc:sldMk cId="0" sldId="317"/>
        </pc:sldMkLst>
        <pc:picChg chg="add mod">
          <ac:chgData name="Artanago, Kenwyn" userId="280bbbef-73a8-4da2-b05f-60f93405c8ba" providerId="ADAL" clId="{7A0A163C-5BAC-46C4-B51C-B27C04650638}" dt="2023-07-16T08:23:50.117" v="244" actId="14100"/>
          <ac:picMkLst>
            <pc:docMk/>
            <pc:sldMk cId="0" sldId="317"/>
            <ac:picMk id="6" creationId="{B0DCE309-C93F-4058-B8A5-52508967DDF4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06.729" v="249" actId="14100"/>
        <pc:sldMkLst>
          <pc:docMk/>
          <pc:sldMk cId="0" sldId="318"/>
        </pc:sldMkLst>
        <pc:picChg chg="add mod">
          <ac:chgData name="Artanago, Kenwyn" userId="280bbbef-73a8-4da2-b05f-60f93405c8ba" providerId="ADAL" clId="{7A0A163C-5BAC-46C4-B51C-B27C04650638}" dt="2023-07-16T08:24:06.729" v="249" actId="14100"/>
          <ac:picMkLst>
            <pc:docMk/>
            <pc:sldMk cId="0" sldId="318"/>
            <ac:picMk id="6" creationId="{95928CC0-8C15-4CBC-976B-F08CF93EFF2C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22.576" v="255" actId="14100"/>
        <pc:sldMkLst>
          <pc:docMk/>
          <pc:sldMk cId="0" sldId="319"/>
        </pc:sldMkLst>
        <pc:picChg chg="add mod">
          <ac:chgData name="Artanago, Kenwyn" userId="280bbbef-73a8-4da2-b05f-60f93405c8ba" providerId="ADAL" clId="{7A0A163C-5BAC-46C4-B51C-B27C04650638}" dt="2023-07-16T08:24:22.576" v="255" actId="14100"/>
          <ac:picMkLst>
            <pc:docMk/>
            <pc:sldMk cId="0" sldId="319"/>
            <ac:picMk id="6" creationId="{F257EE43-15B9-4B46-8BCA-88018739750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33.680" v="260" actId="14100"/>
        <pc:sldMkLst>
          <pc:docMk/>
          <pc:sldMk cId="0" sldId="320"/>
        </pc:sldMkLst>
        <pc:picChg chg="add mod">
          <ac:chgData name="Artanago, Kenwyn" userId="280bbbef-73a8-4da2-b05f-60f93405c8ba" providerId="ADAL" clId="{7A0A163C-5BAC-46C4-B51C-B27C04650638}" dt="2023-07-16T08:24:33.680" v="260" actId="14100"/>
          <ac:picMkLst>
            <pc:docMk/>
            <pc:sldMk cId="0" sldId="320"/>
            <ac:picMk id="6" creationId="{466A901E-5E78-4E55-9150-731838B4FB2F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45.122" v="265" actId="14100"/>
        <pc:sldMkLst>
          <pc:docMk/>
          <pc:sldMk cId="0" sldId="321"/>
        </pc:sldMkLst>
        <pc:picChg chg="add mod">
          <ac:chgData name="Artanago, Kenwyn" userId="280bbbef-73a8-4da2-b05f-60f93405c8ba" providerId="ADAL" clId="{7A0A163C-5BAC-46C4-B51C-B27C04650638}" dt="2023-07-16T08:24:45.122" v="265" actId="14100"/>
          <ac:picMkLst>
            <pc:docMk/>
            <pc:sldMk cId="0" sldId="321"/>
            <ac:picMk id="6" creationId="{74557036-9EE8-469B-AACC-AFADA87A73AB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57.079" v="270" actId="14100"/>
        <pc:sldMkLst>
          <pc:docMk/>
          <pc:sldMk cId="0" sldId="322"/>
        </pc:sldMkLst>
        <pc:picChg chg="add mod">
          <ac:chgData name="Artanago, Kenwyn" userId="280bbbef-73a8-4da2-b05f-60f93405c8ba" providerId="ADAL" clId="{7A0A163C-5BAC-46C4-B51C-B27C04650638}" dt="2023-07-16T08:24:57.079" v="270" actId="14100"/>
          <ac:picMkLst>
            <pc:docMk/>
            <pc:sldMk cId="0" sldId="322"/>
            <ac:picMk id="6" creationId="{49C5D0CD-DBB4-455B-976E-E1F4C5E868BF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07.706" v="275" actId="14100"/>
        <pc:sldMkLst>
          <pc:docMk/>
          <pc:sldMk cId="0" sldId="324"/>
        </pc:sldMkLst>
        <pc:picChg chg="add mod">
          <ac:chgData name="Artanago, Kenwyn" userId="280bbbef-73a8-4da2-b05f-60f93405c8ba" providerId="ADAL" clId="{7A0A163C-5BAC-46C4-B51C-B27C04650638}" dt="2023-07-16T08:25:07.706" v="275" actId="14100"/>
          <ac:picMkLst>
            <pc:docMk/>
            <pc:sldMk cId="0" sldId="324"/>
            <ac:picMk id="6" creationId="{90291670-DD28-46E0-BF36-5B384132718B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18.633" v="280" actId="14100"/>
        <pc:sldMkLst>
          <pc:docMk/>
          <pc:sldMk cId="0" sldId="325"/>
        </pc:sldMkLst>
        <pc:picChg chg="add mod">
          <ac:chgData name="Artanago, Kenwyn" userId="280bbbef-73a8-4da2-b05f-60f93405c8ba" providerId="ADAL" clId="{7A0A163C-5BAC-46C4-B51C-B27C04650638}" dt="2023-07-16T08:25:18.633" v="280" actId="14100"/>
          <ac:picMkLst>
            <pc:docMk/>
            <pc:sldMk cId="0" sldId="325"/>
            <ac:picMk id="6" creationId="{74DE1E87-7237-4D82-92D3-8594240BC3E8}"/>
          </ac:picMkLst>
        </pc:picChg>
      </pc:sldChg>
      <pc:sldChg chg="mod modShow">
        <pc:chgData name="Artanago, Kenwyn" userId="280bbbef-73a8-4da2-b05f-60f93405c8ba" providerId="ADAL" clId="{7A0A163C-5BAC-46C4-B51C-B27C04650638}" dt="2023-07-16T09:26:25.532" v="454" actId="729"/>
        <pc:sldMkLst>
          <pc:docMk/>
          <pc:sldMk cId="0" sldId="339"/>
        </pc:sldMkLst>
      </pc:sldChg>
      <pc:sldChg chg="modSp mod">
        <pc:chgData name="Artanago, Kenwyn" userId="280bbbef-73a8-4da2-b05f-60f93405c8ba" providerId="ADAL" clId="{7A0A163C-5BAC-46C4-B51C-B27C04650638}" dt="2023-07-16T08:36:33.575" v="447" actId="20577"/>
        <pc:sldMkLst>
          <pc:docMk/>
          <pc:sldMk cId="0" sldId="340"/>
        </pc:sldMkLst>
        <pc:spChg chg="mod">
          <ac:chgData name="Artanago, Kenwyn" userId="280bbbef-73a8-4da2-b05f-60f93405c8ba" providerId="ADAL" clId="{7A0A163C-5BAC-46C4-B51C-B27C04650638}" dt="2023-07-16T08:36:30.419" v="445" actId="20577"/>
          <ac:spMkLst>
            <pc:docMk/>
            <pc:sldMk cId="0" sldId="340"/>
            <ac:spMk id="559" creationId="{00000000-0000-0000-0000-000000000000}"/>
          </ac:spMkLst>
        </pc:spChg>
        <pc:spChg chg="mod">
          <ac:chgData name="Artanago, Kenwyn" userId="280bbbef-73a8-4da2-b05f-60f93405c8ba" providerId="ADAL" clId="{7A0A163C-5BAC-46C4-B51C-B27C04650638}" dt="2023-07-16T08:36:33.575" v="447" actId="20577"/>
          <ac:spMkLst>
            <pc:docMk/>
            <pc:sldMk cId="0" sldId="340"/>
            <ac:spMk id="560" creationId="{00000000-0000-0000-0000-000000000000}"/>
          </ac:spMkLst>
        </pc:spChg>
      </pc:sldChg>
      <pc:sldChg chg="modSp mod ord">
        <pc:chgData name="Artanago, Kenwyn" userId="280bbbef-73a8-4da2-b05f-60f93405c8ba" providerId="ADAL" clId="{7A0A163C-5BAC-46C4-B51C-B27C04650638}" dt="2023-07-16T08:34:10.874" v="437" actId="20577"/>
        <pc:sldMkLst>
          <pc:docMk/>
          <pc:sldMk cId="0" sldId="343"/>
        </pc:sldMkLst>
        <pc:spChg chg="mod">
          <ac:chgData name="Artanago, Kenwyn" userId="280bbbef-73a8-4da2-b05f-60f93405c8ba" providerId="ADAL" clId="{7A0A163C-5BAC-46C4-B51C-B27C04650638}" dt="2023-07-16T08:34:07.779" v="434" actId="20577"/>
          <ac:spMkLst>
            <pc:docMk/>
            <pc:sldMk cId="0" sldId="343"/>
            <ac:spMk id="578" creationId="{00000000-0000-0000-0000-000000000000}"/>
          </ac:spMkLst>
        </pc:spChg>
        <pc:spChg chg="mod">
          <ac:chgData name="Artanago, Kenwyn" userId="280bbbef-73a8-4da2-b05f-60f93405c8ba" providerId="ADAL" clId="{7A0A163C-5BAC-46C4-B51C-B27C04650638}" dt="2023-07-16T08:34:10.874" v="437" actId="20577"/>
          <ac:spMkLst>
            <pc:docMk/>
            <pc:sldMk cId="0" sldId="343"/>
            <ac:spMk id="579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34:24.420" v="443" actId="20577"/>
        <pc:sldMkLst>
          <pc:docMk/>
          <pc:sldMk cId="0" sldId="344"/>
        </pc:sldMkLst>
        <pc:spChg chg="mod">
          <ac:chgData name="Artanago, Kenwyn" userId="280bbbef-73a8-4da2-b05f-60f93405c8ba" providerId="ADAL" clId="{7A0A163C-5BAC-46C4-B51C-B27C04650638}" dt="2023-07-16T08:34:21.667" v="440" actId="20577"/>
          <ac:spMkLst>
            <pc:docMk/>
            <pc:sldMk cId="0" sldId="344"/>
            <ac:spMk id="585" creationId="{00000000-0000-0000-0000-000000000000}"/>
          </ac:spMkLst>
        </pc:spChg>
        <pc:spChg chg="mod">
          <ac:chgData name="Artanago, Kenwyn" userId="280bbbef-73a8-4da2-b05f-60f93405c8ba" providerId="ADAL" clId="{7A0A163C-5BAC-46C4-B51C-B27C04650638}" dt="2023-07-16T08:34:24.420" v="443" actId="20577"/>
          <ac:spMkLst>
            <pc:docMk/>
            <pc:sldMk cId="0" sldId="344"/>
            <ac:spMk id="586" creationId="{00000000-0000-0000-0000-000000000000}"/>
          </ac:spMkLst>
        </pc:spChg>
      </pc:sldChg>
      <pc:sldChg chg="addSp modSp mod">
        <pc:chgData name="Artanago, Kenwyn" userId="280bbbef-73a8-4da2-b05f-60f93405c8ba" providerId="ADAL" clId="{7A0A163C-5BAC-46C4-B51C-B27C04650638}" dt="2023-07-16T08:06:17.982" v="60" actId="962"/>
        <pc:sldMkLst>
          <pc:docMk/>
          <pc:sldMk cId="2138632321" sldId="384"/>
        </pc:sldMkLst>
        <pc:picChg chg="add mod">
          <ac:chgData name="Artanago, Kenwyn" userId="280bbbef-73a8-4da2-b05f-60f93405c8ba" providerId="ADAL" clId="{7A0A163C-5BAC-46C4-B51C-B27C04650638}" dt="2023-07-16T08:06:17.982" v="60" actId="962"/>
          <ac:picMkLst>
            <pc:docMk/>
            <pc:sldMk cId="2138632321" sldId="384"/>
            <ac:picMk id="6" creationId="{34E557EA-A861-4829-84A4-DD7E1A993D8B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23.236" v="63" actId="962"/>
        <pc:sldMkLst>
          <pc:docMk/>
          <pc:sldMk cId="2287554166" sldId="385"/>
        </pc:sldMkLst>
        <pc:picChg chg="add mod">
          <ac:chgData name="Artanago, Kenwyn" userId="280bbbef-73a8-4da2-b05f-60f93405c8ba" providerId="ADAL" clId="{7A0A163C-5BAC-46C4-B51C-B27C04650638}" dt="2023-07-16T08:06:23.236" v="63" actId="962"/>
          <ac:picMkLst>
            <pc:docMk/>
            <pc:sldMk cId="2287554166" sldId="385"/>
            <ac:picMk id="6" creationId="{C0D5BFF0-77FA-4064-BC26-49FA0F6D37A6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29.553" v="285" actId="14100"/>
        <pc:sldMkLst>
          <pc:docMk/>
          <pc:sldMk cId="2915271513" sldId="386"/>
        </pc:sldMkLst>
        <pc:picChg chg="add mod">
          <ac:chgData name="Artanago, Kenwyn" userId="280bbbef-73a8-4da2-b05f-60f93405c8ba" providerId="ADAL" clId="{7A0A163C-5BAC-46C4-B51C-B27C04650638}" dt="2023-07-16T08:25:29.553" v="285" actId="14100"/>
          <ac:picMkLst>
            <pc:docMk/>
            <pc:sldMk cId="2915271513" sldId="386"/>
            <ac:picMk id="7" creationId="{CB332905-77A7-4B4D-B422-7DB777F0AFF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39.816" v="290" actId="14100"/>
        <pc:sldMkLst>
          <pc:docMk/>
          <pc:sldMk cId="3747739469" sldId="387"/>
        </pc:sldMkLst>
        <pc:picChg chg="add mod">
          <ac:chgData name="Artanago, Kenwyn" userId="280bbbef-73a8-4da2-b05f-60f93405c8ba" providerId="ADAL" clId="{7A0A163C-5BAC-46C4-B51C-B27C04650638}" dt="2023-07-16T08:25:39.816" v="290" actId="14100"/>
          <ac:picMkLst>
            <pc:docMk/>
            <pc:sldMk cId="3747739469" sldId="387"/>
            <ac:picMk id="7" creationId="{396889DC-CAF9-47B0-BAEE-1F33B013CED0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49.632" v="295" actId="14100"/>
        <pc:sldMkLst>
          <pc:docMk/>
          <pc:sldMk cId="2268274077" sldId="388"/>
        </pc:sldMkLst>
        <pc:picChg chg="add mod">
          <ac:chgData name="Artanago, Kenwyn" userId="280bbbef-73a8-4da2-b05f-60f93405c8ba" providerId="ADAL" clId="{7A0A163C-5BAC-46C4-B51C-B27C04650638}" dt="2023-07-16T08:25:49.632" v="295" actId="14100"/>
          <ac:picMkLst>
            <pc:docMk/>
            <pc:sldMk cId="2268274077" sldId="388"/>
            <ac:picMk id="7" creationId="{EB3AC9F6-47A9-4485-AB52-705F0D07F7F9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58.353" v="300" actId="14100"/>
        <pc:sldMkLst>
          <pc:docMk/>
          <pc:sldMk cId="4123100765" sldId="389"/>
        </pc:sldMkLst>
        <pc:picChg chg="add mod">
          <ac:chgData name="Artanago, Kenwyn" userId="280bbbef-73a8-4da2-b05f-60f93405c8ba" providerId="ADAL" clId="{7A0A163C-5BAC-46C4-B51C-B27C04650638}" dt="2023-07-16T08:25:58.353" v="300" actId="14100"/>
          <ac:picMkLst>
            <pc:docMk/>
            <pc:sldMk cId="4123100765" sldId="389"/>
            <ac:picMk id="7" creationId="{AC8FB3DD-2794-47B0-A709-9E93A56807C4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6:07.382" v="305" actId="14100"/>
        <pc:sldMkLst>
          <pc:docMk/>
          <pc:sldMk cId="1167368597" sldId="390"/>
        </pc:sldMkLst>
        <pc:picChg chg="add mod">
          <ac:chgData name="Artanago, Kenwyn" userId="280bbbef-73a8-4da2-b05f-60f93405c8ba" providerId="ADAL" clId="{7A0A163C-5BAC-46C4-B51C-B27C04650638}" dt="2023-07-16T08:26:07.382" v="305" actId="14100"/>
          <ac:picMkLst>
            <pc:docMk/>
            <pc:sldMk cId="1167368597" sldId="390"/>
            <ac:picMk id="7" creationId="{C93FB76E-F8D4-495B-935E-FD89C00DF739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6:17.059" v="310" actId="14100"/>
        <pc:sldMkLst>
          <pc:docMk/>
          <pc:sldMk cId="2202194069" sldId="391"/>
        </pc:sldMkLst>
        <pc:picChg chg="add mod">
          <ac:chgData name="Artanago, Kenwyn" userId="280bbbef-73a8-4da2-b05f-60f93405c8ba" providerId="ADAL" clId="{7A0A163C-5BAC-46C4-B51C-B27C04650638}" dt="2023-07-16T08:26:17.059" v="310" actId="14100"/>
          <ac:picMkLst>
            <pc:docMk/>
            <pc:sldMk cId="2202194069" sldId="391"/>
            <ac:picMk id="8" creationId="{6A663E29-2AB9-4BC5-AD60-D8E0C0932DFE}"/>
          </ac:picMkLst>
        </pc:picChg>
      </pc:sldChg>
      <pc:sldChg chg="del">
        <pc:chgData name="Artanago, Kenwyn" userId="280bbbef-73a8-4da2-b05f-60f93405c8ba" providerId="ADAL" clId="{7A0A163C-5BAC-46C4-B51C-B27C04650638}" dt="2023-07-16T08:26:46.628" v="311" actId="2696"/>
        <pc:sldMkLst>
          <pc:docMk/>
          <pc:sldMk cId="2588376745" sldId="392"/>
        </pc:sldMkLst>
      </pc:sldChg>
      <pc:sldChg chg="mod modShow">
        <pc:chgData name="Artanago, Kenwyn" userId="280bbbef-73a8-4da2-b05f-60f93405c8ba" providerId="ADAL" clId="{7A0A163C-5BAC-46C4-B51C-B27C04650638}" dt="2023-07-16T08:28:59.896" v="312" actId="729"/>
        <pc:sldMkLst>
          <pc:docMk/>
          <pc:sldMk cId="1201868625" sldId="393"/>
        </pc:sldMkLst>
      </pc:sldChg>
      <pc:sldChg chg="addSp modSp mod">
        <pc:chgData name="Artanago, Kenwyn" userId="280bbbef-73a8-4da2-b05f-60f93405c8ba" providerId="ADAL" clId="{7A0A163C-5BAC-46C4-B51C-B27C04650638}" dt="2023-07-16T08:06:27.262" v="66" actId="962"/>
        <pc:sldMkLst>
          <pc:docMk/>
          <pc:sldMk cId="3947617216" sldId="394"/>
        </pc:sldMkLst>
        <pc:picChg chg="add mod">
          <ac:chgData name="Artanago, Kenwyn" userId="280bbbef-73a8-4da2-b05f-60f93405c8ba" providerId="ADAL" clId="{7A0A163C-5BAC-46C4-B51C-B27C04650638}" dt="2023-07-16T08:06:27.262" v="66" actId="962"/>
          <ac:picMkLst>
            <pc:docMk/>
            <pc:sldMk cId="3947617216" sldId="394"/>
            <ac:picMk id="7" creationId="{08D7E78E-225A-443D-A782-C3E7B97910D2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17.777" v="185" actId="27614"/>
        <pc:sldMkLst>
          <pc:docMk/>
          <pc:sldMk cId="1042451822" sldId="395"/>
        </pc:sldMkLst>
        <pc:picChg chg="add mod">
          <ac:chgData name="Artanago, Kenwyn" userId="280bbbef-73a8-4da2-b05f-60f93405c8ba" providerId="ADAL" clId="{7A0A163C-5BAC-46C4-B51C-B27C04650638}" dt="2023-07-16T08:19:17.777" v="185" actId="27614"/>
          <ac:picMkLst>
            <pc:docMk/>
            <pc:sldMk cId="1042451822" sldId="395"/>
            <ac:picMk id="7" creationId="{35034E99-F463-4EC3-B9C6-0DDD2A421751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21.300" v="188" actId="962"/>
        <pc:sldMkLst>
          <pc:docMk/>
          <pc:sldMk cId="3510275573" sldId="396"/>
        </pc:sldMkLst>
        <pc:picChg chg="add mod">
          <ac:chgData name="Artanago, Kenwyn" userId="280bbbef-73a8-4da2-b05f-60f93405c8ba" providerId="ADAL" clId="{7A0A163C-5BAC-46C4-B51C-B27C04650638}" dt="2023-07-16T08:19:21.300" v="188" actId="962"/>
          <ac:picMkLst>
            <pc:docMk/>
            <pc:sldMk cId="3510275573" sldId="396"/>
            <ac:picMk id="7" creationId="{251766A7-D1C2-447E-9AC2-D46B544BB8A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27.791" v="191" actId="962"/>
        <pc:sldMkLst>
          <pc:docMk/>
          <pc:sldMk cId="2070663167" sldId="397"/>
        </pc:sldMkLst>
        <pc:picChg chg="add mod">
          <ac:chgData name="Artanago, Kenwyn" userId="280bbbef-73a8-4da2-b05f-60f93405c8ba" providerId="ADAL" clId="{7A0A163C-5BAC-46C4-B51C-B27C04650638}" dt="2023-07-16T08:19:27.791" v="191" actId="962"/>
          <ac:picMkLst>
            <pc:docMk/>
            <pc:sldMk cId="2070663167" sldId="397"/>
            <ac:picMk id="7" creationId="{F375D645-2C2F-4A77-9EF6-0CBACA964117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31.402" v="194" actId="962"/>
        <pc:sldMkLst>
          <pc:docMk/>
          <pc:sldMk cId="3313265396" sldId="398"/>
        </pc:sldMkLst>
        <pc:picChg chg="add mod">
          <ac:chgData name="Artanago, Kenwyn" userId="280bbbef-73a8-4da2-b05f-60f93405c8ba" providerId="ADAL" clId="{7A0A163C-5BAC-46C4-B51C-B27C04650638}" dt="2023-07-16T08:19:31.402" v="194" actId="962"/>
          <ac:picMkLst>
            <pc:docMk/>
            <pc:sldMk cId="3313265396" sldId="398"/>
            <ac:picMk id="7" creationId="{E1BD2D39-68AC-474C-8763-C86292A78E89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35.770" v="196" actId="27614"/>
        <pc:sldMkLst>
          <pc:docMk/>
          <pc:sldMk cId="959628280" sldId="399"/>
        </pc:sldMkLst>
        <pc:picChg chg="add mod">
          <ac:chgData name="Artanago, Kenwyn" userId="280bbbef-73a8-4da2-b05f-60f93405c8ba" providerId="ADAL" clId="{7A0A163C-5BAC-46C4-B51C-B27C04650638}" dt="2023-07-16T08:19:35.770" v="196" actId="27614"/>
          <ac:picMkLst>
            <pc:docMk/>
            <pc:sldMk cId="959628280" sldId="399"/>
            <ac:picMk id="7" creationId="{AB3A5FC8-59F5-42B4-9737-D8F15ACA0B7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40.174" v="199" actId="962"/>
        <pc:sldMkLst>
          <pc:docMk/>
          <pc:sldMk cId="3606197727" sldId="400"/>
        </pc:sldMkLst>
        <pc:picChg chg="add mod">
          <ac:chgData name="Artanago, Kenwyn" userId="280bbbef-73a8-4da2-b05f-60f93405c8ba" providerId="ADAL" clId="{7A0A163C-5BAC-46C4-B51C-B27C04650638}" dt="2023-07-16T08:19:40.174" v="199" actId="962"/>
          <ac:picMkLst>
            <pc:docMk/>
            <pc:sldMk cId="3606197727" sldId="400"/>
            <ac:picMk id="7" creationId="{0357CDF9-37AA-4D47-B2D0-3970FA24EB5C}"/>
          </ac:picMkLst>
        </pc:picChg>
      </pc:sldChg>
      <pc:sldChg chg="modSp add mod">
        <pc:chgData name="Artanago, Kenwyn" userId="280bbbef-73a8-4da2-b05f-60f93405c8ba" providerId="ADAL" clId="{7A0A163C-5BAC-46C4-B51C-B27C04650638}" dt="2023-07-16T08:14:58.878" v="154"/>
        <pc:sldMkLst>
          <pc:docMk/>
          <pc:sldMk cId="3598211448" sldId="403"/>
        </pc:sldMkLst>
        <pc:spChg chg="mod">
          <ac:chgData name="Artanago, Kenwyn" userId="280bbbef-73a8-4da2-b05f-60f93405c8ba" providerId="ADAL" clId="{7A0A163C-5BAC-46C4-B51C-B27C04650638}" dt="2023-07-16T08:14:58.878" v="154"/>
          <ac:spMkLst>
            <pc:docMk/>
            <pc:sldMk cId="3598211448" sldId="403"/>
            <ac:spMk id="289" creationId="{00000000-0000-0000-0000-000000000000}"/>
          </ac:spMkLst>
        </pc:spChg>
      </pc:sldChg>
      <pc:sldChg chg="modSp add mod">
        <pc:chgData name="Artanago, Kenwyn" userId="280bbbef-73a8-4da2-b05f-60f93405c8ba" providerId="ADAL" clId="{7A0A163C-5BAC-46C4-B51C-B27C04650638}" dt="2023-07-16T08:14:41.601" v="151"/>
        <pc:sldMkLst>
          <pc:docMk/>
          <pc:sldMk cId="1770506626" sldId="404"/>
        </pc:sldMkLst>
        <pc:spChg chg="mod">
          <ac:chgData name="Artanago, Kenwyn" userId="280bbbef-73a8-4da2-b05f-60f93405c8ba" providerId="ADAL" clId="{7A0A163C-5BAC-46C4-B51C-B27C04650638}" dt="2023-07-16T08:14:41.601" v="151"/>
          <ac:spMkLst>
            <pc:docMk/>
            <pc:sldMk cId="1770506626" sldId="404"/>
            <ac:spMk id="289" creationId="{00000000-0000-0000-0000-000000000000}"/>
          </ac:spMkLst>
        </pc:spChg>
      </pc:sldChg>
      <pc:sldChg chg="modSp add mod">
        <pc:chgData name="Artanago, Kenwyn" userId="280bbbef-73a8-4da2-b05f-60f93405c8ba" providerId="ADAL" clId="{7A0A163C-5BAC-46C4-B51C-B27C04650638}" dt="2023-07-16T08:14:28.294" v="148"/>
        <pc:sldMkLst>
          <pc:docMk/>
          <pc:sldMk cId="3660272692" sldId="405"/>
        </pc:sldMkLst>
        <pc:spChg chg="mod">
          <ac:chgData name="Artanago, Kenwyn" userId="280bbbef-73a8-4da2-b05f-60f93405c8ba" providerId="ADAL" clId="{7A0A163C-5BAC-46C4-B51C-B27C04650638}" dt="2023-07-16T08:14:28.294" v="148"/>
          <ac:spMkLst>
            <pc:docMk/>
            <pc:sldMk cId="3660272692" sldId="405"/>
            <ac:spMk id="289" creationId="{00000000-0000-0000-0000-000000000000}"/>
          </ac:spMkLst>
        </pc:spChg>
      </pc:sldChg>
      <pc:sldChg chg="addSp modSp add mod">
        <pc:chgData name="Artanago, Kenwyn" userId="280bbbef-73a8-4da2-b05f-60f93405c8ba" providerId="ADAL" clId="{7A0A163C-5BAC-46C4-B51C-B27C04650638}" dt="2023-07-16T09:25:15.690" v="453" actId="962"/>
        <pc:sldMkLst>
          <pc:docMk/>
          <pc:sldMk cId="279105068" sldId="406"/>
        </pc:sldMkLst>
        <pc:picChg chg="add mod">
          <ac:chgData name="Artanago, Kenwyn" userId="280bbbef-73a8-4da2-b05f-60f93405c8ba" providerId="ADAL" clId="{7A0A163C-5BAC-46C4-B51C-B27C04650638}" dt="2023-07-16T09:25:15.690" v="453" actId="962"/>
          <ac:picMkLst>
            <pc:docMk/>
            <pc:sldMk cId="279105068" sldId="406"/>
            <ac:picMk id="6" creationId="{AD0CF7D0-67BD-48BB-8F78-98EC0E8C16EA}"/>
          </ac:picMkLst>
        </pc:picChg>
      </pc:sldChg>
      <pc:sldMasterChg chg="modSldLayout">
        <pc:chgData name="Artanago, Kenwyn" userId="280bbbef-73a8-4da2-b05f-60f93405c8ba" providerId="ADAL" clId="{7A0A163C-5BAC-46C4-B51C-B27C04650638}" dt="2023-07-16T08:04:29.165" v="2" actId="20577"/>
        <pc:sldMasterMkLst>
          <pc:docMk/>
          <pc:sldMasterMk cId="0" sldId="2147483648"/>
        </pc:sldMasterMkLst>
        <pc:sldLayoutChg chg="modSp mod">
          <pc:chgData name="Artanago, Kenwyn" userId="280bbbef-73a8-4da2-b05f-60f93405c8ba" providerId="ADAL" clId="{7A0A163C-5BAC-46C4-B51C-B27C04650638}" dt="2023-07-16T08:04:29.165" v="2" actId="20577"/>
          <pc:sldLayoutMkLst>
            <pc:docMk/>
            <pc:sldMasterMk cId="0" sldId="2147483648"/>
            <pc:sldLayoutMk cId="0" sldId="2147483650"/>
          </pc:sldLayoutMkLst>
          <pc:spChg chg="mod">
            <ac:chgData name="Artanago, Kenwyn" userId="280bbbef-73a8-4da2-b05f-60f93405c8ba" providerId="ADAL" clId="{7A0A163C-5BAC-46C4-B51C-B27C04650638}" dt="2023-07-16T08:04:29.165" v="2" actId="20577"/>
            <ac:spMkLst>
              <pc:docMk/>
              <pc:sldMasterMk cId="0" sldId="2147483648"/>
              <pc:sldLayoutMk cId="0" sldId="2147483650"/>
              <ac:spMk id="18" creationId="{00000000-0000-0000-0000-000000000000}"/>
            </ac:spMkLst>
          </pc:spChg>
        </pc:sldLayoutChg>
      </pc:sldMasterChg>
    </pc:docChg>
  </pc:docChgLst>
  <pc:docChgLst>
    <pc:chgData name="Stephen Kurniawan" userId="98a6f147-1caf-47f2-8e74-24cd4be6d7bf" providerId="ADAL" clId="{A3573757-997C-4092-A300-34449357E25A}"/>
    <pc:docChg chg="undo redo custSel addSld delSld modSld sldOrd addMainMaster delMainMaster modMainMaster">
      <pc:chgData name="Stephen Kurniawan" userId="98a6f147-1caf-47f2-8e74-24cd4be6d7bf" providerId="ADAL" clId="{A3573757-997C-4092-A300-34449357E25A}" dt="2024-04-21T20:27:24.486" v="1376" actId="20577"/>
      <pc:docMkLst>
        <pc:docMk/>
      </pc:docMkLst>
      <pc:sldChg chg="new del">
        <pc:chgData name="Stephen Kurniawan" userId="98a6f147-1caf-47f2-8e74-24cd4be6d7bf" providerId="ADAL" clId="{A3573757-997C-4092-A300-34449357E25A}" dt="2024-04-20T21:07:03.092" v="226" actId="2696"/>
        <pc:sldMkLst>
          <pc:docMk/>
          <pc:sldMk cId="847619725" sldId="256"/>
        </pc:sldMkLst>
      </pc:sldChg>
      <pc:sldChg chg="modSp new del mod">
        <pc:chgData name="Stephen Kurniawan" userId="98a6f147-1caf-47f2-8e74-24cd4be6d7bf" providerId="ADAL" clId="{A3573757-997C-4092-A300-34449357E25A}" dt="2024-04-20T21:13:45.752" v="428" actId="47"/>
        <pc:sldMkLst>
          <pc:docMk/>
          <pc:sldMk cId="1485594169" sldId="256"/>
        </pc:sldMkLst>
        <pc:spChg chg="mod">
          <ac:chgData name="Stephen Kurniawan" userId="98a6f147-1caf-47f2-8e74-24cd4be6d7bf" providerId="ADAL" clId="{A3573757-997C-4092-A300-34449357E25A}" dt="2024-04-20T21:07:37.347" v="231" actId="20577"/>
          <ac:spMkLst>
            <pc:docMk/>
            <pc:sldMk cId="1485594169" sldId="256"/>
            <ac:spMk id="2" creationId="{0938F595-4494-0A1F-681E-2846AEF24FD7}"/>
          </ac:spMkLst>
        </pc:spChg>
      </pc:sldChg>
      <pc:sldChg chg="new del">
        <pc:chgData name="Stephen Kurniawan" userId="98a6f147-1caf-47f2-8e74-24cd4be6d7bf" providerId="ADAL" clId="{A3573757-997C-4092-A300-34449357E25A}" dt="2024-04-20T21:51:29.976" v="948" actId="47"/>
        <pc:sldMkLst>
          <pc:docMk/>
          <pc:sldMk cId="2695610365" sldId="256"/>
        </pc:sldMkLst>
      </pc:sldChg>
      <pc:sldChg chg="new del">
        <pc:chgData name="Stephen Kurniawan" userId="98a6f147-1caf-47f2-8e74-24cd4be6d7bf" providerId="ADAL" clId="{A3573757-997C-4092-A300-34449357E25A}" dt="2024-04-20T20:54:22.428" v="211" actId="47"/>
        <pc:sldMkLst>
          <pc:docMk/>
          <pc:sldMk cId="3956096351" sldId="256"/>
        </pc:sldMkLst>
      </pc:sldChg>
      <pc:sldChg chg="new del">
        <pc:chgData name="Stephen Kurniawan" userId="98a6f147-1caf-47f2-8e74-24cd4be6d7bf" providerId="ADAL" clId="{A3573757-997C-4092-A300-34449357E25A}" dt="2024-04-20T21:19:50.412" v="494" actId="47"/>
        <pc:sldMkLst>
          <pc:docMk/>
          <pc:sldMk cId="2509588017" sldId="257"/>
        </pc:sldMkLst>
      </pc:sldChg>
      <pc:sldChg chg="new del">
        <pc:chgData name="Stephen Kurniawan" userId="98a6f147-1caf-47f2-8e74-24cd4be6d7bf" providerId="ADAL" clId="{A3573757-997C-4092-A300-34449357E25A}" dt="2024-04-20T20:54:22.564" v="212" actId="47"/>
        <pc:sldMkLst>
          <pc:docMk/>
          <pc:sldMk cId="3933929867" sldId="257"/>
        </pc:sldMkLst>
      </pc:sldChg>
      <pc:sldChg chg="del">
        <pc:chgData name="Stephen Kurniawan" userId="98a6f147-1caf-47f2-8e74-24cd4be6d7bf" providerId="ADAL" clId="{A3573757-997C-4092-A300-34449357E25A}" dt="2024-04-20T21:51:18.072" v="946" actId="47"/>
        <pc:sldMkLst>
          <pc:docMk/>
          <pc:sldMk cId="1368488424" sldId="258"/>
        </pc:sldMkLst>
      </pc:sldChg>
      <pc:sldChg chg="del">
        <pc:chgData name="Stephen Kurniawan" userId="98a6f147-1caf-47f2-8e74-24cd4be6d7bf" providerId="ADAL" clId="{A3573757-997C-4092-A300-34449357E25A}" dt="2024-04-20T21:51:18.072" v="946" actId="47"/>
        <pc:sldMkLst>
          <pc:docMk/>
          <pc:sldMk cId="1199899211" sldId="259"/>
        </pc:sldMkLst>
        <pc:spChg chg="mod">
          <ac:chgData name="Stephen Kurniawan" userId="98a6f147-1caf-47f2-8e74-24cd4be6d7bf" providerId="ADAL" clId="{A3573757-997C-4092-A300-34449357E25A}" dt="2024-04-20T21:23:39.470" v="501" actId="20577"/>
          <ac:spMkLst>
            <pc:docMk/>
            <pc:sldMk cId="1199899211" sldId="259"/>
            <ac:spMk id="2" creationId="{ADB11726-601E-9B9D-9AA1-0BDD23E5E86D}"/>
          </ac:spMkLst>
        </pc:spChg>
      </pc:sldChg>
      <pc:sldChg chg="new del">
        <pc:chgData name="Stephen Kurniawan" userId="98a6f147-1caf-47f2-8e74-24cd4be6d7bf" providerId="ADAL" clId="{A3573757-997C-4092-A300-34449357E25A}" dt="2024-04-20T21:19:48.610" v="493" actId="47"/>
        <pc:sldMkLst>
          <pc:docMk/>
          <pc:sldMk cId="2428956753" sldId="260"/>
        </pc:sldMkLst>
      </pc:sldChg>
      <pc:sldChg chg="new">
        <pc:chgData name="Stephen Kurniawan" userId="98a6f147-1caf-47f2-8e74-24cd4be6d7bf" providerId="ADAL" clId="{A3573757-997C-4092-A300-34449357E25A}" dt="2024-04-20T21:26:21.594" v="610" actId="680"/>
        <pc:sldMkLst>
          <pc:docMk/>
          <pc:sldMk cId="2932496729" sldId="260"/>
        </pc:sldMkLst>
      </pc:sldChg>
      <pc:sldChg chg="new del ord">
        <pc:chgData name="Stephen Kurniawan" userId="98a6f147-1caf-47f2-8e74-24cd4be6d7bf" providerId="ADAL" clId="{A3573757-997C-4092-A300-34449357E25A}" dt="2024-04-20T21:51:18.072" v="946" actId="47"/>
        <pc:sldMkLst>
          <pc:docMk/>
          <pc:sldMk cId="2949166781" sldId="261"/>
        </pc:sldMkLst>
      </pc:sldChg>
      <pc:sldMasterChg chg="addSldLayout delSldLayout modSldLayout">
        <pc:chgData name="Stephen Kurniawan" userId="98a6f147-1caf-47f2-8e74-24cd4be6d7bf" providerId="ADAL" clId="{A3573757-997C-4092-A300-34449357E25A}" dt="2024-04-21T20:27:24.486" v="1376" actId="20577"/>
        <pc:sldMasterMkLst>
          <pc:docMk/>
          <pc:sldMasterMk cId="0" sldId="2147483648"/>
        </pc:sldMasterMkLst>
        <pc:sldLayoutChg chg="modSp mod">
          <pc:chgData name="Stephen Kurniawan" userId="98a6f147-1caf-47f2-8e74-24cd4be6d7bf" providerId="ADAL" clId="{A3573757-997C-4092-A300-34449357E25A}" dt="2024-04-20T21:29:18.432" v="643" actId="20577"/>
          <pc:sldLayoutMkLst>
            <pc:docMk/>
            <pc:sldMasterMk cId="0" sldId="2147483648"/>
            <pc:sldLayoutMk cId="559587025" sldId="2147483680"/>
          </pc:sldLayoutMkLst>
          <pc:spChg chg="mod">
            <ac:chgData name="Stephen Kurniawan" userId="98a6f147-1caf-47f2-8e74-24cd4be6d7bf" providerId="ADAL" clId="{A3573757-997C-4092-A300-34449357E25A}" dt="2024-04-20T21:29:18.432" v="643" actId="20577"/>
            <ac:spMkLst>
              <pc:docMk/>
              <pc:sldMasterMk cId="0" sldId="2147483648"/>
              <pc:sldLayoutMk cId="559587025" sldId="2147483680"/>
              <ac:spMk id="4" creationId="{27E03651-9F19-0E9F-6845-5A9DACA99D1B}"/>
            </ac:spMkLst>
          </pc:spChg>
        </pc:sldLayoutChg>
        <pc:sldLayoutChg chg="del">
          <pc:chgData name="Stephen Kurniawan" userId="98a6f147-1caf-47f2-8e74-24cd4be6d7bf" providerId="ADAL" clId="{A3573757-997C-4092-A300-34449357E25A}" dt="2024-04-14T19:59:35.065" v="11" actId="2696"/>
          <pc:sldLayoutMkLst>
            <pc:docMk/>
            <pc:sldMasterMk cId="0" sldId="2147483648"/>
            <pc:sldLayoutMk cId="1168663861" sldId="2147483696"/>
          </pc:sldLayoutMkLst>
        </pc:sldLayoutChg>
        <pc:sldLayoutChg chg="addSp delSp modSp mod">
          <pc:chgData name="Stephen Kurniawan" userId="98a6f147-1caf-47f2-8e74-24cd4be6d7bf" providerId="ADAL" clId="{A3573757-997C-4092-A300-34449357E25A}" dt="2024-04-20T21:36:40.631" v="937" actId="20577"/>
          <pc:sldLayoutMkLst>
            <pc:docMk/>
            <pc:sldMasterMk cId="0" sldId="2147483648"/>
            <pc:sldLayoutMk cId="722753354" sldId="2147483697"/>
          </pc:sldLayoutMkLst>
          <pc:spChg chg="add del mod">
            <ac:chgData name="Stephen Kurniawan" userId="98a6f147-1caf-47f2-8e74-24cd4be6d7bf" providerId="ADAL" clId="{A3573757-997C-4092-A300-34449357E25A}" dt="2024-04-20T21:25:50.268" v="588" actId="478"/>
            <ac:spMkLst>
              <pc:docMk/>
              <pc:sldMasterMk cId="0" sldId="2147483648"/>
              <pc:sldLayoutMk cId="722753354" sldId="2147483697"/>
              <ac:spMk id="2" creationId="{0702F21D-49F1-B9DD-5079-2D11E6CAEC57}"/>
            </ac:spMkLst>
          </pc:spChg>
          <pc:spChg chg="del">
            <ac:chgData name="Stephen Kurniawan" userId="98a6f147-1caf-47f2-8e74-24cd4be6d7bf" providerId="ADAL" clId="{A3573757-997C-4092-A300-34449357E25A}" dt="2024-04-14T20:00:01.925" v="13" actId="478"/>
            <ac:spMkLst>
              <pc:docMk/>
              <pc:sldMasterMk cId="0" sldId="2147483648"/>
              <pc:sldLayoutMk cId="722753354" sldId="2147483697"/>
              <ac:spMk id="4" creationId="{74352B10-F48A-65A4-861F-4D0C08647147}"/>
            </ac:spMkLst>
          </pc:spChg>
          <pc:spChg chg="add mod">
            <ac:chgData name="Stephen Kurniawan" userId="98a6f147-1caf-47f2-8e74-24cd4be6d7bf" providerId="ADAL" clId="{A3573757-997C-4092-A300-34449357E25A}" dt="2024-04-20T21:26:08.987" v="593" actId="1076"/>
            <ac:spMkLst>
              <pc:docMk/>
              <pc:sldMasterMk cId="0" sldId="2147483648"/>
              <pc:sldLayoutMk cId="722753354" sldId="2147483697"/>
              <ac:spMk id="4" creationId="{A6163B25-3CC5-A054-BB0C-61E91CB7B2DD}"/>
            </ac:spMkLst>
          </pc:spChg>
          <pc:spChg chg="del">
            <ac:chgData name="Stephen Kurniawan" userId="98a6f147-1caf-47f2-8e74-24cd4be6d7bf" providerId="ADAL" clId="{A3573757-997C-4092-A300-34449357E25A}" dt="2024-04-14T20:00:01.925" v="13" actId="478"/>
            <ac:spMkLst>
              <pc:docMk/>
              <pc:sldMasterMk cId="0" sldId="2147483648"/>
              <pc:sldLayoutMk cId="722753354" sldId="2147483697"/>
              <ac:spMk id="5" creationId="{4237855C-70D7-EB70-5B80-E4F2E75BA6DA}"/>
            </ac:spMkLst>
          </pc:spChg>
          <pc:spChg chg="add mod">
            <ac:chgData name="Stephen Kurniawan" userId="98a6f147-1caf-47f2-8e74-24cd4be6d7bf" providerId="ADAL" clId="{A3573757-997C-4092-A300-34449357E25A}" dt="2024-04-20T21:26:40.660" v="635" actId="20577"/>
            <ac:spMkLst>
              <pc:docMk/>
              <pc:sldMasterMk cId="0" sldId="2147483648"/>
              <pc:sldLayoutMk cId="722753354" sldId="2147483697"/>
              <ac:spMk id="5" creationId="{55F8D648-303E-D3CF-FA5D-0FBCD26B2DEF}"/>
            </ac:spMkLst>
          </pc:spChg>
          <pc:spChg chg="add del mod">
            <ac:chgData name="Stephen Kurniawan" userId="98a6f147-1caf-47f2-8e74-24cd4be6d7bf" providerId="ADAL" clId="{A3573757-997C-4092-A300-34449357E25A}" dt="2024-04-20T21:25:51.540" v="589" actId="478"/>
            <ac:spMkLst>
              <pc:docMk/>
              <pc:sldMasterMk cId="0" sldId="2147483648"/>
              <pc:sldLayoutMk cId="722753354" sldId="2147483697"/>
              <ac:spMk id="6" creationId="{05CA7EE7-1B6F-496A-A735-F8A86AB8BC55}"/>
            </ac:spMkLst>
          </pc:spChg>
          <pc:spChg chg="add mod">
            <ac:chgData name="Stephen Kurniawan" userId="98a6f147-1caf-47f2-8e74-24cd4be6d7bf" providerId="ADAL" clId="{A3573757-997C-4092-A300-34449357E25A}" dt="2024-04-20T21:36:31.831" v="909" actId="20577"/>
            <ac:spMkLst>
              <pc:docMk/>
              <pc:sldMasterMk cId="0" sldId="2147483648"/>
              <pc:sldLayoutMk cId="722753354" sldId="2147483697"/>
              <ac:spMk id="7" creationId="{1BD6E946-E69E-4ECF-9698-C30DAB1931BF}"/>
            </ac:spMkLst>
          </pc:spChg>
          <pc:spChg chg="add mod">
            <ac:chgData name="Stephen Kurniawan" userId="98a6f147-1caf-47f2-8e74-24cd4be6d7bf" providerId="ADAL" clId="{A3573757-997C-4092-A300-34449357E25A}" dt="2024-04-20T21:26:11.828" v="595" actId="1076"/>
            <ac:spMkLst>
              <pc:docMk/>
              <pc:sldMasterMk cId="0" sldId="2147483648"/>
              <pc:sldLayoutMk cId="722753354" sldId="2147483697"/>
              <ac:spMk id="8" creationId="{937B409A-F3AE-B2A9-025C-48378881774F}"/>
            </ac:spMkLst>
          </pc:spChg>
          <pc:spChg chg="del">
            <ac:chgData name="Stephen Kurniawan" userId="98a6f147-1caf-47f2-8e74-24cd4be6d7bf" providerId="ADAL" clId="{A3573757-997C-4092-A300-34449357E25A}" dt="2024-04-14T20:00:01.925" v="13" actId="478"/>
            <ac:spMkLst>
              <pc:docMk/>
              <pc:sldMasterMk cId="0" sldId="2147483648"/>
              <pc:sldLayoutMk cId="722753354" sldId="2147483697"/>
              <ac:spMk id="8" creationId="{C64B9234-BA2F-52FC-74ED-BA2B052A70DD}"/>
            </ac:spMkLst>
          </pc:spChg>
          <pc:spChg chg="del">
            <ac:chgData name="Stephen Kurniawan" userId="98a6f147-1caf-47f2-8e74-24cd4be6d7bf" providerId="ADAL" clId="{A3573757-997C-4092-A300-34449357E25A}" dt="2024-04-14T20:00:01.925" v="13" actId="478"/>
            <ac:spMkLst>
              <pc:docMk/>
              <pc:sldMasterMk cId="0" sldId="2147483648"/>
              <pc:sldLayoutMk cId="722753354" sldId="2147483697"/>
              <ac:spMk id="9" creationId="{40343696-4535-59FE-778B-1666B893C627}"/>
            </ac:spMkLst>
          </pc:spChg>
          <pc:spChg chg="add mod">
            <ac:chgData name="Stephen Kurniawan" userId="98a6f147-1caf-47f2-8e74-24cd4be6d7bf" providerId="ADAL" clId="{A3573757-997C-4092-A300-34449357E25A}" dt="2024-04-20T21:36:02.741" v="843" actId="20577"/>
            <ac:spMkLst>
              <pc:docMk/>
              <pc:sldMasterMk cId="0" sldId="2147483648"/>
              <pc:sldLayoutMk cId="722753354" sldId="2147483697"/>
              <ac:spMk id="9" creationId="{4728C75A-441F-01A5-1C67-63A3116195D8}"/>
            </ac:spMkLst>
          </pc:spChg>
          <pc:spChg chg="del">
            <ac:chgData name="Stephen Kurniawan" userId="98a6f147-1caf-47f2-8e74-24cd4be6d7bf" providerId="ADAL" clId="{A3573757-997C-4092-A300-34449357E25A}" dt="2024-04-14T20:00:01.925" v="13" actId="478"/>
            <ac:spMkLst>
              <pc:docMk/>
              <pc:sldMasterMk cId="0" sldId="2147483648"/>
              <pc:sldLayoutMk cId="722753354" sldId="2147483697"/>
              <ac:spMk id="10" creationId="{9BCAE751-925B-8146-DC9A-BACD6F445B72}"/>
            </ac:spMkLst>
          </pc:spChg>
          <pc:spChg chg="add mod">
            <ac:chgData name="Stephen Kurniawan" userId="98a6f147-1caf-47f2-8e74-24cd4be6d7bf" providerId="ADAL" clId="{A3573757-997C-4092-A300-34449357E25A}" dt="2024-04-20T21:36:40.631" v="937" actId="20577"/>
            <ac:spMkLst>
              <pc:docMk/>
              <pc:sldMasterMk cId="0" sldId="2147483648"/>
              <pc:sldLayoutMk cId="722753354" sldId="2147483697"/>
              <ac:spMk id="10" creationId="{D6DA8094-2363-169E-2AAE-D0B21C08A456}"/>
            </ac:spMkLst>
          </pc:spChg>
          <pc:spChg chg="del">
            <ac:chgData name="Stephen Kurniawan" userId="98a6f147-1caf-47f2-8e74-24cd4be6d7bf" providerId="ADAL" clId="{A3573757-997C-4092-A300-34449357E25A}" dt="2024-04-14T20:00:01.925" v="13" actId="478"/>
            <ac:spMkLst>
              <pc:docMk/>
              <pc:sldMasterMk cId="0" sldId="2147483648"/>
              <pc:sldLayoutMk cId="722753354" sldId="2147483697"/>
              <ac:spMk id="11" creationId="{5E88F323-8E44-5FE2-1A19-157C3D3D28AA}"/>
            </ac:spMkLst>
          </pc:spChg>
        </pc:sldLayoutChg>
        <pc:sldLayoutChg chg="modSp mod">
          <pc:chgData name="Stephen Kurniawan" userId="98a6f147-1caf-47f2-8e74-24cd4be6d7bf" providerId="ADAL" clId="{A3573757-997C-4092-A300-34449357E25A}" dt="2024-04-21T20:18:13.381" v="1049" actId="20577"/>
          <pc:sldLayoutMkLst>
            <pc:docMk/>
            <pc:sldMasterMk cId="0" sldId="2147483648"/>
            <pc:sldLayoutMk cId="1322924691" sldId="2147483698"/>
          </pc:sldLayoutMkLst>
          <pc:spChg chg="mod">
            <ac:chgData name="Stephen Kurniawan" userId="98a6f147-1caf-47f2-8e74-24cd4be6d7bf" providerId="ADAL" clId="{A3573757-997C-4092-A300-34449357E25A}" dt="2024-04-21T20:17:31.970" v="1030" actId="1076"/>
            <ac:spMkLst>
              <pc:docMk/>
              <pc:sldMasterMk cId="0" sldId="2147483648"/>
              <pc:sldLayoutMk cId="1322924691" sldId="2147483698"/>
              <ac:spMk id="6" creationId="{0B1971B2-10F1-8B78-CD6A-872D2D3FF5EC}"/>
            </ac:spMkLst>
          </pc:spChg>
          <pc:spChg chg="mod">
            <ac:chgData name="Stephen Kurniawan" userId="98a6f147-1caf-47f2-8e74-24cd4be6d7bf" providerId="ADAL" clId="{A3573757-997C-4092-A300-34449357E25A}" dt="2024-04-21T20:18:11.368" v="1048" actId="20577"/>
            <ac:spMkLst>
              <pc:docMk/>
              <pc:sldMasterMk cId="0" sldId="2147483648"/>
              <pc:sldLayoutMk cId="1322924691" sldId="2147483698"/>
              <ac:spMk id="8" creationId="{1533D51C-0561-5F1F-FCCD-8256995D7851}"/>
            </ac:spMkLst>
          </pc:spChg>
          <pc:spChg chg="mod">
            <ac:chgData name="Stephen Kurniawan" userId="98a6f147-1caf-47f2-8e74-24cd4be6d7bf" providerId="ADAL" clId="{A3573757-997C-4092-A300-34449357E25A}" dt="2024-04-21T20:17:55.204" v="1038" actId="207"/>
            <ac:spMkLst>
              <pc:docMk/>
              <pc:sldMasterMk cId="0" sldId="2147483648"/>
              <pc:sldLayoutMk cId="1322924691" sldId="2147483698"/>
              <ac:spMk id="9" creationId="{8ABFA118-4DF0-EF68-D397-3ED8EB97B776}"/>
            </ac:spMkLst>
          </pc:spChg>
          <pc:spChg chg="mod">
            <ac:chgData name="Stephen Kurniawan" userId="98a6f147-1caf-47f2-8e74-24cd4be6d7bf" providerId="ADAL" clId="{A3573757-997C-4092-A300-34449357E25A}" dt="2024-04-21T20:18:13.381" v="1049" actId="20577"/>
            <ac:spMkLst>
              <pc:docMk/>
              <pc:sldMasterMk cId="0" sldId="2147483648"/>
              <pc:sldLayoutMk cId="1322924691" sldId="2147483698"/>
              <ac:spMk id="10" creationId="{0C35CC88-21D9-0F7A-6CD6-497149F3BFD6}"/>
            </ac:spMkLst>
          </pc:spChg>
        </pc:sldLayoutChg>
        <pc:sldLayoutChg chg="addSp delSp modSp mod">
          <pc:chgData name="Stephen Kurniawan" userId="98a6f147-1caf-47f2-8e74-24cd4be6d7bf" providerId="ADAL" clId="{A3573757-997C-4092-A300-34449357E25A}" dt="2024-04-21T20:22:46.644" v="1333" actId="20577"/>
          <pc:sldLayoutMkLst>
            <pc:docMk/>
            <pc:sldMasterMk cId="0" sldId="2147483648"/>
            <pc:sldLayoutMk cId="1301541648" sldId="2147483700"/>
          </pc:sldLayoutMkLst>
          <pc:spChg chg="del">
            <ac:chgData name="Stephen Kurniawan" userId="98a6f147-1caf-47f2-8e74-24cd4be6d7bf" providerId="ADAL" clId="{A3573757-997C-4092-A300-34449357E25A}" dt="2024-04-21T20:19:27.795" v="1054" actId="478"/>
            <ac:spMkLst>
              <pc:docMk/>
              <pc:sldMasterMk cId="0" sldId="2147483648"/>
              <pc:sldLayoutMk cId="1301541648" sldId="2147483700"/>
              <ac:spMk id="3" creationId="{26E36A7A-50BC-A8A4-8B3A-26639B00E718}"/>
            </ac:spMkLst>
          </pc:spChg>
          <pc:spChg chg="del">
            <ac:chgData name="Stephen Kurniawan" userId="98a6f147-1caf-47f2-8e74-24cd4be6d7bf" providerId="ADAL" clId="{A3573757-997C-4092-A300-34449357E25A}" dt="2024-04-21T20:19:27.795" v="1054" actId="478"/>
            <ac:spMkLst>
              <pc:docMk/>
              <pc:sldMasterMk cId="0" sldId="2147483648"/>
              <pc:sldLayoutMk cId="1301541648" sldId="2147483700"/>
              <ac:spMk id="4" creationId="{9A6ED105-63CE-8830-117F-294EF966FD17}"/>
            </ac:spMkLst>
          </pc:spChg>
          <pc:spChg chg="del mod">
            <ac:chgData name="Stephen Kurniawan" userId="98a6f147-1caf-47f2-8e74-24cd4be6d7bf" providerId="ADAL" clId="{A3573757-997C-4092-A300-34449357E25A}" dt="2024-04-21T20:19:27.795" v="1054" actId="478"/>
            <ac:spMkLst>
              <pc:docMk/>
              <pc:sldMasterMk cId="0" sldId="2147483648"/>
              <pc:sldLayoutMk cId="1301541648" sldId="2147483700"/>
              <ac:spMk id="5" creationId="{4E640DE2-3F21-FEA7-765A-0FDE332A79A4}"/>
            </ac:spMkLst>
          </pc:spChg>
          <pc:spChg chg="del">
            <ac:chgData name="Stephen Kurniawan" userId="98a6f147-1caf-47f2-8e74-24cd4be6d7bf" providerId="ADAL" clId="{A3573757-997C-4092-A300-34449357E25A}" dt="2024-04-21T20:19:27.795" v="1054" actId="478"/>
            <ac:spMkLst>
              <pc:docMk/>
              <pc:sldMasterMk cId="0" sldId="2147483648"/>
              <pc:sldLayoutMk cId="1301541648" sldId="2147483700"/>
              <ac:spMk id="6" creationId="{5813634B-C1CF-2576-C8A6-91866D56E4BA}"/>
            </ac:spMkLst>
          </pc:spChg>
          <pc:spChg chg="del">
            <ac:chgData name="Stephen Kurniawan" userId="98a6f147-1caf-47f2-8e74-24cd4be6d7bf" providerId="ADAL" clId="{A3573757-997C-4092-A300-34449357E25A}" dt="2024-04-21T20:19:27.795" v="1054" actId="478"/>
            <ac:spMkLst>
              <pc:docMk/>
              <pc:sldMasterMk cId="0" sldId="2147483648"/>
              <pc:sldLayoutMk cId="1301541648" sldId="2147483700"/>
              <ac:spMk id="7" creationId="{85D452FD-1D1D-A063-A01C-62E121A92ABC}"/>
            </ac:spMkLst>
          </pc:spChg>
          <pc:spChg chg="del mod">
            <ac:chgData name="Stephen Kurniawan" userId="98a6f147-1caf-47f2-8e74-24cd4be6d7bf" providerId="ADAL" clId="{A3573757-997C-4092-A300-34449357E25A}" dt="2024-04-21T20:19:27.795" v="1054" actId="478"/>
            <ac:spMkLst>
              <pc:docMk/>
              <pc:sldMasterMk cId="0" sldId="2147483648"/>
              <pc:sldLayoutMk cId="1301541648" sldId="2147483700"/>
              <ac:spMk id="8" creationId="{9B4A3C71-1E5B-7DEF-E029-5B3B8680915E}"/>
            </ac:spMkLst>
          </pc:spChg>
          <pc:spChg chg="add del mod">
            <ac:chgData name="Stephen Kurniawan" userId="98a6f147-1caf-47f2-8e74-24cd4be6d7bf" providerId="ADAL" clId="{A3573757-997C-4092-A300-34449357E25A}" dt="2024-04-21T20:20:47.935" v="1170" actId="478"/>
            <ac:spMkLst>
              <pc:docMk/>
              <pc:sldMasterMk cId="0" sldId="2147483648"/>
              <pc:sldLayoutMk cId="1301541648" sldId="2147483700"/>
              <ac:spMk id="9" creationId="{8A313A4E-C9EF-1BDE-E83A-E57762D1A42A}"/>
            </ac:spMkLst>
          </pc:spChg>
          <pc:spChg chg="add del mod">
            <ac:chgData name="Stephen Kurniawan" userId="98a6f147-1caf-47f2-8e74-24cd4be6d7bf" providerId="ADAL" clId="{A3573757-997C-4092-A300-34449357E25A}" dt="2024-04-21T20:20:47.935" v="1170" actId="478"/>
            <ac:spMkLst>
              <pc:docMk/>
              <pc:sldMasterMk cId="0" sldId="2147483648"/>
              <pc:sldLayoutMk cId="1301541648" sldId="2147483700"/>
              <ac:spMk id="10" creationId="{880C59C2-1084-EDB7-1473-09F6D15B5952}"/>
            </ac:spMkLst>
          </pc:spChg>
          <pc:spChg chg="add del mod">
            <ac:chgData name="Stephen Kurniawan" userId="98a6f147-1caf-47f2-8e74-24cd4be6d7bf" providerId="ADAL" clId="{A3573757-997C-4092-A300-34449357E25A}" dt="2024-04-21T20:20:47.935" v="1170" actId="478"/>
            <ac:spMkLst>
              <pc:docMk/>
              <pc:sldMasterMk cId="0" sldId="2147483648"/>
              <pc:sldLayoutMk cId="1301541648" sldId="2147483700"/>
              <ac:spMk id="11" creationId="{5A1B57FD-7F4F-BD66-4890-4A9ECBFF6084}"/>
            </ac:spMkLst>
          </pc:spChg>
          <pc:spChg chg="add del mod">
            <ac:chgData name="Stephen Kurniawan" userId="98a6f147-1caf-47f2-8e74-24cd4be6d7bf" providerId="ADAL" clId="{A3573757-997C-4092-A300-34449357E25A}" dt="2024-04-21T20:20:47.935" v="1170" actId="478"/>
            <ac:spMkLst>
              <pc:docMk/>
              <pc:sldMasterMk cId="0" sldId="2147483648"/>
              <pc:sldLayoutMk cId="1301541648" sldId="2147483700"/>
              <ac:spMk id="12" creationId="{C04D7DC4-4561-AE33-75A7-C7AB759727FF}"/>
            </ac:spMkLst>
          </pc:spChg>
          <pc:spChg chg="add del mod">
            <ac:chgData name="Stephen Kurniawan" userId="98a6f147-1caf-47f2-8e74-24cd4be6d7bf" providerId="ADAL" clId="{A3573757-997C-4092-A300-34449357E25A}" dt="2024-04-21T20:20:47.935" v="1170" actId="478"/>
            <ac:spMkLst>
              <pc:docMk/>
              <pc:sldMasterMk cId="0" sldId="2147483648"/>
              <pc:sldLayoutMk cId="1301541648" sldId="2147483700"/>
              <ac:spMk id="13" creationId="{3C228EA4-0507-8BD3-A5CD-3C83FEE0D4D1}"/>
            </ac:spMkLst>
          </pc:spChg>
          <pc:spChg chg="add del mod">
            <ac:chgData name="Stephen Kurniawan" userId="98a6f147-1caf-47f2-8e74-24cd4be6d7bf" providerId="ADAL" clId="{A3573757-997C-4092-A300-34449357E25A}" dt="2024-04-21T20:20:47.935" v="1170" actId="478"/>
            <ac:spMkLst>
              <pc:docMk/>
              <pc:sldMasterMk cId="0" sldId="2147483648"/>
              <pc:sldLayoutMk cId="1301541648" sldId="2147483700"/>
              <ac:spMk id="14" creationId="{C1E49E93-D344-1E19-EBC7-E5191279BD49}"/>
            </ac:spMkLst>
          </pc:spChg>
          <pc:spChg chg="add mod">
            <ac:chgData name="Stephen Kurniawan" userId="98a6f147-1caf-47f2-8e74-24cd4be6d7bf" providerId="ADAL" clId="{A3573757-997C-4092-A300-34449357E25A}" dt="2024-04-21T20:20:48.112" v="1171"/>
            <ac:spMkLst>
              <pc:docMk/>
              <pc:sldMasterMk cId="0" sldId="2147483648"/>
              <pc:sldLayoutMk cId="1301541648" sldId="2147483700"/>
              <ac:spMk id="15" creationId="{66DCE902-0CF5-C96E-134A-329F0D642FE0}"/>
            </ac:spMkLst>
          </pc:spChg>
          <pc:spChg chg="add mod">
            <ac:chgData name="Stephen Kurniawan" userId="98a6f147-1caf-47f2-8e74-24cd4be6d7bf" providerId="ADAL" clId="{A3573757-997C-4092-A300-34449357E25A}" dt="2024-04-21T20:20:48.112" v="1171"/>
            <ac:spMkLst>
              <pc:docMk/>
              <pc:sldMasterMk cId="0" sldId="2147483648"/>
              <pc:sldLayoutMk cId="1301541648" sldId="2147483700"/>
              <ac:spMk id="16" creationId="{32E36152-3B8A-A4D3-5FE2-F3745B5A0C0C}"/>
            </ac:spMkLst>
          </pc:spChg>
          <pc:spChg chg="add mod">
            <ac:chgData name="Stephen Kurniawan" userId="98a6f147-1caf-47f2-8e74-24cd4be6d7bf" providerId="ADAL" clId="{A3573757-997C-4092-A300-34449357E25A}" dt="2024-04-21T20:22:45.563" v="1332" actId="20577"/>
            <ac:spMkLst>
              <pc:docMk/>
              <pc:sldMasterMk cId="0" sldId="2147483648"/>
              <pc:sldLayoutMk cId="1301541648" sldId="2147483700"/>
              <ac:spMk id="17" creationId="{DAB35957-4830-5188-DE75-08269B3B2C87}"/>
            </ac:spMkLst>
          </pc:spChg>
          <pc:spChg chg="add mod">
            <ac:chgData name="Stephen Kurniawan" userId="98a6f147-1caf-47f2-8e74-24cd4be6d7bf" providerId="ADAL" clId="{A3573757-997C-4092-A300-34449357E25A}" dt="2024-04-21T20:20:48.112" v="1171"/>
            <ac:spMkLst>
              <pc:docMk/>
              <pc:sldMasterMk cId="0" sldId="2147483648"/>
              <pc:sldLayoutMk cId="1301541648" sldId="2147483700"/>
              <ac:spMk id="18" creationId="{07869742-E182-2960-5EC4-DBA0527D0989}"/>
            </ac:spMkLst>
          </pc:spChg>
          <pc:spChg chg="add mod">
            <ac:chgData name="Stephen Kurniawan" userId="98a6f147-1caf-47f2-8e74-24cd4be6d7bf" providerId="ADAL" clId="{A3573757-997C-4092-A300-34449357E25A}" dt="2024-04-21T20:20:48.112" v="1171"/>
            <ac:spMkLst>
              <pc:docMk/>
              <pc:sldMasterMk cId="0" sldId="2147483648"/>
              <pc:sldLayoutMk cId="1301541648" sldId="2147483700"/>
              <ac:spMk id="19" creationId="{C678E55D-C69D-3910-7E65-61C3A602EC80}"/>
            </ac:spMkLst>
          </pc:spChg>
          <pc:spChg chg="add mod">
            <ac:chgData name="Stephen Kurniawan" userId="98a6f147-1caf-47f2-8e74-24cd4be6d7bf" providerId="ADAL" clId="{A3573757-997C-4092-A300-34449357E25A}" dt="2024-04-21T20:22:46.644" v="1333" actId="20577"/>
            <ac:spMkLst>
              <pc:docMk/>
              <pc:sldMasterMk cId="0" sldId="2147483648"/>
              <pc:sldLayoutMk cId="1301541648" sldId="2147483700"/>
              <ac:spMk id="20" creationId="{C14B1A93-0DD5-EDA2-A06A-EFB42FF5E484}"/>
            </ac:spMkLst>
          </pc:spChg>
        </pc:sldLayoutChg>
        <pc:sldLayoutChg chg="mod">
          <pc:chgData name="Stephen Kurniawan" userId="98a6f147-1caf-47f2-8e74-24cd4be6d7bf" providerId="ADAL" clId="{A3573757-997C-4092-A300-34449357E25A}" dt="2024-04-20T20:43:07.269" v="60" actId="6014"/>
          <pc:sldLayoutMkLst>
            <pc:docMk/>
            <pc:sldMasterMk cId="0" sldId="2147483648"/>
            <pc:sldLayoutMk cId="528027444" sldId="2147483702"/>
          </pc:sldLayoutMkLst>
        </pc:sldLayoutChg>
        <pc:sldLayoutChg chg="mod">
          <pc:chgData name="Stephen Kurniawan" userId="98a6f147-1caf-47f2-8e74-24cd4be6d7bf" providerId="ADAL" clId="{A3573757-997C-4092-A300-34449357E25A}" dt="2024-04-20T20:45:07.428" v="76" actId="6014"/>
          <pc:sldLayoutMkLst>
            <pc:docMk/>
            <pc:sldMasterMk cId="0" sldId="2147483648"/>
            <pc:sldLayoutMk cId="3942666572" sldId="2147483706"/>
          </pc:sldLayoutMkLst>
        </pc:sldLayoutChg>
        <pc:sldLayoutChg chg="mod">
          <pc:chgData name="Stephen Kurniawan" userId="98a6f147-1caf-47f2-8e74-24cd4be6d7bf" providerId="ADAL" clId="{A3573757-997C-4092-A300-34449357E25A}" dt="2024-04-20T20:43:17.528" v="61" actId="6014"/>
          <pc:sldLayoutMkLst>
            <pc:docMk/>
            <pc:sldMasterMk cId="0" sldId="2147483648"/>
            <pc:sldLayoutMk cId="1992892987" sldId="2147483707"/>
          </pc:sldLayoutMkLst>
        </pc:sldLayoutChg>
        <pc:sldLayoutChg chg="addSp delSp modSp new mod">
          <pc:chgData name="Stephen Kurniawan" userId="98a6f147-1caf-47f2-8e74-24cd4be6d7bf" providerId="ADAL" clId="{A3573757-997C-4092-A300-34449357E25A}" dt="2024-04-20T20:45:13.900" v="77" actId="6014"/>
          <pc:sldLayoutMkLst>
            <pc:docMk/>
            <pc:sldMasterMk cId="0" sldId="2147483648"/>
            <pc:sldLayoutMk cId="3835546496" sldId="2147483708"/>
          </pc:sldLayoutMkLst>
          <pc:spChg chg="del">
            <ac:chgData name="Stephen Kurniawan" userId="98a6f147-1caf-47f2-8e74-24cd4be6d7bf" providerId="ADAL" clId="{A3573757-997C-4092-A300-34449357E25A}" dt="2024-04-14T19:56:44.063" v="3" actId="478"/>
            <ac:spMkLst>
              <pc:docMk/>
              <pc:sldMasterMk cId="0" sldId="2147483648"/>
              <pc:sldLayoutMk cId="3835546496" sldId="2147483708"/>
              <ac:spMk id="2" creationId="{E0F595F2-DB54-643C-3D73-C6863CEA7AF6}"/>
            </ac:spMkLst>
          </pc:spChg>
          <pc:picChg chg="add mod">
            <ac:chgData name="Stephen Kurniawan" userId="98a6f147-1caf-47f2-8e74-24cd4be6d7bf" providerId="ADAL" clId="{A3573757-997C-4092-A300-34449357E25A}" dt="2024-04-14T19:56:39.433" v="2"/>
            <ac:picMkLst>
              <pc:docMk/>
              <pc:sldMasterMk cId="0" sldId="2147483648"/>
              <pc:sldLayoutMk cId="3835546496" sldId="2147483708"/>
              <ac:picMk id="4" creationId="{994F3E0E-FF84-BE65-9293-E265CE6774F9}"/>
            </ac:picMkLst>
          </pc:picChg>
        </pc:sldLayoutChg>
        <pc:sldLayoutChg chg="new del mod">
          <pc:chgData name="Stephen Kurniawan" userId="98a6f147-1caf-47f2-8e74-24cd4be6d7bf" providerId="ADAL" clId="{A3573757-997C-4092-A300-34449357E25A}" dt="2024-04-14T20:04:00.053" v="50" actId="2696"/>
          <pc:sldLayoutMkLst>
            <pc:docMk/>
            <pc:sldMasterMk cId="0" sldId="2147483648"/>
            <pc:sldLayoutMk cId="4038812452" sldId="2147483709"/>
          </pc:sldLayoutMkLst>
        </pc:sldLayoutChg>
        <pc:sldLayoutChg chg="del mod">
          <pc:chgData name="Stephen Kurniawan" userId="98a6f147-1caf-47f2-8e74-24cd4be6d7bf" providerId="ADAL" clId="{A3573757-997C-4092-A300-34449357E25A}" dt="2024-04-20T21:14:39.179" v="429" actId="2696"/>
          <pc:sldLayoutMkLst>
            <pc:docMk/>
            <pc:sldMasterMk cId="0" sldId="2147483648"/>
            <pc:sldLayoutMk cId="2143942274" sldId="2147483710"/>
          </pc:sldLayoutMkLst>
        </pc:sldLayoutChg>
        <pc:sldLayoutChg chg="addSp delSp modSp new mod">
          <pc:chgData name="Stephen Kurniawan" userId="98a6f147-1caf-47f2-8e74-24cd4be6d7bf" providerId="ADAL" clId="{A3573757-997C-4092-A300-34449357E25A}" dt="2024-04-20T21:30:02.592" v="713" actId="20577"/>
          <pc:sldLayoutMkLst>
            <pc:docMk/>
            <pc:sldMasterMk cId="0" sldId="2147483648"/>
            <pc:sldLayoutMk cId="4289453838" sldId="2147483711"/>
          </pc:sldLayoutMkLst>
          <pc:spChg chg="del">
            <ac:chgData name="Stephen Kurniawan" userId="98a6f147-1caf-47f2-8e74-24cd4be6d7bf" providerId="ADAL" clId="{A3573757-997C-4092-A300-34449357E25A}" dt="2024-04-14T20:00:27.343" v="16" actId="478"/>
            <ac:spMkLst>
              <pc:docMk/>
              <pc:sldMasterMk cId="0" sldId="2147483648"/>
              <pc:sldLayoutMk cId="4289453838" sldId="2147483711"/>
              <ac:spMk id="2" creationId="{78DFC1C5-5233-0CC3-6869-875E9E5539B3}"/>
            </ac:spMkLst>
          </pc:spChg>
          <pc:spChg chg="add mod">
            <ac:chgData name="Stephen Kurniawan" userId="98a6f147-1caf-47f2-8e74-24cd4be6d7bf" providerId="ADAL" clId="{A3573757-997C-4092-A300-34449357E25A}" dt="2024-04-20T21:29:41.292" v="645"/>
            <ac:spMkLst>
              <pc:docMk/>
              <pc:sldMasterMk cId="0" sldId="2147483648"/>
              <pc:sldLayoutMk cId="4289453838" sldId="2147483711"/>
              <ac:spMk id="2" creationId="{F47D0834-3787-5C4F-321A-0463F82B9B5A}"/>
            </ac:spMkLst>
          </pc:spChg>
          <pc:spChg chg="add del mod">
            <ac:chgData name="Stephen Kurniawan" userId="98a6f147-1caf-47f2-8e74-24cd4be6d7bf" providerId="ADAL" clId="{A3573757-997C-4092-A300-34449357E25A}" dt="2024-04-20T21:29:41.030" v="644" actId="478"/>
            <ac:spMkLst>
              <pc:docMk/>
              <pc:sldMasterMk cId="0" sldId="2147483648"/>
              <pc:sldLayoutMk cId="4289453838" sldId="2147483711"/>
              <ac:spMk id="5" creationId="{9EC3CBA6-1327-0607-375E-2F4693D13ADE}"/>
            </ac:spMkLst>
          </pc:spChg>
          <pc:spChg chg="add mod">
            <ac:chgData name="Stephen Kurniawan" userId="98a6f147-1caf-47f2-8e74-24cd4be6d7bf" providerId="ADAL" clId="{A3573757-997C-4092-A300-34449357E25A}" dt="2024-04-20T21:29:48.967" v="670" actId="20577"/>
            <ac:spMkLst>
              <pc:docMk/>
              <pc:sldMasterMk cId="0" sldId="2147483648"/>
              <pc:sldLayoutMk cId="4289453838" sldId="2147483711"/>
              <ac:spMk id="6" creationId="{200B5792-4EEE-6042-BBF2-BF4B61CD5201}"/>
            </ac:spMkLst>
          </pc:spChg>
          <pc:spChg chg="add mod">
            <ac:chgData name="Stephen Kurniawan" userId="98a6f147-1caf-47f2-8e74-24cd4be6d7bf" providerId="ADAL" clId="{A3573757-997C-4092-A300-34449357E25A}" dt="2024-04-20T21:30:02.592" v="713" actId="20577"/>
            <ac:spMkLst>
              <pc:docMk/>
              <pc:sldMasterMk cId="0" sldId="2147483648"/>
              <pc:sldLayoutMk cId="4289453838" sldId="2147483711"/>
              <ac:spMk id="7" creationId="{706A5440-6CE8-7F9E-D16A-36ECD2C094AA}"/>
            </ac:spMkLst>
          </pc:spChg>
          <pc:picChg chg="add mod">
            <ac:chgData name="Stephen Kurniawan" userId="98a6f147-1caf-47f2-8e74-24cd4be6d7bf" providerId="ADAL" clId="{A3573757-997C-4092-A300-34449357E25A}" dt="2024-04-14T20:00:27.539" v="17"/>
            <ac:picMkLst>
              <pc:docMk/>
              <pc:sldMasterMk cId="0" sldId="2147483648"/>
              <pc:sldLayoutMk cId="4289453838" sldId="2147483711"/>
              <ac:picMk id="4" creationId="{9C70018D-2600-F179-64B7-774DDAB4261C}"/>
            </ac:picMkLst>
          </pc:picChg>
        </pc:sldLayoutChg>
        <pc:sldLayoutChg chg="addSp delSp modSp new mod">
          <pc:chgData name="Stephen Kurniawan" userId="98a6f147-1caf-47f2-8e74-24cd4be6d7bf" providerId="ADAL" clId="{A3573757-997C-4092-A300-34449357E25A}" dt="2024-04-20T21:36:54.026" v="942" actId="20577"/>
          <pc:sldLayoutMkLst>
            <pc:docMk/>
            <pc:sldMasterMk cId="0" sldId="2147483648"/>
            <pc:sldLayoutMk cId="232964768" sldId="2147483712"/>
          </pc:sldLayoutMkLst>
          <pc:spChg chg="add mod">
            <ac:chgData name="Stephen Kurniawan" userId="98a6f147-1caf-47f2-8e74-24cd4be6d7bf" providerId="ADAL" clId="{A3573757-997C-4092-A300-34449357E25A}" dt="2024-04-20T21:30:11.434" v="717"/>
            <ac:spMkLst>
              <pc:docMk/>
              <pc:sldMasterMk cId="0" sldId="2147483648"/>
              <pc:sldLayoutMk cId="232964768" sldId="2147483712"/>
              <ac:spMk id="2" creationId="{17EAB587-AA6B-F6A3-72F0-E3282426ACB2}"/>
            </ac:spMkLst>
          </pc:spChg>
          <pc:spChg chg="del">
            <ac:chgData name="Stephen Kurniawan" userId="98a6f147-1caf-47f2-8e74-24cd4be6d7bf" providerId="ADAL" clId="{A3573757-997C-4092-A300-34449357E25A}" dt="2024-04-14T20:00:50.057" v="21" actId="478"/>
            <ac:spMkLst>
              <pc:docMk/>
              <pc:sldMasterMk cId="0" sldId="2147483648"/>
              <pc:sldLayoutMk cId="232964768" sldId="2147483712"/>
              <ac:spMk id="2" creationId="{C3015815-BBE6-5336-A819-32D36A45307F}"/>
            </ac:spMkLst>
          </pc:spChg>
          <pc:spChg chg="add del mod">
            <ac:chgData name="Stephen Kurniawan" userId="98a6f147-1caf-47f2-8e74-24cd4be6d7bf" providerId="ADAL" clId="{A3573757-997C-4092-A300-34449357E25A}" dt="2024-04-20T21:30:11.235" v="716" actId="478"/>
            <ac:spMkLst>
              <pc:docMk/>
              <pc:sldMasterMk cId="0" sldId="2147483648"/>
              <pc:sldLayoutMk cId="232964768" sldId="2147483712"/>
              <ac:spMk id="5" creationId="{1F56EA47-3B28-AF54-EF59-031A2155B13D}"/>
            </ac:spMkLst>
          </pc:spChg>
          <pc:spChg chg="add mod">
            <ac:chgData name="Stephen Kurniawan" userId="98a6f147-1caf-47f2-8e74-24cd4be6d7bf" providerId="ADAL" clId="{A3573757-997C-4092-A300-34449357E25A}" dt="2024-04-20T21:30:20.055" v="729" actId="20577"/>
            <ac:spMkLst>
              <pc:docMk/>
              <pc:sldMasterMk cId="0" sldId="2147483648"/>
              <pc:sldLayoutMk cId="232964768" sldId="2147483712"/>
              <ac:spMk id="6" creationId="{0341D8F5-98B0-D6E8-90B4-E12B8EE2DE3D}"/>
            </ac:spMkLst>
          </pc:spChg>
          <pc:spChg chg="add mod">
            <ac:chgData name="Stephen Kurniawan" userId="98a6f147-1caf-47f2-8e74-24cd4be6d7bf" providerId="ADAL" clId="{A3573757-997C-4092-A300-34449357E25A}" dt="2024-04-20T21:36:54.026" v="942" actId="20577"/>
            <ac:spMkLst>
              <pc:docMk/>
              <pc:sldMasterMk cId="0" sldId="2147483648"/>
              <pc:sldLayoutMk cId="232964768" sldId="2147483712"/>
              <ac:spMk id="7" creationId="{822EC0A3-1DEA-D960-5087-A56EC6D69306}"/>
            </ac:spMkLst>
          </pc:spChg>
          <pc:picChg chg="add mod">
            <ac:chgData name="Stephen Kurniawan" userId="98a6f147-1caf-47f2-8e74-24cd4be6d7bf" providerId="ADAL" clId="{A3573757-997C-4092-A300-34449357E25A}" dt="2024-04-20T21:30:08.858" v="715" actId="1076"/>
            <ac:picMkLst>
              <pc:docMk/>
              <pc:sldMasterMk cId="0" sldId="2147483648"/>
              <pc:sldLayoutMk cId="232964768" sldId="2147483712"/>
              <ac:picMk id="4" creationId="{72049E8A-E580-9C81-F309-8B5829412769}"/>
            </ac:picMkLst>
          </pc:picChg>
        </pc:sldLayoutChg>
        <pc:sldLayoutChg chg="addSp delSp modSp new mod">
          <pc:chgData name="Stephen Kurniawan" userId="98a6f147-1caf-47f2-8e74-24cd4be6d7bf" providerId="ADAL" clId="{A3573757-997C-4092-A300-34449357E25A}" dt="2024-04-20T21:31:26.987" v="818" actId="20577"/>
          <pc:sldLayoutMkLst>
            <pc:docMk/>
            <pc:sldMasterMk cId="0" sldId="2147483648"/>
            <pc:sldLayoutMk cId="1976441686" sldId="2147483713"/>
          </pc:sldLayoutMkLst>
          <pc:spChg chg="add mod">
            <ac:chgData name="Stephen Kurniawan" userId="98a6f147-1caf-47f2-8e74-24cd4be6d7bf" providerId="ADAL" clId="{A3573757-997C-4092-A300-34449357E25A}" dt="2024-04-20T21:31:19.039" v="813" actId="1076"/>
            <ac:spMkLst>
              <pc:docMk/>
              <pc:sldMasterMk cId="0" sldId="2147483648"/>
              <pc:sldLayoutMk cId="1976441686" sldId="2147483713"/>
              <ac:spMk id="2" creationId="{45610D7D-2EDE-DAC9-6FB7-7B2D560ACD9D}"/>
            </ac:spMkLst>
          </pc:spChg>
          <pc:spChg chg="del">
            <ac:chgData name="Stephen Kurniawan" userId="98a6f147-1caf-47f2-8e74-24cd4be6d7bf" providerId="ADAL" clId="{A3573757-997C-4092-A300-34449357E25A}" dt="2024-04-14T20:01:03.315" v="24" actId="478"/>
            <ac:spMkLst>
              <pc:docMk/>
              <pc:sldMasterMk cId="0" sldId="2147483648"/>
              <pc:sldLayoutMk cId="1976441686" sldId="2147483713"/>
              <ac:spMk id="2" creationId="{CE800459-A61A-5C61-618E-653DADD5D938}"/>
            </ac:spMkLst>
          </pc:spChg>
          <pc:spChg chg="add del mod">
            <ac:chgData name="Stephen Kurniawan" userId="98a6f147-1caf-47f2-8e74-24cd4be6d7bf" providerId="ADAL" clId="{A3573757-997C-4092-A300-34449357E25A}" dt="2024-04-20T21:30:41.577" v="766" actId="478"/>
            <ac:spMkLst>
              <pc:docMk/>
              <pc:sldMasterMk cId="0" sldId="2147483648"/>
              <pc:sldLayoutMk cId="1976441686" sldId="2147483713"/>
              <ac:spMk id="5" creationId="{08AB3E84-BB7A-5F8A-B91A-F19840715248}"/>
            </ac:spMkLst>
          </pc:spChg>
          <pc:spChg chg="add mod">
            <ac:chgData name="Stephen Kurniawan" userId="98a6f147-1caf-47f2-8e74-24cd4be6d7bf" providerId="ADAL" clId="{A3573757-997C-4092-A300-34449357E25A}" dt="2024-04-20T21:31:19.039" v="813" actId="1076"/>
            <ac:spMkLst>
              <pc:docMk/>
              <pc:sldMasterMk cId="0" sldId="2147483648"/>
              <pc:sldLayoutMk cId="1976441686" sldId="2147483713"/>
              <ac:spMk id="6" creationId="{8506C89B-C1DE-55DD-9375-AC8953940534}"/>
            </ac:spMkLst>
          </pc:spChg>
          <pc:spChg chg="add mod">
            <ac:chgData name="Stephen Kurniawan" userId="98a6f147-1caf-47f2-8e74-24cd4be6d7bf" providerId="ADAL" clId="{A3573757-997C-4092-A300-34449357E25A}" dt="2024-04-20T21:31:26.987" v="818" actId="20577"/>
            <ac:spMkLst>
              <pc:docMk/>
              <pc:sldMasterMk cId="0" sldId="2147483648"/>
              <pc:sldLayoutMk cId="1976441686" sldId="2147483713"/>
              <ac:spMk id="7" creationId="{622D4179-8A15-0B66-DC0A-46A863D34420}"/>
            </ac:spMkLst>
          </pc:spChg>
          <pc:picChg chg="add mod">
            <ac:chgData name="Stephen Kurniawan" userId="98a6f147-1caf-47f2-8e74-24cd4be6d7bf" providerId="ADAL" clId="{A3573757-997C-4092-A300-34449357E25A}" dt="2024-04-20T21:31:12.542" v="812" actId="1076"/>
            <ac:picMkLst>
              <pc:docMk/>
              <pc:sldMasterMk cId="0" sldId="2147483648"/>
              <pc:sldLayoutMk cId="1976441686" sldId="2147483713"/>
              <ac:picMk id="4" creationId="{6C78FAEF-817F-33BF-EB16-9086E69F3FB6}"/>
            </ac:picMkLst>
          </pc:picChg>
        </pc:sldLayoutChg>
        <pc:sldLayoutChg chg="addSp delSp modSp new mod setBg">
          <pc:chgData name="Stephen Kurniawan" userId="98a6f147-1caf-47f2-8e74-24cd4be6d7bf" providerId="ADAL" clId="{A3573757-997C-4092-A300-34449357E25A}" dt="2024-04-21T20:12:57.685" v="952" actId="207"/>
          <pc:sldLayoutMkLst>
            <pc:docMk/>
            <pc:sldMasterMk cId="0" sldId="2147483648"/>
            <pc:sldLayoutMk cId="3713610194" sldId="2147483714"/>
          </pc:sldLayoutMkLst>
          <pc:spChg chg="del">
            <ac:chgData name="Stephen Kurniawan" userId="98a6f147-1caf-47f2-8e74-24cd4be6d7bf" providerId="ADAL" clId="{A3573757-997C-4092-A300-34449357E25A}" dt="2024-04-14T20:01:21.033" v="28" actId="478"/>
            <ac:spMkLst>
              <pc:docMk/>
              <pc:sldMasterMk cId="0" sldId="2147483648"/>
              <pc:sldLayoutMk cId="3713610194" sldId="2147483714"/>
              <ac:spMk id="2" creationId="{1A49643B-9F6E-CCC1-5F12-B2DE8B433DB1}"/>
            </ac:spMkLst>
          </pc:spChg>
          <pc:spChg chg="add mod">
            <ac:chgData name="Stephen Kurniawan" userId="98a6f147-1caf-47f2-8e74-24cd4be6d7bf" providerId="ADAL" clId="{A3573757-997C-4092-A300-34449357E25A}" dt="2024-04-20T21:16:26.288" v="436" actId="21"/>
            <ac:spMkLst>
              <pc:docMk/>
              <pc:sldMasterMk cId="0" sldId="2147483648"/>
              <pc:sldLayoutMk cId="3713610194" sldId="2147483714"/>
              <ac:spMk id="2" creationId="{2AB994C5-7F13-497D-917B-F014225512A0}"/>
            </ac:spMkLst>
          </pc:spChg>
          <pc:spChg chg="add del mod">
            <ac:chgData name="Stephen Kurniawan" userId="98a6f147-1caf-47f2-8e74-24cd4be6d7bf" providerId="ADAL" clId="{A3573757-997C-4092-A300-34449357E25A}" dt="2024-04-20T21:12:21.926" v="345" actId="478"/>
            <ac:spMkLst>
              <pc:docMk/>
              <pc:sldMasterMk cId="0" sldId="2147483648"/>
              <pc:sldLayoutMk cId="3713610194" sldId="2147483714"/>
              <ac:spMk id="4" creationId="{9716E481-C615-634B-561C-698CF5FF7E28}"/>
            </ac:spMkLst>
          </pc:spChg>
          <pc:spChg chg="add mod">
            <ac:chgData name="Stephen Kurniawan" userId="98a6f147-1caf-47f2-8e74-24cd4be6d7bf" providerId="ADAL" clId="{A3573757-997C-4092-A300-34449357E25A}" dt="2024-04-14T20:01:17.207" v="27"/>
            <ac:spMkLst>
              <pc:docMk/>
              <pc:sldMasterMk cId="0" sldId="2147483648"/>
              <pc:sldLayoutMk cId="3713610194" sldId="2147483714"/>
              <ac:spMk id="5" creationId="{7585158C-028D-940D-3662-DB5984373BBF}"/>
            </ac:spMkLst>
          </pc:spChg>
          <pc:spChg chg="add mod">
            <ac:chgData name="Stephen Kurniawan" userId="98a6f147-1caf-47f2-8e74-24cd4be6d7bf" providerId="ADAL" clId="{A3573757-997C-4092-A300-34449357E25A}" dt="2024-04-20T21:17:30.326" v="446" actId="21"/>
            <ac:spMkLst>
              <pc:docMk/>
              <pc:sldMasterMk cId="0" sldId="2147483648"/>
              <pc:sldLayoutMk cId="3713610194" sldId="2147483714"/>
              <ac:spMk id="5" creationId="{D2BE38C1-03DE-91D9-D265-A2C2AD9171CD}"/>
            </ac:spMkLst>
          </pc:spChg>
          <pc:spChg chg="add mod">
            <ac:chgData name="Stephen Kurniawan" userId="98a6f147-1caf-47f2-8e74-24cd4be6d7bf" providerId="ADAL" clId="{A3573757-997C-4092-A300-34449357E25A}" dt="2024-04-14T20:01:17.207" v="27"/>
            <ac:spMkLst>
              <pc:docMk/>
              <pc:sldMasterMk cId="0" sldId="2147483648"/>
              <pc:sldLayoutMk cId="3713610194" sldId="2147483714"/>
              <ac:spMk id="6" creationId="{6D9338D6-DBCC-B2C5-1FE4-350419CE2330}"/>
            </ac:spMkLst>
          </pc:spChg>
          <pc:spChg chg="add mod">
            <ac:chgData name="Stephen Kurniawan" userId="98a6f147-1caf-47f2-8e74-24cd4be6d7bf" providerId="ADAL" clId="{A3573757-997C-4092-A300-34449357E25A}" dt="2024-04-20T21:17:52.276" v="459" actId="20577"/>
            <ac:spMkLst>
              <pc:docMk/>
              <pc:sldMasterMk cId="0" sldId="2147483648"/>
              <pc:sldLayoutMk cId="3713610194" sldId="2147483714"/>
              <ac:spMk id="6" creationId="{B070DEB4-09B8-6390-E097-CC105631A414}"/>
            </ac:spMkLst>
          </pc:spChg>
          <pc:spChg chg="add mod">
            <ac:chgData name="Stephen Kurniawan" userId="98a6f147-1caf-47f2-8e74-24cd4be6d7bf" providerId="ADAL" clId="{A3573757-997C-4092-A300-34449357E25A}" dt="2024-04-20T21:17:57.693" v="460" actId="20577"/>
            <ac:spMkLst>
              <pc:docMk/>
              <pc:sldMasterMk cId="0" sldId="2147483648"/>
              <pc:sldLayoutMk cId="3713610194" sldId="2147483714"/>
              <ac:spMk id="7" creationId="{39B54EB2-F5C2-22B7-F225-D82CD0261440}"/>
            </ac:spMkLst>
          </pc:spChg>
          <pc:spChg chg="add mod">
            <ac:chgData name="Stephen Kurniawan" userId="98a6f147-1caf-47f2-8e74-24cd4be6d7bf" providerId="ADAL" clId="{A3573757-997C-4092-A300-34449357E25A}" dt="2024-04-14T20:01:17.207" v="27"/>
            <ac:spMkLst>
              <pc:docMk/>
              <pc:sldMasterMk cId="0" sldId="2147483648"/>
              <pc:sldLayoutMk cId="3713610194" sldId="2147483714"/>
              <ac:spMk id="7" creationId="{61C6F25E-8571-A0C9-9157-6C76AD664F0A}"/>
            </ac:spMkLst>
          </pc:spChg>
          <pc:spChg chg="add del">
            <ac:chgData name="Stephen Kurniawan" userId="98a6f147-1caf-47f2-8e74-24cd4be6d7bf" providerId="ADAL" clId="{A3573757-997C-4092-A300-34449357E25A}" dt="2024-04-20T21:16:33.025" v="437" actId="11529"/>
            <ac:spMkLst>
              <pc:docMk/>
              <pc:sldMasterMk cId="0" sldId="2147483648"/>
              <pc:sldLayoutMk cId="3713610194" sldId="2147483714"/>
              <ac:spMk id="8" creationId="{2164E0B7-1380-404E-1DAF-EAA2626FB11A}"/>
            </ac:spMkLst>
          </pc:spChg>
          <pc:spChg chg="add mod">
            <ac:chgData name="Stephen Kurniawan" userId="98a6f147-1caf-47f2-8e74-24cd4be6d7bf" providerId="ADAL" clId="{A3573757-997C-4092-A300-34449357E25A}" dt="2024-04-14T20:01:17.207" v="27"/>
            <ac:spMkLst>
              <pc:docMk/>
              <pc:sldMasterMk cId="0" sldId="2147483648"/>
              <pc:sldLayoutMk cId="3713610194" sldId="2147483714"/>
              <ac:spMk id="8" creationId="{8A04D1A9-38F8-68DC-F903-B98F162C7952}"/>
            </ac:spMkLst>
          </pc:spChg>
          <pc:spChg chg="add del mod">
            <ac:chgData name="Stephen Kurniawan" userId="98a6f147-1caf-47f2-8e74-24cd4be6d7bf" providerId="ADAL" clId="{A3573757-997C-4092-A300-34449357E25A}" dt="2024-04-20T21:10:21.879" v="286" actId="478"/>
            <ac:spMkLst>
              <pc:docMk/>
              <pc:sldMasterMk cId="0" sldId="2147483648"/>
              <pc:sldLayoutMk cId="3713610194" sldId="2147483714"/>
              <ac:spMk id="10" creationId="{CA3338AF-279E-F98B-4F54-AADBE81E23F7}"/>
            </ac:spMkLst>
          </pc:spChg>
          <pc:spChg chg="add del mod">
            <ac:chgData name="Stephen Kurniawan" userId="98a6f147-1caf-47f2-8e74-24cd4be6d7bf" providerId="ADAL" clId="{A3573757-997C-4092-A300-34449357E25A}" dt="2024-04-20T21:10:24.030" v="288" actId="478"/>
            <ac:spMkLst>
              <pc:docMk/>
              <pc:sldMasterMk cId="0" sldId="2147483648"/>
              <pc:sldLayoutMk cId="3713610194" sldId="2147483714"/>
              <ac:spMk id="11" creationId="{4F8DF1FD-FD1A-E316-86B8-F68B9605F409}"/>
            </ac:spMkLst>
          </pc:spChg>
          <pc:spChg chg="add del mod">
            <ac:chgData name="Stephen Kurniawan" userId="98a6f147-1caf-47f2-8e74-24cd4be6d7bf" providerId="ADAL" clId="{A3573757-997C-4092-A300-34449357E25A}" dt="2024-04-20T21:10:23.226" v="287" actId="478"/>
            <ac:spMkLst>
              <pc:docMk/>
              <pc:sldMasterMk cId="0" sldId="2147483648"/>
              <pc:sldLayoutMk cId="3713610194" sldId="2147483714"/>
              <ac:spMk id="12" creationId="{8E4A3900-8EC8-4E06-B274-CEC7B4CC16CF}"/>
            </ac:spMkLst>
          </pc:spChg>
          <pc:spChg chg="add del mod">
            <ac:chgData name="Stephen Kurniawan" userId="98a6f147-1caf-47f2-8e74-24cd4be6d7bf" providerId="ADAL" clId="{A3573757-997C-4092-A300-34449357E25A}" dt="2024-04-20T21:10:24.435" v="289" actId="478"/>
            <ac:spMkLst>
              <pc:docMk/>
              <pc:sldMasterMk cId="0" sldId="2147483648"/>
              <pc:sldLayoutMk cId="3713610194" sldId="2147483714"/>
              <ac:spMk id="13" creationId="{BDC82309-A67C-0DDE-12BB-6DCC75F4BCCC}"/>
            </ac:spMkLst>
          </pc:spChg>
          <pc:spChg chg="add mod">
            <ac:chgData name="Stephen Kurniawan" userId="98a6f147-1caf-47f2-8e74-24cd4be6d7bf" providerId="ADAL" clId="{A3573757-997C-4092-A300-34449357E25A}" dt="2024-04-21T20:12:52.240" v="949" actId="207"/>
            <ac:spMkLst>
              <pc:docMk/>
              <pc:sldMasterMk cId="0" sldId="2147483648"/>
              <pc:sldLayoutMk cId="3713610194" sldId="2147483714"/>
              <ac:spMk id="14" creationId="{AA3FDB45-8DB5-EA2D-122A-2E16BC129775}"/>
            </ac:spMkLst>
          </pc:spChg>
          <pc:spChg chg="add mod">
            <ac:chgData name="Stephen Kurniawan" userId="98a6f147-1caf-47f2-8e74-24cd4be6d7bf" providerId="ADAL" clId="{A3573757-997C-4092-A300-34449357E25A}" dt="2024-04-21T20:12:53.922" v="950" actId="207"/>
            <ac:spMkLst>
              <pc:docMk/>
              <pc:sldMasterMk cId="0" sldId="2147483648"/>
              <pc:sldLayoutMk cId="3713610194" sldId="2147483714"/>
              <ac:spMk id="15" creationId="{979E4F5A-A87C-7583-E41B-4B3AF5772422}"/>
            </ac:spMkLst>
          </pc:spChg>
          <pc:spChg chg="add mod">
            <ac:chgData name="Stephen Kurniawan" userId="98a6f147-1caf-47f2-8e74-24cd4be6d7bf" providerId="ADAL" clId="{A3573757-997C-4092-A300-34449357E25A}" dt="2024-04-20T21:17:50.696" v="458" actId="571"/>
            <ac:spMkLst>
              <pc:docMk/>
              <pc:sldMasterMk cId="0" sldId="2147483648"/>
              <pc:sldLayoutMk cId="3713610194" sldId="2147483714"/>
              <ac:spMk id="16" creationId="{4909EC55-5A63-98A9-D774-62A33CCAEA10}"/>
            </ac:spMkLst>
          </pc:spChg>
          <pc:spChg chg="add mod">
            <ac:chgData name="Stephen Kurniawan" userId="98a6f147-1caf-47f2-8e74-24cd4be6d7bf" providerId="ADAL" clId="{A3573757-997C-4092-A300-34449357E25A}" dt="2024-04-21T20:12:56.016" v="951" actId="207"/>
            <ac:spMkLst>
              <pc:docMk/>
              <pc:sldMasterMk cId="0" sldId="2147483648"/>
              <pc:sldLayoutMk cId="3713610194" sldId="2147483714"/>
              <ac:spMk id="17" creationId="{370E468A-5494-0575-8022-B2A49824B7D0}"/>
            </ac:spMkLst>
          </pc:spChg>
          <pc:spChg chg="add mod">
            <ac:chgData name="Stephen Kurniawan" userId="98a6f147-1caf-47f2-8e74-24cd4be6d7bf" providerId="ADAL" clId="{A3573757-997C-4092-A300-34449357E25A}" dt="2024-04-21T20:12:57.685" v="952" actId="207"/>
            <ac:spMkLst>
              <pc:docMk/>
              <pc:sldMasterMk cId="0" sldId="2147483648"/>
              <pc:sldLayoutMk cId="3713610194" sldId="2147483714"/>
              <ac:spMk id="18" creationId="{FCC539DC-57C8-E1BB-31C6-D3539DE2EBDC}"/>
            </ac:spMkLst>
          </pc:spChg>
          <pc:picChg chg="add mod">
            <ac:chgData name="Stephen Kurniawan" userId="98a6f147-1caf-47f2-8e74-24cd4be6d7bf" providerId="ADAL" clId="{A3573757-997C-4092-A300-34449357E25A}" dt="2024-04-14T20:01:17.207" v="27"/>
            <ac:picMkLst>
              <pc:docMk/>
              <pc:sldMasterMk cId="0" sldId="2147483648"/>
              <pc:sldLayoutMk cId="3713610194" sldId="2147483714"/>
              <ac:picMk id="4" creationId="{330B4267-13C9-0655-FA3A-F933A20213B7}"/>
            </ac:picMkLst>
          </pc:picChg>
          <pc:picChg chg="add mod">
            <ac:chgData name="Stephen Kurniawan" userId="98a6f147-1caf-47f2-8e74-24cd4be6d7bf" providerId="ADAL" clId="{A3573757-997C-4092-A300-34449357E25A}" dt="2024-04-20T21:17:37.039" v="452" actId="1076"/>
            <ac:picMkLst>
              <pc:docMk/>
              <pc:sldMasterMk cId="0" sldId="2147483648"/>
              <pc:sldLayoutMk cId="3713610194" sldId="2147483714"/>
              <ac:picMk id="9" creationId="{F2C3D0F0-3DF8-4F86-5413-E0B681B6A8B2}"/>
            </ac:picMkLst>
          </pc:picChg>
        </pc:sldLayoutChg>
        <pc:sldLayoutChg chg="addSp delSp modSp new mod">
          <pc:chgData name="Stephen Kurniawan" userId="98a6f147-1caf-47f2-8e74-24cd4be6d7bf" providerId="ADAL" clId="{A3573757-997C-4092-A300-34449357E25A}" dt="2024-04-21T20:16:58.326" v="1028" actId="207"/>
          <pc:sldLayoutMkLst>
            <pc:docMk/>
            <pc:sldMasterMk cId="0" sldId="2147483648"/>
            <pc:sldLayoutMk cId="1104561071" sldId="2147483715"/>
          </pc:sldLayoutMkLst>
          <pc:spChg chg="del mod">
            <ac:chgData name="Stephen Kurniawan" userId="98a6f147-1caf-47f2-8e74-24cd4be6d7bf" providerId="ADAL" clId="{A3573757-997C-4092-A300-34449357E25A}" dt="2024-04-14T20:02:22.277" v="34" actId="478"/>
            <ac:spMkLst>
              <pc:docMk/>
              <pc:sldMasterMk cId="0" sldId="2147483648"/>
              <pc:sldLayoutMk cId="1104561071" sldId="2147483715"/>
              <ac:spMk id="2" creationId="{4651C6F5-F85B-0759-C405-2CF360EEA48A}"/>
            </ac:spMkLst>
          </pc:spChg>
          <pc:spChg chg="add mod">
            <ac:chgData name="Stephen Kurniawan" userId="98a6f147-1caf-47f2-8e74-24cd4be6d7bf" providerId="ADAL" clId="{A3573757-997C-4092-A300-34449357E25A}" dt="2024-04-14T20:01:57.868" v="31"/>
            <ac:spMkLst>
              <pc:docMk/>
              <pc:sldMasterMk cId="0" sldId="2147483648"/>
              <pc:sldLayoutMk cId="1104561071" sldId="2147483715"/>
              <ac:spMk id="5" creationId="{E145EC37-E731-A551-236B-3313A7AD678A}"/>
            </ac:spMkLst>
          </pc:spChg>
          <pc:spChg chg="add mod">
            <ac:chgData name="Stephen Kurniawan" userId="98a6f147-1caf-47f2-8e74-24cd4be6d7bf" providerId="ADAL" clId="{A3573757-997C-4092-A300-34449357E25A}" dt="2024-04-14T20:01:57.868" v="31"/>
            <ac:spMkLst>
              <pc:docMk/>
              <pc:sldMasterMk cId="0" sldId="2147483648"/>
              <pc:sldLayoutMk cId="1104561071" sldId="2147483715"/>
              <ac:spMk id="6" creationId="{97F6FD88-AC79-3ABB-080E-4BFD127F6D8A}"/>
            </ac:spMkLst>
          </pc:spChg>
          <pc:spChg chg="add mod">
            <ac:chgData name="Stephen Kurniawan" userId="98a6f147-1caf-47f2-8e74-24cd4be6d7bf" providerId="ADAL" clId="{A3573757-997C-4092-A300-34449357E25A}" dt="2024-04-14T20:01:57.868" v="31"/>
            <ac:spMkLst>
              <pc:docMk/>
              <pc:sldMasterMk cId="0" sldId="2147483648"/>
              <pc:sldLayoutMk cId="1104561071" sldId="2147483715"/>
              <ac:spMk id="7" creationId="{2555A105-9B75-E07E-DD43-82AD948F2529}"/>
            </ac:spMkLst>
          </pc:spChg>
          <pc:spChg chg="add mod">
            <ac:chgData name="Stephen Kurniawan" userId="98a6f147-1caf-47f2-8e74-24cd4be6d7bf" providerId="ADAL" clId="{A3573757-997C-4092-A300-34449357E25A}" dt="2024-04-14T20:01:57.868" v="31"/>
            <ac:spMkLst>
              <pc:docMk/>
              <pc:sldMasterMk cId="0" sldId="2147483648"/>
              <pc:sldLayoutMk cId="1104561071" sldId="2147483715"/>
              <ac:spMk id="8" creationId="{35300055-D743-DFFF-4AD8-666454FB3B0F}"/>
            </ac:spMkLst>
          </pc:spChg>
          <pc:spChg chg="add del mod">
            <ac:chgData name="Stephen Kurniawan" userId="98a6f147-1caf-47f2-8e74-24cd4be6d7bf" providerId="ADAL" clId="{A3573757-997C-4092-A300-34449357E25A}" dt="2024-04-21T20:15:20.955" v="958" actId="14100"/>
            <ac:spMkLst>
              <pc:docMk/>
              <pc:sldMasterMk cId="0" sldId="2147483648"/>
              <pc:sldLayoutMk cId="1104561071" sldId="2147483715"/>
              <ac:spMk id="10" creationId="{32E7EA77-832D-7698-D622-61CD8B99576F}"/>
            </ac:spMkLst>
          </pc:spChg>
          <pc:spChg chg="add del mod">
            <ac:chgData name="Stephen Kurniawan" userId="98a6f147-1caf-47f2-8e74-24cd4be6d7bf" providerId="ADAL" clId="{A3573757-997C-4092-A300-34449357E25A}" dt="2024-04-14T20:02:26.635" v="37" actId="478"/>
            <ac:spMkLst>
              <pc:docMk/>
              <pc:sldMasterMk cId="0" sldId="2147483648"/>
              <pc:sldLayoutMk cId="1104561071" sldId="2147483715"/>
              <ac:spMk id="11" creationId="{7FF3F63E-3732-78D2-AD68-79FDF8E3E0B3}"/>
            </ac:spMkLst>
          </pc:spChg>
          <pc:spChg chg="add del mod">
            <ac:chgData name="Stephen Kurniawan" userId="98a6f147-1caf-47f2-8e74-24cd4be6d7bf" providerId="ADAL" clId="{A3573757-997C-4092-A300-34449357E25A}" dt="2024-04-14T20:02:26.635" v="37" actId="478"/>
            <ac:spMkLst>
              <pc:docMk/>
              <pc:sldMasterMk cId="0" sldId="2147483648"/>
              <pc:sldLayoutMk cId="1104561071" sldId="2147483715"/>
              <ac:spMk id="12" creationId="{FF2D639A-087E-2FA7-F163-BA4A435A9082}"/>
            </ac:spMkLst>
          </pc:spChg>
          <pc:spChg chg="add del mod">
            <ac:chgData name="Stephen Kurniawan" userId="98a6f147-1caf-47f2-8e74-24cd4be6d7bf" providerId="ADAL" clId="{A3573757-997C-4092-A300-34449357E25A}" dt="2024-04-21T20:15:56.445" v="994" actId="20577"/>
            <ac:spMkLst>
              <pc:docMk/>
              <pc:sldMasterMk cId="0" sldId="2147483648"/>
              <pc:sldLayoutMk cId="1104561071" sldId="2147483715"/>
              <ac:spMk id="13" creationId="{B6AA8BAB-A914-6508-E7AF-81202F25D839}"/>
            </ac:spMkLst>
          </pc:spChg>
          <pc:spChg chg="add del mod">
            <ac:chgData name="Stephen Kurniawan" userId="98a6f147-1caf-47f2-8e74-24cd4be6d7bf" providerId="ADAL" clId="{A3573757-997C-4092-A300-34449357E25A}" dt="2024-04-21T20:16:58.326" v="1028" actId="207"/>
            <ac:spMkLst>
              <pc:docMk/>
              <pc:sldMasterMk cId="0" sldId="2147483648"/>
              <pc:sldLayoutMk cId="1104561071" sldId="2147483715"/>
              <ac:spMk id="14" creationId="{71358F21-051E-206A-D00B-B43354D5D760}"/>
            </ac:spMkLst>
          </pc:spChg>
          <pc:spChg chg="add del mod">
            <ac:chgData name="Stephen Kurniawan" userId="98a6f147-1caf-47f2-8e74-24cd4be6d7bf" providerId="ADAL" clId="{A3573757-997C-4092-A300-34449357E25A}" dt="2024-04-14T20:02:41.533" v="41"/>
            <ac:spMkLst>
              <pc:docMk/>
              <pc:sldMasterMk cId="0" sldId="2147483648"/>
              <pc:sldLayoutMk cId="1104561071" sldId="2147483715"/>
              <ac:spMk id="15" creationId="{97EB8EDB-3B4B-F8B1-2F6B-105B01BB91BF}"/>
            </ac:spMkLst>
          </pc:spChg>
          <pc:spChg chg="add mod">
            <ac:chgData name="Stephen Kurniawan" userId="98a6f147-1caf-47f2-8e74-24cd4be6d7bf" providerId="ADAL" clId="{A3573757-997C-4092-A300-34449357E25A}" dt="2024-04-14T20:02:25.065" v="36"/>
            <ac:spMkLst>
              <pc:docMk/>
              <pc:sldMasterMk cId="0" sldId="2147483648"/>
              <pc:sldLayoutMk cId="1104561071" sldId="2147483715"/>
              <ac:spMk id="16" creationId="{19C7FFBE-5785-2C10-F2C8-29EAB04D670B}"/>
            </ac:spMkLst>
          </pc:spChg>
          <pc:spChg chg="add mod">
            <ac:chgData name="Stephen Kurniawan" userId="98a6f147-1caf-47f2-8e74-24cd4be6d7bf" providerId="ADAL" clId="{A3573757-997C-4092-A300-34449357E25A}" dt="2024-04-14T20:02:25.065" v="36"/>
            <ac:spMkLst>
              <pc:docMk/>
              <pc:sldMasterMk cId="0" sldId="2147483648"/>
              <pc:sldLayoutMk cId="1104561071" sldId="2147483715"/>
              <ac:spMk id="17" creationId="{38189F75-04D9-559C-FDDF-AF14D58F7054}"/>
            </ac:spMkLst>
          </pc:spChg>
          <pc:spChg chg="add mod">
            <ac:chgData name="Stephen Kurniawan" userId="98a6f147-1caf-47f2-8e74-24cd4be6d7bf" providerId="ADAL" clId="{A3573757-997C-4092-A300-34449357E25A}" dt="2024-04-14T20:02:25.065" v="36"/>
            <ac:spMkLst>
              <pc:docMk/>
              <pc:sldMasterMk cId="0" sldId="2147483648"/>
              <pc:sldLayoutMk cId="1104561071" sldId="2147483715"/>
              <ac:spMk id="18" creationId="{9845911C-C1F5-3182-144C-1E2047B75D23}"/>
            </ac:spMkLst>
          </pc:spChg>
          <pc:spChg chg="add mod">
            <ac:chgData name="Stephen Kurniawan" userId="98a6f147-1caf-47f2-8e74-24cd4be6d7bf" providerId="ADAL" clId="{A3573757-997C-4092-A300-34449357E25A}" dt="2024-04-14T20:02:25.065" v="36"/>
            <ac:spMkLst>
              <pc:docMk/>
              <pc:sldMasterMk cId="0" sldId="2147483648"/>
              <pc:sldLayoutMk cId="1104561071" sldId="2147483715"/>
              <ac:spMk id="19" creationId="{CF08C279-EDCF-D1DD-B201-E1DEC38EE23E}"/>
            </ac:spMkLst>
          </pc:spChg>
          <pc:picChg chg="add mod">
            <ac:chgData name="Stephen Kurniawan" userId="98a6f147-1caf-47f2-8e74-24cd4be6d7bf" providerId="ADAL" clId="{A3573757-997C-4092-A300-34449357E25A}" dt="2024-04-14T20:01:57.868" v="31"/>
            <ac:picMkLst>
              <pc:docMk/>
              <pc:sldMasterMk cId="0" sldId="2147483648"/>
              <pc:sldLayoutMk cId="1104561071" sldId="2147483715"/>
              <ac:picMk id="4" creationId="{C0B19CF7-B6C0-4209-2FA2-03DE9DBF78D7}"/>
            </ac:picMkLst>
          </pc:picChg>
          <pc:picChg chg="add mod">
            <ac:chgData name="Stephen Kurniawan" userId="98a6f147-1caf-47f2-8e74-24cd4be6d7bf" providerId="ADAL" clId="{A3573757-997C-4092-A300-34449357E25A}" dt="2024-04-21T20:16:29.351" v="997" actId="1076"/>
            <ac:picMkLst>
              <pc:docMk/>
              <pc:sldMasterMk cId="0" sldId="2147483648"/>
              <pc:sldLayoutMk cId="1104561071" sldId="2147483715"/>
              <ac:picMk id="9" creationId="{7BDE0CF6-23A0-475F-E17D-2A5D06FC0131}"/>
            </ac:picMkLst>
          </pc:picChg>
        </pc:sldLayoutChg>
        <pc:sldLayoutChg chg="addSp delSp modSp mod">
          <pc:chgData name="Stephen Kurniawan" userId="98a6f147-1caf-47f2-8e74-24cd4be6d7bf" providerId="ADAL" clId="{A3573757-997C-4092-A300-34449357E25A}" dt="2024-04-21T20:26:55.854" v="1365" actId="20577"/>
          <pc:sldLayoutMkLst>
            <pc:docMk/>
            <pc:sldMasterMk cId="0" sldId="2147483648"/>
            <pc:sldLayoutMk cId="4259342615" sldId="2147483716"/>
          </pc:sldLayoutMkLst>
          <pc:spChg chg="add mod">
            <ac:chgData name="Stephen Kurniawan" userId="98a6f147-1caf-47f2-8e74-24cd4be6d7bf" providerId="ADAL" clId="{A3573757-997C-4092-A300-34449357E25A}" dt="2024-04-21T20:25:57.967" v="1344"/>
            <ac:spMkLst>
              <pc:docMk/>
              <pc:sldMasterMk cId="0" sldId="2147483648"/>
              <pc:sldLayoutMk cId="4259342615" sldId="2147483716"/>
              <ac:spMk id="3" creationId="{0D3E8F6D-30DC-482E-79BE-6690FC3025CC}"/>
            </ac:spMkLst>
          </pc:spChg>
          <pc:spChg chg="add mod">
            <ac:chgData name="Stephen Kurniawan" userId="98a6f147-1caf-47f2-8e74-24cd4be6d7bf" providerId="ADAL" clId="{A3573757-997C-4092-A300-34449357E25A}" dt="2024-04-21T20:25:57.967" v="1344"/>
            <ac:spMkLst>
              <pc:docMk/>
              <pc:sldMasterMk cId="0" sldId="2147483648"/>
              <pc:sldLayoutMk cId="4259342615" sldId="2147483716"/>
              <ac:spMk id="4" creationId="{B8056ED0-F4FE-1FD4-AB71-92B5D53E0829}"/>
            </ac:spMkLst>
          </pc:spChg>
          <pc:spChg chg="del">
            <ac:chgData name="Stephen Kurniawan" userId="98a6f147-1caf-47f2-8e74-24cd4be6d7bf" providerId="ADAL" clId="{A3573757-997C-4092-A300-34449357E25A}" dt="2024-04-21T20:25:57.789" v="1343" actId="478"/>
            <ac:spMkLst>
              <pc:docMk/>
              <pc:sldMasterMk cId="0" sldId="2147483648"/>
              <pc:sldLayoutMk cId="4259342615" sldId="2147483716"/>
              <ac:spMk id="5" creationId="{B5989618-EE8D-A309-7653-631BA609EA61}"/>
            </ac:spMkLst>
          </pc:spChg>
          <pc:spChg chg="del">
            <ac:chgData name="Stephen Kurniawan" userId="98a6f147-1caf-47f2-8e74-24cd4be6d7bf" providerId="ADAL" clId="{A3573757-997C-4092-A300-34449357E25A}" dt="2024-04-21T20:25:57.789" v="1343" actId="478"/>
            <ac:spMkLst>
              <pc:docMk/>
              <pc:sldMasterMk cId="0" sldId="2147483648"/>
              <pc:sldLayoutMk cId="4259342615" sldId="2147483716"/>
              <ac:spMk id="6" creationId="{0B1971B2-10F1-8B78-CD6A-872D2D3FF5EC}"/>
            </ac:spMkLst>
          </pc:spChg>
          <pc:spChg chg="del">
            <ac:chgData name="Stephen Kurniawan" userId="98a6f147-1caf-47f2-8e74-24cd4be6d7bf" providerId="ADAL" clId="{A3573757-997C-4092-A300-34449357E25A}" dt="2024-04-21T20:25:57.789" v="1343" actId="478"/>
            <ac:spMkLst>
              <pc:docMk/>
              <pc:sldMasterMk cId="0" sldId="2147483648"/>
              <pc:sldLayoutMk cId="4259342615" sldId="2147483716"/>
              <ac:spMk id="7" creationId="{3340BD38-0D34-0DD3-083E-5E4C982134AC}"/>
            </ac:spMkLst>
          </pc:spChg>
          <pc:spChg chg="del">
            <ac:chgData name="Stephen Kurniawan" userId="98a6f147-1caf-47f2-8e74-24cd4be6d7bf" providerId="ADAL" clId="{A3573757-997C-4092-A300-34449357E25A}" dt="2024-04-21T20:25:57.789" v="1343" actId="478"/>
            <ac:spMkLst>
              <pc:docMk/>
              <pc:sldMasterMk cId="0" sldId="2147483648"/>
              <pc:sldLayoutMk cId="4259342615" sldId="2147483716"/>
              <ac:spMk id="8" creationId="{1533D51C-0561-5F1F-FCCD-8256995D7851}"/>
            </ac:spMkLst>
          </pc:spChg>
          <pc:spChg chg="del mod">
            <ac:chgData name="Stephen Kurniawan" userId="98a6f147-1caf-47f2-8e74-24cd4be6d7bf" providerId="ADAL" clId="{A3573757-997C-4092-A300-34449357E25A}" dt="2024-04-21T20:25:57.789" v="1343" actId="478"/>
            <ac:spMkLst>
              <pc:docMk/>
              <pc:sldMasterMk cId="0" sldId="2147483648"/>
              <pc:sldLayoutMk cId="4259342615" sldId="2147483716"/>
              <ac:spMk id="9" creationId="{8ABFA118-4DF0-EF68-D397-3ED8EB97B776}"/>
            </ac:spMkLst>
          </pc:spChg>
          <pc:spChg chg="del mod">
            <ac:chgData name="Stephen Kurniawan" userId="98a6f147-1caf-47f2-8e74-24cd4be6d7bf" providerId="ADAL" clId="{A3573757-997C-4092-A300-34449357E25A}" dt="2024-04-21T20:25:57.789" v="1343" actId="478"/>
            <ac:spMkLst>
              <pc:docMk/>
              <pc:sldMasterMk cId="0" sldId="2147483648"/>
              <pc:sldLayoutMk cId="4259342615" sldId="2147483716"/>
              <ac:spMk id="10" creationId="{0C35CC88-21D9-0F7A-6CD6-497149F3BFD6}"/>
            </ac:spMkLst>
          </pc:spChg>
          <pc:spChg chg="add mod">
            <ac:chgData name="Stephen Kurniawan" userId="98a6f147-1caf-47f2-8e74-24cd4be6d7bf" providerId="ADAL" clId="{A3573757-997C-4092-A300-34449357E25A}" dt="2024-04-21T20:25:57.967" v="1344"/>
            <ac:spMkLst>
              <pc:docMk/>
              <pc:sldMasterMk cId="0" sldId="2147483648"/>
              <pc:sldLayoutMk cId="4259342615" sldId="2147483716"/>
              <ac:spMk id="11" creationId="{4ACC59FA-B992-8699-DA02-89D40CE22A96}"/>
            </ac:spMkLst>
          </pc:spChg>
          <pc:spChg chg="add mod">
            <ac:chgData name="Stephen Kurniawan" userId="98a6f147-1caf-47f2-8e74-24cd4be6d7bf" providerId="ADAL" clId="{A3573757-997C-4092-A300-34449357E25A}" dt="2024-04-21T20:26:45.139" v="1356" actId="20577"/>
            <ac:spMkLst>
              <pc:docMk/>
              <pc:sldMasterMk cId="0" sldId="2147483648"/>
              <pc:sldLayoutMk cId="4259342615" sldId="2147483716"/>
              <ac:spMk id="12" creationId="{0729C6EF-DA83-8578-34F2-94023D0CC6E5}"/>
            </ac:spMkLst>
          </pc:spChg>
          <pc:spChg chg="add mod">
            <ac:chgData name="Stephen Kurniawan" userId="98a6f147-1caf-47f2-8e74-24cd4be6d7bf" providerId="ADAL" clId="{A3573757-997C-4092-A300-34449357E25A}" dt="2024-04-21T20:25:57.967" v="1344"/>
            <ac:spMkLst>
              <pc:docMk/>
              <pc:sldMasterMk cId="0" sldId="2147483648"/>
              <pc:sldLayoutMk cId="4259342615" sldId="2147483716"/>
              <ac:spMk id="13" creationId="{05ADDBE3-13B6-8021-81C9-6A8AD75A7299}"/>
            </ac:spMkLst>
          </pc:spChg>
          <pc:spChg chg="add mod">
            <ac:chgData name="Stephen Kurniawan" userId="98a6f147-1caf-47f2-8e74-24cd4be6d7bf" providerId="ADAL" clId="{A3573757-997C-4092-A300-34449357E25A}" dt="2024-04-21T20:26:55.854" v="1365" actId="20577"/>
            <ac:spMkLst>
              <pc:docMk/>
              <pc:sldMasterMk cId="0" sldId="2147483648"/>
              <pc:sldLayoutMk cId="4259342615" sldId="2147483716"/>
              <ac:spMk id="14" creationId="{9A442C29-E40D-E5FB-E30E-1A8104FC32F4}"/>
            </ac:spMkLst>
          </pc:spChg>
        </pc:sldLayoutChg>
        <pc:sldLayoutChg chg="addSp delSp modSp mod">
          <pc:chgData name="Stephen Kurniawan" userId="98a6f147-1caf-47f2-8e74-24cd4be6d7bf" providerId="ADAL" clId="{A3573757-997C-4092-A300-34449357E25A}" dt="2024-04-21T20:27:24.486" v="1376" actId="20577"/>
          <pc:sldLayoutMkLst>
            <pc:docMk/>
            <pc:sldMasterMk cId="0" sldId="2147483648"/>
            <pc:sldLayoutMk cId="632925151" sldId="2147483717"/>
          </pc:sldLayoutMkLst>
          <pc:spChg chg="add mod">
            <ac:chgData name="Stephen Kurniawan" userId="98a6f147-1caf-47f2-8e74-24cd4be6d7bf" providerId="ADAL" clId="{A3573757-997C-4092-A300-34449357E25A}" dt="2024-04-21T20:26:01.722" v="1346"/>
            <ac:spMkLst>
              <pc:docMk/>
              <pc:sldMasterMk cId="0" sldId="2147483648"/>
              <pc:sldLayoutMk cId="632925151" sldId="2147483717"/>
              <ac:spMk id="3" creationId="{87F95481-CA74-40CA-5714-18D7596BD8E5}"/>
            </ac:spMkLst>
          </pc:spChg>
          <pc:spChg chg="add mod">
            <ac:chgData name="Stephen Kurniawan" userId="98a6f147-1caf-47f2-8e74-24cd4be6d7bf" providerId="ADAL" clId="{A3573757-997C-4092-A300-34449357E25A}" dt="2024-04-21T20:26:01.722" v="1346"/>
            <ac:spMkLst>
              <pc:docMk/>
              <pc:sldMasterMk cId="0" sldId="2147483648"/>
              <pc:sldLayoutMk cId="632925151" sldId="2147483717"/>
              <ac:spMk id="4" creationId="{A39875C0-16A3-04D5-2FDF-90553E3FC152}"/>
            </ac:spMkLst>
          </pc:spChg>
          <pc:spChg chg="del mod">
            <ac:chgData name="Stephen Kurniawan" userId="98a6f147-1caf-47f2-8e74-24cd4be6d7bf" providerId="ADAL" clId="{A3573757-997C-4092-A300-34449357E25A}" dt="2024-04-21T20:26:01.552" v="1345" actId="478"/>
            <ac:spMkLst>
              <pc:docMk/>
              <pc:sldMasterMk cId="0" sldId="2147483648"/>
              <pc:sldLayoutMk cId="632925151" sldId="2147483717"/>
              <ac:spMk id="5" creationId="{B5989618-EE8D-A309-7653-631BA609EA61}"/>
            </ac:spMkLst>
          </pc:spChg>
          <pc:spChg chg="del">
            <ac:chgData name="Stephen Kurniawan" userId="98a6f147-1caf-47f2-8e74-24cd4be6d7bf" providerId="ADAL" clId="{A3573757-997C-4092-A300-34449357E25A}" dt="2024-04-21T20:26:01.552" v="1345" actId="478"/>
            <ac:spMkLst>
              <pc:docMk/>
              <pc:sldMasterMk cId="0" sldId="2147483648"/>
              <pc:sldLayoutMk cId="632925151" sldId="2147483717"/>
              <ac:spMk id="6" creationId="{0B1971B2-10F1-8B78-CD6A-872D2D3FF5EC}"/>
            </ac:spMkLst>
          </pc:spChg>
          <pc:spChg chg="del">
            <ac:chgData name="Stephen Kurniawan" userId="98a6f147-1caf-47f2-8e74-24cd4be6d7bf" providerId="ADAL" clId="{A3573757-997C-4092-A300-34449357E25A}" dt="2024-04-21T20:26:01.552" v="1345" actId="478"/>
            <ac:spMkLst>
              <pc:docMk/>
              <pc:sldMasterMk cId="0" sldId="2147483648"/>
              <pc:sldLayoutMk cId="632925151" sldId="2147483717"/>
              <ac:spMk id="7" creationId="{3340BD38-0D34-0DD3-083E-5E4C982134AC}"/>
            </ac:spMkLst>
          </pc:spChg>
          <pc:spChg chg="del mod">
            <ac:chgData name="Stephen Kurniawan" userId="98a6f147-1caf-47f2-8e74-24cd4be6d7bf" providerId="ADAL" clId="{A3573757-997C-4092-A300-34449357E25A}" dt="2024-04-21T20:26:01.552" v="1345" actId="478"/>
            <ac:spMkLst>
              <pc:docMk/>
              <pc:sldMasterMk cId="0" sldId="2147483648"/>
              <pc:sldLayoutMk cId="632925151" sldId="2147483717"/>
              <ac:spMk id="8" creationId="{1533D51C-0561-5F1F-FCCD-8256995D7851}"/>
            </ac:spMkLst>
          </pc:spChg>
          <pc:spChg chg="del mod">
            <ac:chgData name="Stephen Kurniawan" userId="98a6f147-1caf-47f2-8e74-24cd4be6d7bf" providerId="ADAL" clId="{A3573757-997C-4092-A300-34449357E25A}" dt="2024-04-21T20:26:01.552" v="1345" actId="478"/>
            <ac:spMkLst>
              <pc:docMk/>
              <pc:sldMasterMk cId="0" sldId="2147483648"/>
              <pc:sldLayoutMk cId="632925151" sldId="2147483717"/>
              <ac:spMk id="9" creationId="{8ABFA118-4DF0-EF68-D397-3ED8EB97B776}"/>
            </ac:spMkLst>
          </pc:spChg>
          <pc:spChg chg="del mod">
            <ac:chgData name="Stephen Kurniawan" userId="98a6f147-1caf-47f2-8e74-24cd4be6d7bf" providerId="ADAL" clId="{A3573757-997C-4092-A300-34449357E25A}" dt="2024-04-21T20:26:01.552" v="1345" actId="478"/>
            <ac:spMkLst>
              <pc:docMk/>
              <pc:sldMasterMk cId="0" sldId="2147483648"/>
              <pc:sldLayoutMk cId="632925151" sldId="2147483717"/>
              <ac:spMk id="10" creationId="{0C35CC88-21D9-0F7A-6CD6-497149F3BFD6}"/>
            </ac:spMkLst>
          </pc:spChg>
          <pc:spChg chg="add mod">
            <ac:chgData name="Stephen Kurniawan" userId="98a6f147-1caf-47f2-8e74-24cd4be6d7bf" providerId="ADAL" clId="{A3573757-997C-4092-A300-34449357E25A}" dt="2024-04-21T20:27:03.591" v="1366"/>
            <ac:spMkLst>
              <pc:docMk/>
              <pc:sldMasterMk cId="0" sldId="2147483648"/>
              <pc:sldLayoutMk cId="632925151" sldId="2147483717"/>
              <ac:spMk id="11" creationId="{C49E5F9C-13C6-ED13-4150-69BB0FC3C0E3}"/>
            </ac:spMkLst>
          </pc:spChg>
          <pc:spChg chg="add mod">
            <ac:chgData name="Stephen Kurniawan" userId="98a6f147-1caf-47f2-8e74-24cd4be6d7bf" providerId="ADAL" clId="{A3573757-997C-4092-A300-34449357E25A}" dt="2024-04-21T20:27:23.227" v="1375" actId="20577"/>
            <ac:spMkLst>
              <pc:docMk/>
              <pc:sldMasterMk cId="0" sldId="2147483648"/>
              <pc:sldLayoutMk cId="632925151" sldId="2147483717"/>
              <ac:spMk id="12" creationId="{5BAB0EDF-C557-492D-A514-B4F6CB5FCB33}"/>
            </ac:spMkLst>
          </pc:spChg>
          <pc:spChg chg="add mod">
            <ac:chgData name="Stephen Kurniawan" userId="98a6f147-1caf-47f2-8e74-24cd4be6d7bf" providerId="ADAL" clId="{A3573757-997C-4092-A300-34449357E25A}" dt="2024-04-21T20:27:08.725" v="1368" actId="20577"/>
            <ac:spMkLst>
              <pc:docMk/>
              <pc:sldMasterMk cId="0" sldId="2147483648"/>
              <pc:sldLayoutMk cId="632925151" sldId="2147483717"/>
              <ac:spMk id="13" creationId="{612CFB36-C0B2-BD00-F702-23F25716BD3B}"/>
            </ac:spMkLst>
          </pc:spChg>
          <pc:spChg chg="add mod">
            <ac:chgData name="Stephen Kurniawan" userId="98a6f147-1caf-47f2-8e74-24cd4be6d7bf" providerId="ADAL" clId="{A3573757-997C-4092-A300-34449357E25A}" dt="2024-04-21T20:27:24.486" v="1376" actId="20577"/>
            <ac:spMkLst>
              <pc:docMk/>
              <pc:sldMasterMk cId="0" sldId="2147483648"/>
              <pc:sldLayoutMk cId="632925151" sldId="2147483717"/>
              <ac:spMk id="14" creationId="{A32D2238-D56C-2519-8D5C-642290813AC9}"/>
            </ac:spMkLst>
          </pc:spChg>
        </pc:sldLayoutChg>
        <pc:sldLayoutChg chg="new del mod">
          <pc:chgData name="Stephen Kurniawan" userId="98a6f147-1caf-47f2-8e74-24cd4be6d7bf" providerId="ADAL" clId="{A3573757-997C-4092-A300-34449357E25A}" dt="2024-04-14T20:05:25.426" v="52" actId="2696"/>
          <pc:sldLayoutMkLst>
            <pc:docMk/>
            <pc:sldMasterMk cId="0" sldId="2147483648"/>
            <pc:sldLayoutMk cId="1539444067" sldId="2147483718"/>
          </pc:sldLayoutMkLst>
        </pc:sldLayoutChg>
        <pc:sldLayoutChg chg="addSp delSp modSp mod">
          <pc:chgData name="Stephen Kurniawan" userId="98a6f147-1caf-47f2-8e74-24cd4be6d7bf" providerId="ADAL" clId="{A3573757-997C-4092-A300-34449357E25A}" dt="2024-04-21T20:23:02.064" v="1342" actId="20577"/>
          <pc:sldLayoutMkLst>
            <pc:docMk/>
            <pc:sldMasterMk cId="0" sldId="2147483648"/>
            <pc:sldLayoutMk cId="3104581202" sldId="2147483719"/>
          </pc:sldLayoutMkLst>
          <pc:spChg chg="add del mod">
            <ac:chgData name="Stephen Kurniawan" userId="98a6f147-1caf-47f2-8e74-24cd4be6d7bf" providerId="ADAL" clId="{A3573757-997C-4092-A300-34449357E25A}" dt="2024-04-21T20:22:03.114" v="1301" actId="478"/>
            <ac:spMkLst>
              <pc:docMk/>
              <pc:sldMasterMk cId="0" sldId="2147483648"/>
              <pc:sldLayoutMk cId="3104581202" sldId="2147483719"/>
              <ac:spMk id="2" creationId="{C871AF52-D2B9-1081-144A-4DAA5148C17D}"/>
            </ac:spMkLst>
          </pc:spChg>
          <pc:spChg chg="add del mod">
            <ac:chgData name="Stephen Kurniawan" userId="98a6f147-1caf-47f2-8e74-24cd4be6d7bf" providerId="ADAL" clId="{A3573757-997C-4092-A300-34449357E25A}" dt="2024-04-21T20:22:03.114" v="1301" actId="478"/>
            <ac:spMkLst>
              <pc:docMk/>
              <pc:sldMasterMk cId="0" sldId="2147483648"/>
              <pc:sldLayoutMk cId="3104581202" sldId="2147483719"/>
              <ac:spMk id="4" creationId="{0EEB8452-FDAC-C593-96AD-2DEBDC073D0E}"/>
            </ac:spMkLst>
          </pc:spChg>
          <pc:spChg chg="add del mod">
            <ac:chgData name="Stephen Kurniawan" userId="98a6f147-1caf-47f2-8e74-24cd4be6d7bf" providerId="ADAL" clId="{A3573757-997C-4092-A300-34449357E25A}" dt="2024-04-21T20:22:03.114" v="1301" actId="478"/>
            <ac:spMkLst>
              <pc:docMk/>
              <pc:sldMasterMk cId="0" sldId="2147483648"/>
              <pc:sldLayoutMk cId="3104581202" sldId="2147483719"/>
              <ac:spMk id="5" creationId="{F3FAF99B-89FD-5EE3-8CD7-178571698CC2}"/>
            </ac:spMkLst>
          </pc:spChg>
          <pc:spChg chg="add del mod">
            <ac:chgData name="Stephen Kurniawan" userId="98a6f147-1caf-47f2-8e74-24cd4be6d7bf" providerId="ADAL" clId="{A3573757-997C-4092-A300-34449357E25A}" dt="2024-04-21T20:22:03.114" v="1301" actId="478"/>
            <ac:spMkLst>
              <pc:docMk/>
              <pc:sldMasterMk cId="0" sldId="2147483648"/>
              <pc:sldLayoutMk cId="3104581202" sldId="2147483719"/>
              <ac:spMk id="6" creationId="{10E12D29-49FA-0A0F-073A-E4112C9820ED}"/>
            </ac:spMkLst>
          </pc:spChg>
          <pc:spChg chg="add del mod">
            <ac:chgData name="Stephen Kurniawan" userId="98a6f147-1caf-47f2-8e74-24cd4be6d7bf" providerId="ADAL" clId="{A3573757-997C-4092-A300-34449357E25A}" dt="2024-04-21T20:22:03.114" v="1301" actId="478"/>
            <ac:spMkLst>
              <pc:docMk/>
              <pc:sldMasterMk cId="0" sldId="2147483648"/>
              <pc:sldLayoutMk cId="3104581202" sldId="2147483719"/>
              <ac:spMk id="7" creationId="{A5E3FA37-89C1-8B09-A5A4-80A452D5E1C2}"/>
            </ac:spMkLst>
          </pc:spChg>
          <pc:spChg chg="add del mod">
            <ac:chgData name="Stephen Kurniawan" userId="98a6f147-1caf-47f2-8e74-24cd4be6d7bf" providerId="ADAL" clId="{A3573757-997C-4092-A300-34449357E25A}" dt="2024-04-21T20:22:03.114" v="1301" actId="478"/>
            <ac:spMkLst>
              <pc:docMk/>
              <pc:sldMasterMk cId="0" sldId="2147483648"/>
              <pc:sldLayoutMk cId="3104581202" sldId="2147483719"/>
              <ac:spMk id="8" creationId="{F8B5EF72-E5EF-8FBE-0E31-76BC50B1B602}"/>
            </ac:spMkLst>
          </pc:spChg>
          <pc:spChg chg="del">
            <ac:chgData name="Stephen Kurniawan" userId="98a6f147-1caf-47f2-8e74-24cd4be6d7bf" providerId="ADAL" clId="{A3573757-997C-4092-A300-34449357E25A}" dt="2024-04-21T20:19:20.720" v="1050" actId="478"/>
            <ac:spMkLst>
              <pc:docMk/>
              <pc:sldMasterMk cId="0" sldId="2147483648"/>
              <pc:sldLayoutMk cId="3104581202" sldId="2147483719"/>
              <ac:spMk id="10" creationId="{32E7EA77-832D-7698-D622-61CD8B99576F}"/>
            </ac:spMkLst>
          </pc:spChg>
          <pc:spChg chg="del">
            <ac:chgData name="Stephen Kurniawan" userId="98a6f147-1caf-47f2-8e74-24cd4be6d7bf" providerId="ADAL" clId="{A3573757-997C-4092-A300-34449357E25A}" dt="2024-04-21T20:19:20.720" v="1050" actId="478"/>
            <ac:spMkLst>
              <pc:docMk/>
              <pc:sldMasterMk cId="0" sldId="2147483648"/>
              <pc:sldLayoutMk cId="3104581202" sldId="2147483719"/>
              <ac:spMk id="11" creationId="{7FF3F63E-3732-78D2-AD68-79FDF8E3E0B3}"/>
            </ac:spMkLst>
          </pc:spChg>
          <pc:spChg chg="del">
            <ac:chgData name="Stephen Kurniawan" userId="98a6f147-1caf-47f2-8e74-24cd4be6d7bf" providerId="ADAL" clId="{A3573757-997C-4092-A300-34449357E25A}" dt="2024-04-21T20:19:20.720" v="1050" actId="478"/>
            <ac:spMkLst>
              <pc:docMk/>
              <pc:sldMasterMk cId="0" sldId="2147483648"/>
              <pc:sldLayoutMk cId="3104581202" sldId="2147483719"/>
              <ac:spMk id="12" creationId="{FF2D639A-087E-2FA7-F163-BA4A435A9082}"/>
            </ac:spMkLst>
          </pc:spChg>
          <pc:spChg chg="del">
            <ac:chgData name="Stephen Kurniawan" userId="98a6f147-1caf-47f2-8e74-24cd4be6d7bf" providerId="ADAL" clId="{A3573757-997C-4092-A300-34449357E25A}" dt="2024-04-21T20:19:20.720" v="1050" actId="478"/>
            <ac:spMkLst>
              <pc:docMk/>
              <pc:sldMasterMk cId="0" sldId="2147483648"/>
              <pc:sldLayoutMk cId="3104581202" sldId="2147483719"/>
              <ac:spMk id="13" creationId="{B6AA8BAB-A914-6508-E7AF-81202F25D839}"/>
            </ac:spMkLst>
          </pc:spChg>
          <pc:spChg chg="del mod">
            <ac:chgData name="Stephen Kurniawan" userId="98a6f147-1caf-47f2-8e74-24cd4be6d7bf" providerId="ADAL" clId="{A3573757-997C-4092-A300-34449357E25A}" dt="2024-04-21T20:19:20.720" v="1050" actId="478"/>
            <ac:spMkLst>
              <pc:docMk/>
              <pc:sldMasterMk cId="0" sldId="2147483648"/>
              <pc:sldLayoutMk cId="3104581202" sldId="2147483719"/>
              <ac:spMk id="14" creationId="{71358F21-051E-206A-D00B-B43354D5D760}"/>
            </ac:spMkLst>
          </pc:spChg>
          <pc:spChg chg="del mod">
            <ac:chgData name="Stephen Kurniawan" userId="98a6f147-1caf-47f2-8e74-24cd4be6d7bf" providerId="ADAL" clId="{A3573757-997C-4092-A300-34449357E25A}" dt="2024-04-21T20:19:20.720" v="1050" actId="478"/>
            <ac:spMkLst>
              <pc:docMk/>
              <pc:sldMasterMk cId="0" sldId="2147483648"/>
              <pc:sldLayoutMk cId="3104581202" sldId="2147483719"/>
              <ac:spMk id="15" creationId="{97EB8EDB-3B4B-F8B1-2F6B-105B01BB91BF}"/>
            </ac:spMkLst>
          </pc:spChg>
          <pc:spChg chg="add mod">
            <ac:chgData name="Stephen Kurniawan" userId="98a6f147-1caf-47f2-8e74-24cd4be6d7bf" providerId="ADAL" clId="{A3573757-997C-4092-A300-34449357E25A}" dt="2024-04-21T20:22:03.287" v="1302"/>
            <ac:spMkLst>
              <pc:docMk/>
              <pc:sldMasterMk cId="0" sldId="2147483648"/>
              <pc:sldLayoutMk cId="3104581202" sldId="2147483719"/>
              <ac:spMk id="16" creationId="{84E5BCEA-7CAF-12C0-4D88-FFDD2B1323C4}"/>
            </ac:spMkLst>
          </pc:spChg>
          <pc:spChg chg="add mod">
            <ac:chgData name="Stephen Kurniawan" userId="98a6f147-1caf-47f2-8e74-24cd4be6d7bf" providerId="ADAL" clId="{A3573757-997C-4092-A300-34449357E25A}" dt="2024-04-21T20:22:03.287" v="1302"/>
            <ac:spMkLst>
              <pc:docMk/>
              <pc:sldMasterMk cId="0" sldId="2147483648"/>
              <pc:sldLayoutMk cId="3104581202" sldId="2147483719"/>
              <ac:spMk id="17" creationId="{677DE3C3-388C-0B09-7697-B3044CE13254}"/>
            </ac:spMkLst>
          </pc:spChg>
          <pc:spChg chg="add mod">
            <ac:chgData name="Stephen Kurniawan" userId="98a6f147-1caf-47f2-8e74-24cd4be6d7bf" providerId="ADAL" clId="{A3573757-997C-4092-A300-34449357E25A}" dt="2024-04-21T20:22:38.372" v="1328" actId="20577"/>
            <ac:spMkLst>
              <pc:docMk/>
              <pc:sldMasterMk cId="0" sldId="2147483648"/>
              <pc:sldLayoutMk cId="3104581202" sldId="2147483719"/>
              <ac:spMk id="18" creationId="{A11EB085-C5B6-4574-D0B7-F562710A31BD}"/>
            </ac:spMkLst>
          </pc:spChg>
          <pc:spChg chg="add mod">
            <ac:chgData name="Stephen Kurniawan" userId="98a6f147-1caf-47f2-8e74-24cd4be6d7bf" providerId="ADAL" clId="{A3573757-997C-4092-A300-34449357E25A}" dt="2024-04-21T20:22:03.287" v="1302"/>
            <ac:spMkLst>
              <pc:docMk/>
              <pc:sldMasterMk cId="0" sldId="2147483648"/>
              <pc:sldLayoutMk cId="3104581202" sldId="2147483719"/>
              <ac:spMk id="19" creationId="{168EF372-2FDC-9A44-0BC9-18415F4F1792}"/>
            </ac:spMkLst>
          </pc:spChg>
          <pc:spChg chg="add mod">
            <ac:chgData name="Stephen Kurniawan" userId="98a6f147-1caf-47f2-8e74-24cd4be6d7bf" providerId="ADAL" clId="{A3573757-997C-4092-A300-34449357E25A}" dt="2024-04-21T20:22:03.287" v="1302"/>
            <ac:spMkLst>
              <pc:docMk/>
              <pc:sldMasterMk cId="0" sldId="2147483648"/>
              <pc:sldLayoutMk cId="3104581202" sldId="2147483719"/>
              <ac:spMk id="20" creationId="{8051E29E-1CDA-0969-AAA0-BE63D80A495C}"/>
            </ac:spMkLst>
          </pc:spChg>
          <pc:spChg chg="add mod">
            <ac:chgData name="Stephen Kurniawan" userId="98a6f147-1caf-47f2-8e74-24cd4be6d7bf" providerId="ADAL" clId="{A3573757-997C-4092-A300-34449357E25A}" dt="2024-04-21T20:23:02.064" v="1342" actId="20577"/>
            <ac:spMkLst>
              <pc:docMk/>
              <pc:sldMasterMk cId="0" sldId="2147483648"/>
              <pc:sldLayoutMk cId="3104581202" sldId="2147483719"/>
              <ac:spMk id="21" creationId="{A42EDF82-FB1A-2840-CC29-61D523A9F6E6}"/>
            </ac:spMkLst>
          </pc:spChg>
        </pc:sldLayoutChg>
        <pc:sldLayoutChg chg="addSp delSp modSp mod">
          <pc:chgData name="Stephen Kurniawan" userId="98a6f147-1caf-47f2-8e74-24cd4be6d7bf" providerId="ADAL" clId="{A3573757-997C-4092-A300-34449357E25A}" dt="2024-04-21T20:22:43.137" v="1331" actId="20577"/>
          <pc:sldLayoutMkLst>
            <pc:docMk/>
            <pc:sldMasterMk cId="0" sldId="2147483648"/>
            <pc:sldLayoutMk cId="2687125434" sldId="2147483720"/>
          </pc:sldLayoutMkLst>
          <pc:spChg chg="add mod">
            <ac:chgData name="Stephen Kurniawan" userId="98a6f147-1caf-47f2-8e74-24cd4be6d7bf" providerId="ADAL" clId="{A3573757-997C-4092-A300-34449357E25A}" dt="2024-04-21T20:19:24.697" v="1053"/>
            <ac:spMkLst>
              <pc:docMk/>
              <pc:sldMasterMk cId="0" sldId="2147483648"/>
              <pc:sldLayoutMk cId="2687125434" sldId="2147483720"/>
              <ac:spMk id="2" creationId="{39587C9D-9F04-439D-5590-7C582C2939A5}"/>
            </ac:spMkLst>
          </pc:spChg>
          <pc:spChg chg="add mod">
            <ac:chgData name="Stephen Kurniawan" userId="98a6f147-1caf-47f2-8e74-24cd4be6d7bf" providerId="ADAL" clId="{A3573757-997C-4092-A300-34449357E25A}" dt="2024-04-21T20:21:15.795" v="1196" actId="20577"/>
            <ac:spMkLst>
              <pc:docMk/>
              <pc:sldMasterMk cId="0" sldId="2147483648"/>
              <pc:sldLayoutMk cId="2687125434" sldId="2147483720"/>
              <ac:spMk id="4" creationId="{C12206A1-A367-92D5-348A-C8B9214535AD}"/>
            </ac:spMkLst>
          </pc:spChg>
          <pc:spChg chg="add mod">
            <ac:chgData name="Stephen Kurniawan" userId="98a6f147-1caf-47f2-8e74-24cd4be6d7bf" providerId="ADAL" clId="{A3573757-997C-4092-A300-34449357E25A}" dt="2024-04-21T20:22:42.048" v="1330" actId="20577"/>
            <ac:spMkLst>
              <pc:docMk/>
              <pc:sldMasterMk cId="0" sldId="2147483648"/>
              <pc:sldLayoutMk cId="2687125434" sldId="2147483720"/>
              <ac:spMk id="5" creationId="{461C005D-AF3C-A0CB-EAB5-8B1B9E28A022}"/>
            </ac:spMkLst>
          </pc:spChg>
          <pc:spChg chg="add mod">
            <ac:chgData name="Stephen Kurniawan" userId="98a6f147-1caf-47f2-8e74-24cd4be6d7bf" providerId="ADAL" clId="{A3573757-997C-4092-A300-34449357E25A}" dt="2024-04-21T20:19:24.697" v="1053"/>
            <ac:spMkLst>
              <pc:docMk/>
              <pc:sldMasterMk cId="0" sldId="2147483648"/>
              <pc:sldLayoutMk cId="2687125434" sldId="2147483720"/>
              <ac:spMk id="6" creationId="{3B5197AE-94B7-111D-E986-836F0EC54F5E}"/>
            </ac:spMkLst>
          </pc:spChg>
          <pc:spChg chg="add mod">
            <ac:chgData name="Stephen Kurniawan" userId="98a6f147-1caf-47f2-8e74-24cd4be6d7bf" providerId="ADAL" clId="{A3573757-997C-4092-A300-34449357E25A}" dt="2024-04-21T20:21:36.357" v="1260" actId="20577"/>
            <ac:spMkLst>
              <pc:docMk/>
              <pc:sldMasterMk cId="0" sldId="2147483648"/>
              <pc:sldLayoutMk cId="2687125434" sldId="2147483720"/>
              <ac:spMk id="7" creationId="{2E49088D-F882-800D-FE84-94F9A973F6A7}"/>
            </ac:spMkLst>
          </pc:spChg>
          <pc:spChg chg="add mod">
            <ac:chgData name="Stephen Kurniawan" userId="98a6f147-1caf-47f2-8e74-24cd4be6d7bf" providerId="ADAL" clId="{A3573757-997C-4092-A300-34449357E25A}" dt="2024-04-21T20:22:43.137" v="1331" actId="20577"/>
            <ac:spMkLst>
              <pc:docMk/>
              <pc:sldMasterMk cId="0" sldId="2147483648"/>
              <pc:sldLayoutMk cId="2687125434" sldId="2147483720"/>
              <ac:spMk id="8" creationId="{06877283-B79D-7BDC-CF59-F2C0F5DB27F4}"/>
            </ac:spMkLst>
          </pc:spChg>
          <pc:spChg chg="del">
            <ac:chgData name="Stephen Kurniawan" userId="98a6f147-1caf-47f2-8e74-24cd4be6d7bf" providerId="ADAL" clId="{A3573757-997C-4092-A300-34449357E25A}" dt="2024-04-21T20:19:24.484" v="1052" actId="478"/>
            <ac:spMkLst>
              <pc:docMk/>
              <pc:sldMasterMk cId="0" sldId="2147483648"/>
              <pc:sldLayoutMk cId="2687125434" sldId="2147483720"/>
              <ac:spMk id="10" creationId="{32E7EA77-832D-7698-D622-61CD8B99576F}"/>
            </ac:spMkLst>
          </pc:spChg>
          <pc:spChg chg="del">
            <ac:chgData name="Stephen Kurniawan" userId="98a6f147-1caf-47f2-8e74-24cd4be6d7bf" providerId="ADAL" clId="{A3573757-997C-4092-A300-34449357E25A}" dt="2024-04-21T20:19:24.484" v="1052" actId="478"/>
            <ac:spMkLst>
              <pc:docMk/>
              <pc:sldMasterMk cId="0" sldId="2147483648"/>
              <pc:sldLayoutMk cId="2687125434" sldId="2147483720"/>
              <ac:spMk id="11" creationId="{7FF3F63E-3732-78D2-AD68-79FDF8E3E0B3}"/>
            </ac:spMkLst>
          </pc:spChg>
          <pc:spChg chg="del">
            <ac:chgData name="Stephen Kurniawan" userId="98a6f147-1caf-47f2-8e74-24cd4be6d7bf" providerId="ADAL" clId="{A3573757-997C-4092-A300-34449357E25A}" dt="2024-04-21T20:19:24.484" v="1052" actId="478"/>
            <ac:spMkLst>
              <pc:docMk/>
              <pc:sldMasterMk cId="0" sldId="2147483648"/>
              <pc:sldLayoutMk cId="2687125434" sldId="2147483720"/>
              <ac:spMk id="12" creationId="{FF2D639A-087E-2FA7-F163-BA4A435A9082}"/>
            </ac:spMkLst>
          </pc:spChg>
          <pc:spChg chg="del">
            <ac:chgData name="Stephen Kurniawan" userId="98a6f147-1caf-47f2-8e74-24cd4be6d7bf" providerId="ADAL" clId="{A3573757-997C-4092-A300-34449357E25A}" dt="2024-04-21T20:19:24.484" v="1052" actId="478"/>
            <ac:spMkLst>
              <pc:docMk/>
              <pc:sldMasterMk cId="0" sldId="2147483648"/>
              <pc:sldLayoutMk cId="2687125434" sldId="2147483720"/>
              <ac:spMk id="13" creationId="{B6AA8BAB-A914-6508-E7AF-81202F25D839}"/>
            </ac:spMkLst>
          </pc:spChg>
          <pc:spChg chg="del mod">
            <ac:chgData name="Stephen Kurniawan" userId="98a6f147-1caf-47f2-8e74-24cd4be6d7bf" providerId="ADAL" clId="{A3573757-997C-4092-A300-34449357E25A}" dt="2024-04-21T20:19:24.484" v="1052" actId="478"/>
            <ac:spMkLst>
              <pc:docMk/>
              <pc:sldMasterMk cId="0" sldId="2147483648"/>
              <pc:sldLayoutMk cId="2687125434" sldId="2147483720"/>
              <ac:spMk id="14" creationId="{71358F21-051E-206A-D00B-B43354D5D760}"/>
            </ac:spMkLst>
          </pc:spChg>
          <pc:spChg chg="del">
            <ac:chgData name="Stephen Kurniawan" userId="98a6f147-1caf-47f2-8e74-24cd4be6d7bf" providerId="ADAL" clId="{A3573757-997C-4092-A300-34449357E25A}" dt="2024-04-21T20:19:24.484" v="1052" actId="478"/>
            <ac:spMkLst>
              <pc:docMk/>
              <pc:sldMasterMk cId="0" sldId="2147483648"/>
              <pc:sldLayoutMk cId="2687125434" sldId="2147483720"/>
              <ac:spMk id="15" creationId="{97EB8EDB-3B4B-F8B1-2F6B-105B01BB91BF}"/>
            </ac:spMkLst>
          </pc:spChg>
        </pc:sldLayoutChg>
        <pc:sldLayoutChg chg="addSp delSp modSp mod">
          <pc:chgData name="Stephen Kurniawan" userId="98a6f147-1caf-47f2-8e74-24cd4be6d7bf" providerId="ADAL" clId="{A3573757-997C-4092-A300-34449357E25A}" dt="2024-04-21T20:22:49.743" v="1335" actId="20577"/>
          <pc:sldLayoutMkLst>
            <pc:docMk/>
            <pc:sldMasterMk cId="0" sldId="2147483648"/>
            <pc:sldLayoutMk cId="1635498429" sldId="2147483721"/>
          </pc:sldLayoutMkLst>
          <pc:spChg chg="del">
            <ac:chgData name="Stephen Kurniawan" userId="98a6f147-1caf-47f2-8e74-24cd4be6d7bf" providerId="ADAL" clId="{A3573757-997C-4092-A300-34449357E25A}" dt="2024-04-21T20:19:31.742" v="1056" actId="478"/>
            <ac:spMkLst>
              <pc:docMk/>
              <pc:sldMasterMk cId="0" sldId="2147483648"/>
              <pc:sldLayoutMk cId="1635498429" sldId="2147483721"/>
              <ac:spMk id="3" creationId="{26E36A7A-50BC-A8A4-8B3A-26639B00E718}"/>
            </ac:spMkLst>
          </pc:spChg>
          <pc:spChg chg="del">
            <ac:chgData name="Stephen Kurniawan" userId="98a6f147-1caf-47f2-8e74-24cd4be6d7bf" providerId="ADAL" clId="{A3573757-997C-4092-A300-34449357E25A}" dt="2024-04-21T20:19:31.742" v="1056" actId="478"/>
            <ac:spMkLst>
              <pc:docMk/>
              <pc:sldMasterMk cId="0" sldId="2147483648"/>
              <pc:sldLayoutMk cId="1635498429" sldId="2147483721"/>
              <ac:spMk id="4" creationId="{9A6ED105-63CE-8830-117F-294EF966FD17}"/>
            </ac:spMkLst>
          </pc:spChg>
          <pc:spChg chg="del mod">
            <ac:chgData name="Stephen Kurniawan" userId="98a6f147-1caf-47f2-8e74-24cd4be6d7bf" providerId="ADAL" clId="{A3573757-997C-4092-A300-34449357E25A}" dt="2024-04-21T20:19:31.742" v="1056" actId="478"/>
            <ac:spMkLst>
              <pc:docMk/>
              <pc:sldMasterMk cId="0" sldId="2147483648"/>
              <pc:sldLayoutMk cId="1635498429" sldId="2147483721"/>
              <ac:spMk id="5" creationId="{4E640DE2-3F21-FEA7-765A-0FDE332A79A4}"/>
            </ac:spMkLst>
          </pc:spChg>
          <pc:spChg chg="del">
            <ac:chgData name="Stephen Kurniawan" userId="98a6f147-1caf-47f2-8e74-24cd4be6d7bf" providerId="ADAL" clId="{A3573757-997C-4092-A300-34449357E25A}" dt="2024-04-21T20:19:31.742" v="1056" actId="478"/>
            <ac:spMkLst>
              <pc:docMk/>
              <pc:sldMasterMk cId="0" sldId="2147483648"/>
              <pc:sldLayoutMk cId="1635498429" sldId="2147483721"/>
              <ac:spMk id="6" creationId="{5813634B-C1CF-2576-C8A6-91866D56E4BA}"/>
            </ac:spMkLst>
          </pc:spChg>
          <pc:spChg chg="del">
            <ac:chgData name="Stephen Kurniawan" userId="98a6f147-1caf-47f2-8e74-24cd4be6d7bf" providerId="ADAL" clId="{A3573757-997C-4092-A300-34449357E25A}" dt="2024-04-21T20:19:31.742" v="1056" actId="478"/>
            <ac:spMkLst>
              <pc:docMk/>
              <pc:sldMasterMk cId="0" sldId="2147483648"/>
              <pc:sldLayoutMk cId="1635498429" sldId="2147483721"/>
              <ac:spMk id="7" creationId="{85D452FD-1D1D-A063-A01C-62E121A92ABC}"/>
            </ac:spMkLst>
          </pc:spChg>
          <pc:spChg chg="del mod">
            <ac:chgData name="Stephen Kurniawan" userId="98a6f147-1caf-47f2-8e74-24cd4be6d7bf" providerId="ADAL" clId="{A3573757-997C-4092-A300-34449357E25A}" dt="2024-04-21T20:19:31.742" v="1056" actId="478"/>
            <ac:spMkLst>
              <pc:docMk/>
              <pc:sldMasterMk cId="0" sldId="2147483648"/>
              <pc:sldLayoutMk cId="1635498429" sldId="2147483721"/>
              <ac:spMk id="8" creationId="{9B4A3C71-1E5B-7DEF-E029-5B3B8680915E}"/>
            </ac:spMkLst>
          </pc:spChg>
          <pc:spChg chg="add mod">
            <ac:chgData name="Stephen Kurniawan" userId="98a6f147-1caf-47f2-8e74-24cd4be6d7bf" providerId="ADAL" clId="{A3573757-997C-4092-A300-34449357E25A}" dt="2024-04-21T20:19:31.917" v="1057"/>
            <ac:spMkLst>
              <pc:docMk/>
              <pc:sldMasterMk cId="0" sldId="2147483648"/>
              <pc:sldLayoutMk cId="1635498429" sldId="2147483721"/>
              <ac:spMk id="9" creationId="{3148CB38-9A22-5DA5-8965-700C24FD8B6A}"/>
            </ac:spMkLst>
          </pc:spChg>
          <pc:spChg chg="add mod">
            <ac:chgData name="Stephen Kurniawan" userId="98a6f147-1caf-47f2-8e74-24cd4be6d7bf" providerId="ADAL" clId="{A3573757-997C-4092-A300-34449357E25A}" dt="2024-04-21T20:19:54.285" v="1071" actId="20577"/>
            <ac:spMkLst>
              <pc:docMk/>
              <pc:sldMasterMk cId="0" sldId="2147483648"/>
              <pc:sldLayoutMk cId="1635498429" sldId="2147483721"/>
              <ac:spMk id="10" creationId="{69D8103A-A69B-B1CA-2987-689868AC39EA}"/>
            </ac:spMkLst>
          </pc:spChg>
          <pc:spChg chg="add mod">
            <ac:chgData name="Stephen Kurniawan" userId="98a6f147-1caf-47f2-8e74-24cd4be6d7bf" providerId="ADAL" clId="{A3573757-997C-4092-A300-34449357E25A}" dt="2024-04-21T20:22:48.932" v="1334" actId="20577"/>
            <ac:spMkLst>
              <pc:docMk/>
              <pc:sldMasterMk cId="0" sldId="2147483648"/>
              <pc:sldLayoutMk cId="1635498429" sldId="2147483721"/>
              <ac:spMk id="11" creationId="{1B8AB7A4-37F9-8B47-8BA9-5C09F8330607}"/>
            </ac:spMkLst>
          </pc:spChg>
          <pc:spChg chg="add mod">
            <ac:chgData name="Stephen Kurniawan" userId="98a6f147-1caf-47f2-8e74-24cd4be6d7bf" providerId="ADAL" clId="{A3573757-997C-4092-A300-34449357E25A}" dt="2024-04-21T20:19:31.917" v="1057"/>
            <ac:spMkLst>
              <pc:docMk/>
              <pc:sldMasterMk cId="0" sldId="2147483648"/>
              <pc:sldLayoutMk cId="1635498429" sldId="2147483721"/>
              <ac:spMk id="12" creationId="{AC618D34-EC52-7050-9752-391795323007}"/>
            </ac:spMkLst>
          </pc:spChg>
          <pc:spChg chg="add mod">
            <ac:chgData name="Stephen Kurniawan" userId="98a6f147-1caf-47f2-8e74-24cd4be6d7bf" providerId="ADAL" clId="{A3573757-997C-4092-A300-34449357E25A}" dt="2024-04-21T20:20:19.795" v="1143" actId="20577"/>
            <ac:spMkLst>
              <pc:docMk/>
              <pc:sldMasterMk cId="0" sldId="2147483648"/>
              <pc:sldLayoutMk cId="1635498429" sldId="2147483721"/>
              <ac:spMk id="13" creationId="{3BFBEE91-5810-A5BE-9B19-8FE79BEECE3F}"/>
            </ac:spMkLst>
          </pc:spChg>
          <pc:spChg chg="add mod">
            <ac:chgData name="Stephen Kurniawan" userId="98a6f147-1caf-47f2-8e74-24cd4be6d7bf" providerId="ADAL" clId="{A3573757-997C-4092-A300-34449357E25A}" dt="2024-04-21T20:22:49.743" v="1335" actId="20577"/>
            <ac:spMkLst>
              <pc:docMk/>
              <pc:sldMasterMk cId="0" sldId="2147483648"/>
              <pc:sldLayoutMk cId="1635498429" sldId="2147483721"/>
              <ac:spMk id="14" creationId="{FFBF6D96-43BC-BF4E-B523-FFD9E84A0B5E}"/>
            </ac:spMkLst>
          </pc:spChg>
        </pc:sldLayoutChg>
        <pc:sldLayoutChg chg="modSp mod">
          <pc:chgData name="Stephen Kurniawan" userId="98a6f147-1caf-47f2-8e74-24cd4be6d7bf" providerId="ADAL" clId="{A3573757-997C-4092-A300-34449357E25A}" dt="2024-04-20T21:14:51.364" v="430" actId="6014"/>
          <pc:sldLayoutMkLst>
            <pc:docMk/>
            <pc:sldMasterMk cId="0" sldId="2147483648"/>
            <pc:sldLayoutMk cId="4251225809" sldId="2147483722"/>
          </pc:sldLayoutMkLst>
          <pc:spChg chg="mod">
            <ac:chgData name="Stephen Kurniawan" userId="98a6f147-1caf-47f2-8e74-24cd4be6d7bf" providerId="ADAL" clId="{A3573757-997C-4092-A300-34449357E25A}" dt="2024-04-20T20:53:21.013" v="207" actId="14100"/>
            <ac:spMkLst>
              <pc:docMk/>
              <pc:sldMasterMk cId="0" sldId="2147483648"/>
              <pc:sldLayoutMk cId="4251225809" sldId="2147483722"/>
              <ac:spMk id="10" creationId="{32E7EA77-832D-7698-D622-61CD8B99576F}"/>
            </ac:spMkLst>
          </pc:spChg>
          <pc:spChg chg="mod">
            <ac:chgData name="Stephen Kurniawan" userId="98a6f147-1caf-47f2-8e74-24cd4be6d7bf" providerId="ADAL" clId="{A3573757-997C-4092-A300-34449357E25A}" dt="2024-04-20T20:52:01.187" v="101" actId="14100"/>
            <ac:spMkLst>
              <pc:docMk/>
              <pc:sldMasterMk cId="0" sldId="2147483648"/>
              <pc:sldLayoutMk cId="4251225809" sldId="2147483722"/>
              <ac:spMk id="12" creationId="{FF2D639A-087E-2FA7-F163-BA4A435A9082}"/>
            </ac:spMkLst>
          </pc:spChg>
          <pc:spChg chg="mod">
            <ac:chgData name="Stephen Kurniawan" userId="98a6f147-1caf-47f2-8e74-24cd4be6d7bf" providerId="ADAL" clId="{A3573757-997C-4092-A300-34449357E25A}" dt="2024-04-20T20:52:51.369" v="156" actId="20577"/>
            <ac:spMkLst>
              <pc:docMk/>
              <pc:sldMasterMk cId="0" sldId="2147483648"/>
              <pc:sldLayoutMk cId="4251225809" sldId="2147483722"/>
              <ac:spMk id="13" creationId="{B6AA8BAB-A914-6508-E7AF-81202F25D839}"/>
            </ac:spMkLst>
          </pc:spChg>
          <pc:spChg chg="mod">
            <ac:chgData name="Stephen Kurniawan" userId="98a6f147-1caf-47f2-8e74-24cd4be6d7bf" providerId="ADAL" clId="{A3573757-997C-4092-A300-34449357E25A}" dt="2024-04-20T20:53:24.675" v="208" actId="14100"/>
            <ac:spMkLst>
              <pc:docMk/>
              <pc:sldMasterMk cId="0" sldId="2147483648"/>
              <pc:sldLayoutMk cId="4251225809" sldId="2147483722"/>
              <ac:spMk id="14" creationId="{71358F21-051E-206A-D00B-B43354D5D760}"/>
            </ac:spMkLst>
          </pc:spChg>
          <pc:spChg chg="mod">
            <ac:chgData name="Stephen Kurniawan" userId="98a6f147-1caf-47f2-8e74-24cd4be6d7bf" providerId="ADAL" clId="{A3573757-997C-4092-A300-34449357E25A}" dt="2024-04-20T20:53:08.644" v="203" actId="20577"/>
            <ac:spMkLst>
              <pc:docMk/>
              <pc:sldMasterMk cId="0" sldId="2147483648"/>
              <pc:sldLayoutMk cId="4251225809" sldId="2147483722"/>
              <ac:spMk id="15" creationId="{97EB8EDB-3B4B-F8B1-2F6B-105B01BB91BF}"/>
            </ac:spMkLst>
          </pc:spChg>
        </pc:sldLayoutChg>
      </pc:sldMasterChg>
      <pc:sldMasterChg chg="modSldLayout">
        <pc:chgData name="Stephen Kurniawan" userId="98a6f147-1caf-47f2-8e74-24cd4be6d7bf" providerId="ADAL" clId="{A3573757-997C-4092-A300-34449357E25A}" dt="2024-04-14T19:56:26.185" v="0"/>
        <pc:sldMasterMkLst>
          <pc:docMk/>
          <pc:sldMasterMk cId="2447423978" sldId="2147483708"/>
        </pc:sldMasterMkLst>
        <pc:sldLayoutChg chg="setBg">
          <pc:chgData name="Stephen Kurniawan" userId="98a6f147-1caf-47f2-8e74-24cd4be6d7bf" providerId="ADAL" clId="{A3573757-997C-4092-A300-34449357E25A}" dt="2024-04-14T19:56:26.185" v="0"/>
          <pc:sldLayoutMkLst>
            <pc:docMk/>
            <pc:sldMasterMk cId="2447423978" sldId="2147483708"/>
            <pc:sldLayoutMk cId="3888170432" sldId="2147483742"/>
          </pc:sldLayoutMkLst>
        </pc:sldLayoutChg>
      </pc:sldMasterChg>
      <pc:sldMasterChg chg="new del mod addSldLayout delSldLayout">
        <pc:chgData name="Stephen Kurniawan" userId="98a6f147-1caf-47f2-8e74-24cd4be6d7bf" providerId="ADAL" clId="{A3573757-997C-4092-A300-34449357E25A}" dt="2024-04-14T19:58:02.758" v="7" actId="6938"/>
        <pc:sldMasterMkLst>
          <pc:docMk/>
          <pc:sldMasterMk cId="537226378" sldId="2147483709"/>
        </pc:sldMasterMkLst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1998684342" sldId="2147483710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4140835145" sldId="2147483711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155107246" sldId="2147483712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737850101" sldId="2147483713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3778021856" sldId="2147483714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759090699" sldId="2147483715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1953861387" sldId="2147483716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1325294253" sldId="2147483717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2207216922" sldId="2147483718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3233367574" sldId="2147483719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3525243613" sldId="2147483720"/>
          </pc:sldLayoutMkLst>
        </pc:sldLayoutChg>
      </pc:sldMasterChg>
      <pc:sldMasterChg chg="new del mod addSldLayout delSldLayout">
        <pc:chgData name="Stephen Kurniawan" userId="98a6f147-1caf-47f2-8e74-24cd4be6d7bf" providerId="ADAL" clId="{A3573757-997C-4092-A300-34449357E25A}" dt="2024-04-14T19:57:53.059" v="5" actId="6938"/>
        <pc:sldMasterMkLst>
          <pc:docMk/>
          <pc:sldMasterMk cId="4054463448" sldId="2147483709"/>
        </pc:sldMasterMkLst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2566161886" sldId="2147483710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2097836751" sldId="2147483711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2024172296" sldId="2147483712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3323960567" sldId="2147483713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1326988087" sldId="2147483714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936310090" sldId="2147483715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3787402892" sldId="2147483716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2157800827" sldId="2147483717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3420470716" sldId="2147483718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3794234301" sldId="2147483719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360615222" sldId="2147483720"/>
          </pc:sldLayoutMkLst>
        </pc:sldLayoutChg>
      </pc:sldMasterChg>
      <pc:sldMasterChg chg="modSldLayout">
        <pc:chgData name="Stephen Kurniawan" userId="98a6f147-1caf-47f2-8e74-24cd4be6d7bf" providerId="ADAL" clId="{A3573757-997C-4092-A300-34449357E25A}" dt="2024-04-14T19:58:08.832" v="9"/>
        <pc:sldMasterMkLst>
          <pc:docMk/>
          <pc:sldMasterMk cId="4544380" sldId="2147483710"/>
        </pc:sldMasterMkLst>
        <pc:sldLayoutChg chg="setBg">
          <pc:chgData name="Stephen Kurniawan" userId="98a6f147-1caf-47f2-8e74-24cd4be6d7bf" providerId="ADAL" clId="{A3573757-997C-4092-A300-34449357E25A}" dt="2024-04-14T19:58:08.832" v="9"/>
          <pc:sldLayoutMkLst>
            <pc:docMk/>
            <pc:sldMasterMk cId="4544380" sldId="2147483710"/>
            <pc:sldLayoutMk cId="323711583" sldId="2147483744"/>
          </pc:sldLayoutMkLst>
        </pc:sldLayoutChg>
      </pc:sldMasterChg>
      <pc:sldMasterChg chg="modSldLayout">
        <pc:chgData name="Stephen Kurniawan" userId="98a6f147-1caf-47f2-8e74-24cd4be6d7bf" providerId="ADAL" clId="{A3573757-997C-4092-A300-34449357E25A}" dt="2024-04-14T19:58:25.456" v="10"/>
        <pc:sldMasterMkLst>
          <pc:docMk/>
          <pc:sldMasterMk cId="2163715360" sldId="2147483710"/>
        </pc:sldMasterMkLst>
        <pc:sldLayoutChg chg="setBg">
          <pc:chgData name="Stephen Kurniawan" userId="98a6f147-1caf-47f2-8e74-24cd4be6d7bf" providerId="ADAL" clId="{A3573757-997C-4092-A300-34449357E25A}" dt="2024-04-14T19:58:25.456" v="10"/>
          <pc:sldLayoutMkLst>
            <pc:docMk/>
            <pc:sldMasterMk cId="2163715360" sldId="2147483710"/>
            <pc:sldLayoutMk cId="4240955679" sldId="2147483744"/>
          </pc:sldLayoutMkLst>
        </pc:sldLayoutChg>
      </pc:sldMasterChg>
      <pc:sldMasterChg chg="new del mod addSldLayout delSldLayout">
        <pc:chgData name="Stephen Kurniawan" userId="98a6f147-1caf-47f2-8e74-24cd4be6d7bf" providerId="ADAL" clId="{A3573757-997C-4092-A300-34449357E25A}" dt="2024-04-14T20:00:42.062" v="19" actId="6938"/>
        <pc:sldMasterMkLst>
          <pc:docMk/>
          <pc:sldMasterMk cId="609996831" sldId="2147483712"/>
        </pc:sldMasterMkLst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537175467" sldId="2147483713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327362636" sldId="2147483714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2786264875" sldId="2147483715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156633081" sldId="2147483716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3811939991" sldId="2147483717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166158494" sldId="2147483718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1298505835" sldId="2147483719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2282408519" sldId="2147483720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2955874546" sldId="2147483721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3142326015" sldId="2147483722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557763654" sldId="2147483723"/>
          </pc:sldLayoutMkLst>
        </pc:sldLayoutChg>
      </pc:sldMasterChg>
    </pc:docChg>
  </pc:docChgLst>
  <pc:docChgLst>
    <pc:chgData name="Artanago, Kenwyn" userId="280bbbef-73a8-4da2-b05f-60f93405c8ba" providerId="ADAL" clId="{90396D97-E750-4C3D-8AE3-AA8D8721BFDF}"/>
    <pc:docChg chg="undo custSel addSld delSld modSld sldOrd modMainMaster">
      <pc:chgData name="Artanago, Kenwyn" userId="280bbbef-73a8-4da2-b05f-60f93405c8ba" providerId="ADAL" clId="{90396D97-E750-4C3D-8AE3-AA8D8721BFDF}" dt="2023-07-09T10:29:22.197" v="282" actId="729"/>
      <pc:docMkLst>
        <pc:docMk/>
      </pc:docMkLst>
      <pc:sldChg chg="addSp modSp mod">
        <pc:chgData name="Artanago, Kenwyn" userId="280bbbef-73a8-4da2-b05f-60f93405c8ba" providerId="ADAL" clId="{90396D97-E750-4C3D-8AE3-AA8D8721BFDF}" dt="2023-07-09T10:13:14.443" v="3" actId="27614"/>
        <pc:sldMkLst>
          <pc:docMk/>
          <pc:sldMk cId="1368488424" sldId="258"/>
        </pc:sldMkLst>
        <pc:picChg chg="add mod">
          <ac:chgData name="Artanago, Kenwyn" userId="280bbbef-73a8-4da2-b05f-60f93405c8ba" providerId="ADAL" clId="{90396D97-E750-4C3D-8AE3-AA8D8721BFDF}" dt="2023-07-09T10:13:14.443" v="3" actId="27614"/>
          <ac:picMkLst>
            <pc:docMk/>
            <pc:sldMk cId="1368488424" sldId="258"/>
            <ac:picMk id="4" creationId="{6420ADC6-94FF-4019-947D-07A4321E9B6E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16.835" v="6" actId="962"/>
        <pc:sldMkLst>
          <pc:docMk/>
          <pc:sldMk cId="1199899211" sldId="259"/>
        </pc:sldMkLst>
        <pc:picChg chg="add mod">
          <ac:chgData name="Artanago, Kenwyn" userId="280bbbef-73a8-4da2-b05f-60f93405c8ba" providerId="ADAL" clId="{90396D97-E750-4C3D-8AE3-AA8D8721BFDF}" dt="2023-07-09T10:13:16.835" v="6" actId="962"/>
          <ac:picMkLst>
            <pc:docMk/>
            <pc:sldMk cId="1199899211" sldId="259"/>
            <ac:picMk id="3" creationId="{97AAE4DE-6497-4230-A8B2-FED6DE5CB9AF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20.809" v="9" actId="962"/>
        <pc:sldMkLst>
          <pc:docMk/>
          <pc:sldMk cId="2932496729" sldId="260"/>
        </pc:sldMkLst>
        <pc:picChg chg="add mod">
          <ac:chgData name="Artanago, Kenwyn" userId="280bbbef-73a8-4da2-b05f-60f93405c8ba" providerId="ADAL" clId="{90396D97-E750-4C3D-8AE3-AA8D8721BFDF}" dt="2023-07-09T10:13:20.809" v="9" actId="962"/>
          <ac:picMkLst>
            <pc:docMk/>
            <pc:sldMk cId="2932496729" sldId="260"/>
            <ac:picMk id="4" creationId="{9725AFFB-58D6-4129-9964-EFCF562866F0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23.811" v="12" actId="962"/>
        <pc:sldMkLst>
          <pc:docMk/>
          <pc:sldMk cId="0" sldId="261"/>
        </pc:sldMkLst>
        <pc:picChg chg="add mod">
          <ac:chgData name="Artanago, Kenwyn" userId="280bbbef-73a8-4da2-b05f-60f93405c8ba" providerId="ADAL" clId="{90396D97-E750-4C3D-8AE3-AA8D8721BFDF}" dt="2023-07-09T10:13:23.811" v="12" actId="962"/>
          <ac:picMkLst>
            <pc:docMk/>
            <pc:sldMk cId="0" sldId="261"/>
            <ac:picMk id="5" creationId="{C37B4DBE-F88B-4602-9B19-36B32BFDE491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28.505" v="14" actId="27614"/>
        <pc:sldMkLst>
          <pc:docMk/>
          <pc:sldMk cId="0" sldId="262"/>
        </pc:sldMkLst>
        <pc:picChg chg="add mod">
          <ac:chgData name="Artanago, Kenwyn" userId="280bbbef-73a8-4da2-b05f-60f93405c8ba" providerId="ADAL" clId="{90396D97-E750-4C3D-8AE3-AA8D8721BFDF}" dt="2023-07-09T10:13:28.505" v="14" actId="27614"/>
          <ac:picMkLst>
            <pc:docMk/>
            <pc:sldMk cId="0" sldId="262"/>
            <ac:picMk id="5" creationId="{5BC1CCEE-4BAB-4D26-A4B3-6D3C2B1A5042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31.771" v="17" actId="962"/>
        <pc:sldMkLst>
          <pc:docMk/>
          <pc:sldMk cId="0" sldId="263"/>
        </pc:sldMkLst>
        <pc:picChg chg="add mod">
          <ac:chgData name="Artanago, Kenwyn" userId="280bbbef-73a8-4da2-b05f-60f93405c8ba" providerId="ADAL" clId="{90396D97-E750-4C3D-8AE3-AA8D8721BFDF}" dt="2023-07-09T10:13:31.771" v="17" actId="962"/>
          <ac:picMkLst>
            <pc:docMk/>
            <pc:sldMk cId="0" sldId="263"/>
            <ac:picMk id="5" creationId="{76649406-33C6-4314-BE29-4FE44E13C78B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35.693" v="20" actId="962"/>
        <pc:sldMkLst>
          <pc:docMk/>
          <pc:sldMk cId="0" sldId="264"/>
        </pc:sldMkLst>
        <pc:picChg chg="add mod">
          <ac:chgData name="Artanago, Kenwyn" userId="280bbbef-73a8-4da2-b05f-60f93405c8ba" providerId="ADAL" clId="{90396D97-E750-4C3D-8AE3-AA8D8721BFDF}" dt="2023-07-09T10:13:35.693" v="20" actId="962"/>
          <ac:picMkLst>
            <pc:docMk/>
            <pc:sldMk cId="0" sldId="264"/>
            <ac:picMk id="5" creationId="{755D0104-D1B1-4F41-AC59-BB45A6C91084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38.988" v="23" actId="962"/>
        <pc:sldMkLst>
          <pc:docMk/>
          <pc:sldMk cId="0" sldId="265"/>
        </pc:sldMkLst>
        <pc:picChg chg="add mod">
          <ac:chgData name="Artanago, Kenwyn" userId="280bbbef-73a8-4da2-b05f-60f93405c8ba" providerId="ADAL" clId="{90396D97-E750-4C3D-8AE3-AA8D8721BFDF}" dt="2023-07-09T10:13:38.988" v="23" actId="962"/>
          <ac:picMkLst>
            <pc:docMk/>
            <pc:sldMk cId="0" sldId="265"/>
            <ac:picMk id="5" creationId="{A0CD3CF6-2614-4EC7-BF8B-1110E7768DE8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44.931" v="26" actId="962"/>
        <pc:sldMkLst>
          <pc:docMk/>
          <pc:sldMk cId="0" sldId="266"/>
        </pc:sldMkLst>
        <pc:picChg chg="add mod">
          <ac:chgData name="Artanago, Kenwyn" userId="280bbbef-73a8-4da2-b05f-60f93405c8ba" providerId="ADAL" clId="{90396D97-E750-4C3D-8AE3-AA8D8721BFDF}" dt="2023-07-09T10:13:44.931" v="26" actId="962"/>
          <ac:picMkLst>
            <pc:docMk/>
            <pc:sldMk cId="0" sldId="266"/>
            <ac:picMk id="5" creationId="{B7F077E7-A411-49EE-B253-EEC4966A8595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4:18.315" v="29" actId="962"/>
        <pc:sldMkLst>
          <pc:docMk/>
          <pc:sldMk cId="0" sldId="267"/>
        </pc:sldMkLst>
        <pc:picChg chg="add mod">
          <ac:chgData name="Artanago, Kenwyn" userId="280bbbef-73a8-4da2-b05f-60f93405c8ba" providerId="ADAL" clId="{90396D97-E750-4C3D-8AE3-AA8D8721BFDF}" dt="2023-07-09T10:14:18.315" v="29" actId="962"/>
          <ac:picMkLst>
            <pc:docMk/>
            <pc:sldMk cId="0" sldId="267"/>
            <ac:picMk id="5" creationId="{4B338D43-8F94-46B4-A368-86D7E7128BCD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4:29.432" v="31" actId="27614"/>
        <pc:sldMkLst>
          <pc:docMk/>
          <pc:sldMk cId="0" sldId="268"/>
        </pc:sldMkLst>
        <pc:picChg chg="add mod">
          <ac:chgData name="Artanago, Kenwyn" userId="280bbbef-73a8-4da2-b05f-60f93405c8ba" providerId="ADAL" clId="{90396D97-E750-4C3D-8AE3-AA8D8721BFDF}" dt="2023-07-09T10:14:29.432" v="31" actId="27614"/>
          <ac:picMkLst>
            <pc:docMk/>
            <pc:sldMk cId="0" sldId="268"/>
            <ac:picMk id="5" creationId="{58D45BAF-81EE-4CC4-8FBD-A35EA67E5474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4:32.263" v="34" actId="962"/>
        <pc:sldMkLst>
          <pc:docMk/>
          <pc:sldMk cId="0" sldId="269"/>
        </pc:sldMkLst>
        <pc:picChg chg="add mod">
          <ac:chgData name="Artanago, Kenwyn" userId="280bbbef-73a8-4da2-b05f-60f93405c8ba" providerId="ADAL" clId="{90396D97-E750-4C3D-8AE3-AA8D8721BFDF}" dt="2023-07-09T10:14:32.263" v="34" actId="962"/>
          <ac:picMkLst>
            <pc:docMk/>
            <pc:sldMk cId="0" sldId="269"/>
            <ac:picMk id="5" creationId="{CB117C9D-89C9-4BF5-B11F-10E323858EF5}"/>
          </ac:picMkLst>
        </pc:picChg>
      </pc:sldChg>
      <pc:sldChg chg="addSp delSp modSp mod">
        <pc:chgData name="Artanago, Kenwyn" userId="280bbbef-73a8-4da2-b05f-60f93405c8ba" providerId="ADAL" clId="{90396D97-E750-4C3D-8AE3-AA8D8721BFDF}" dt="2023-07-09T10:16:40.551" v="43" actId="14100"/>
        <pc:sldMkLst>
          <pc:docMk/>
          <pc:sldMk cId="0" sldId="271"/>
        </pc:sldMkLst>
        <pc:picChg chg="add del mod">
          <ac:chgData name="Artanago, Kenwyn" userId="280bbbef-73a8-4da2-b05f-60f93405c8ba" providerId="ADAL" clId="{90396D97-E750-4C3D-8AE3-AA8D8721BFDF}" dt="2023-07-09T10:16:14.440" v="38" actId="478"/>
          <ac:picMkLst>
            <pc:docMk/>
            <pc:sldMk cId="0" sldId="271"/>
            <ac:picMk id="5" creationId="{CAF7135B-4FF7-41BE-AC3C-6AC49CFD0CBC}"/>
          </ac:picMkLst>
        </pc:picChg>
        <pc:picChg chg="add mod">
          <ac:chgData name="Artanago, Kenwyn" userId="280bbbef-73a8-4da2-b05f-60f93405c8ba" providerId="ADAL" clId="{90396D97-E750-4C3D-8AE3-AA8D8721BFDF}" dt="2023-07-09T10:16:40.551" v="43" actId="14100"/>
          <ac:picMkLst>
            <pc:docMk/>
            <pc:sldMk cId="0" sldId="271"/>
            <ac:picMk id="7" creationId="{7F178205-9F17-42E1-95F4-32372446BFEB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6:52.298" v="48" actId="14100"/>
        <pc:sldMkLst>
          <pc:docMk/>
          <pc:sldMk cId="0" sldId="272"/>
        </pc:sldMkLst>
        <pc:picChg chg="add mod">
          <ac:chgData name="Artanago, Kenwyn" userId="280bbbef-73a8-4da2-b05f-60f93405c8ba" providerId="ADAL" clId="{90396D97-E750-4C3D-8AE3-AA8D8721BFDF}" dt="2023-07-09T10:16:52.298" v="48" actId="14100"/>
          <ac:picMkLst>
            <pc:docMk/>
            <pc:sldMk cId="0" sldId="272"/>
            <ac:picMk id="5" creationId="{2BDAEA6B-FF91-42B9-AF28-0A14117EE627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02.553" v="53" actId="14100"/>
        <pc:sldMkLst>
          <pc:docMk/>
          <pc:sldMk cId="0" sldId="273"/>
        </pc:sldMkLst>
        <pc:picChg chg="add mod">
          <ac:chgData name="Artanago, Kenwyn" userId="280bbbef-73a8-4da2-b05f-60f93405c8ba" providerId="ADAL" clId="{90396D97-E750-4C3D-8AE3-AA8D8721BFDF}" dt="2023-07-09T10:17:02.553" v="53" actId="14100"/>
          <ac:picMkLst>
            <pc:docMk/>
            <pc:sldMk cId="0" sldId="273"/>
            <ac:picMk id="5" creationId="{9824AB3D-FC32-48E0-A0C1-FB36A70BC17D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13.613" v="58" actId="14100"/>
        <pc:sldMkLst>
          <pc:docMk/>
          <pc:sldMk cId="0" sldId="274"/>
        </pc:sldMkLst>
        <pc:picChg chg="add mod">
          <ac:chgData name="Artanago, Kenwyn" userId="280bbbef-73a8-4da2-b05f-60f93405c8ba" providerId="ADAL" clId="{90396D97-E750-4C3D-8AE3-AA8D8721BFDF}" dt="2023-07-09T10:17:13.613" v="58" actId="14100"/>
          <ac:picMkLst>
            <pc:docMk/>
            <pc:sldMk cId="0" sldId="274"/>
            <ac:picMk id="5" creationId="{8422990C-58C3-4BC6-9787-ED46D4733B2E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26.170" v="63" actId="14100"/>
        <pc:sldMkLst>
          <pc:docMk/>
          <pc:sldMk cId="0" sldId="275"/>
        </pc:sldMkLst>
        <pc:picChg chg="add mod">
          <ac:chgData name="Artanago, Kenwyn" userId="280bbbef-73a8-4da2-b05f-60f93405c8ba" providerId="ADAL" clId="{90396D97-E750-4C3D-8AE3-AA8D8721BFDF}" dt="2023-07-09T10:17:26.170" v="63" actId="14100"/>
          <ac:picMkLst>
            <pc:docMk/>
            <pc:sldMk cId="0" sldId="275"/>
            <ac:picMk id="5" creationId="{73692636-481A-4945-88DA-0633C2DF9CD1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36.420" v="68" actId="14100"/>
        <pc:sldMkLst>
          <pc:docMk/>
          <pc:sldMk cId="0" sldId="276"/>
        </pc:sldMkLst>
        <pc:picChg chg="add mod">
          <ac:chgData name="Artanago, Kenwyn" userId="280bbbef-73a8-4da2-b05f-60f93405c8ba" providerId="ADAL" clId="{90396D97-E750-4C3D-8AE3-AA8D8721BFDF}" dt="2023-07-09T10:17:36.420" v="68" actId="14100"/>
          <ac:picMkLst>
            <pc:docMk/>
            <pc:sldMk cId="0" sldId="276"/>
            <ac:picMk id="5" creationId="{ED717F3B-9AEC-4418-B9E7-2CE4D95ACA6A}"/>
          </ac:picMkLst>
        </pc:picChg>
      </pc:sldChg>
      <pc:sldChg chg="modSp mod">
        <pc:chgData name="Artanago, Kenwyn" userId="280bbbef-73a8-4da2-b05f-60f93405c8ba" providerId="ADAL" clId="{90396D97-E750-4C3D-8AE3-AA8D8721BFDF}" dt="2023-07-09T10:18:50.834" v="90" actId="20577"/>
        <pc:sldMkLst>
          <pc:docMk/>
          <pc:sldMk cId="0" sldId="283"/>
        </pc:sldMkLst>
        <pc:spChg chg="mod">
          <ac:chgData name="Artanago, Kenwyn" userId="280bbbef-73a8-4da2-b05f-60f93405c8ba" providerId="ADAL" clId="{90396D97-E750-4C3D-8AE3-AA8D8721BFDF}" dt="2023-07-09T10:18:50.834" v="90" actId="20577"/>
          <ac:spMkLst>
            <pc:docMk/>
            <pc:sldMk cId="0" sldId="283"/>
            <ac:spMk id="268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1:06.635" v="101"/>
        <pc:sldMkLst>
          <pc:docMk/>
          <pc:sldMk cId="0" sldId="284"/>
        </pc:sldMkLst>
        <pc:spChg chg="mod">
          <ac:chgData name="Artanago, Kenwyn" userId="280bbbef-73a8-4da2-b05f-60f93405c8ba" providerId="ADAL" clId="{90396D97-E750-4C3D-8AE3-AA8D8721BFDF}" dt="2023-07-09T10:21:06.635" v="101"/>
          <ac:spMkLst>
            <pc:docMk/>
            <pc:sldMk cId="0" sldId="284"/>
            <ac:spMk id="274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1:16.969" v="104"/>
        <pc:sldMkLst>
          <pc:docMk/>
          <pc:sldMk cId="0" sldId="285"/>
        </pc:sldMkLst>
        <pc:spChg chg="mod">
          <ac:chgData name="Artanago, Kenwyn" userId="280bbbef-73a8-4da2-b05f-60f93405c8ba" providerId="ADAL" clId="{90396D97-E750-4C3D-8AE3-AA8D8721BFDF}" dt="2023-07-09T10:21:16.969" v="104"/>
          <ac:spMkLst>
            <pc:docMk/>
            <pc:sldMk cId="0" sldId="285"/>
            <ac:spMk id="279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1:27.448" v="107"/>
        <pc:sldMkLst>
          <pc:docMk/>
          <pc:sldMk cId="0" sldId="286"/>
        </pc:sldMkLst>
        <pc:spChg chg="mod">
          <ac:chgData name="Artanago, Kenwyn" userId="280bbbef-73a8-4da2-b05f-60f93405c8ba" providerId="ADAL" clId="{90396D97-E750-4C3D-8AE3-AA8D8721BFDF}" dt="2023-07-09T10:21:27.448" v="107"/>
          <ac:spMkLst>
            <pc:docMk/>
            <pc:sldMk cId="0" sldId="286"/>
            <ac:spMk id="284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1:39.553" v="110"/>
        <pc:sldMkLst>
          <pc:docMk/>
          <pc:sldMk cId="0" sldId="287"/>
        </pc:sldMkLst>
        <pc:spChg chg="mod">
          <ac:chgData name="Artanago, Kenwyn" userId="280bbbef-73a8-4da2-b05f-60f93405c8ba" providerId="ADAL" clId="{90396D97-E750-4C3D-8AE3-AA8D8721BFDF}" dt="2023-07-09T10:21:39.553" v="110"/>
          <ac:spMkLst>
            <pc:docMk/>
            <pc:sldMk cId="0" sldId="287"/>
            <ac:spMk id="289" creationId="{00000000-0000-0000-0000-000000000000}"/>
          </ac:spMkLst>
        </pc:spChg>
      </pc:sldChg>
      <pc:sldChg chg="addSp modSp mod">
        <pc:chgData name="Artanago, Kenwyn" userId="280bbbef-73a8-4da2-b05f-60f93405c8ba" providerId="ADAL" clId="{90396D97-E750-4C3D-8AE3-AA8D8721BFDF}" dt="2023-07-09T10:22:31.363" v="114" actId="962"/>
        <pc:sldMkLst>
          <pc:docMk/>
          <pc:sldMk cId="0" sldId="289"/>
        </pc:sldMkLst>
        <pc:picChg chg="add mod">
          <ac:chgData name="Artanago, Kenwyn" userId="280bbbef-73a8-4da2-b05f-60f93405c8ba" providerId="ADAL" clId="{90396D97-E750-4C3D-8AE3-AA8D8721BFDF}" dt="2023-07-09T10:22:31.363" v="114" actId="962"/>
          <ac:picMkLst>
            <pc:docMk/>
            <pc:sldMk cId="0" sldId="289"/>
            <ac:picMk id="5" creationId="{D9C208C2-207D-4930-BF73-CA503EED1136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36.039" v="117" actId="962"/>
        <pc:sldMkLst>
          <pc:docMk/>
          <pc:sldMk cId="0" sldId="290"/>
        </pc:sldMkLst>
        <pc:picChg chg="add mod">
          <ac:chgData name="Artanago, Kenwyn" userId="280bbbef-73a8-4da2-b05f-60f93405c8ba" providerId="ADAL" clId="{90396D97-E750-4C3D-8AE3-AA8D8721BFDF}" dt="2023-07-09T10:22:36.039" v="117" actId="962"/>
          <ac:picMkLst>
            <pc:docMk/>
            <pc:sldMk cId="0" sldId="290"/>
            <ac:picMk id="5" creationId="{32887D63-37EE-4FA7-A654-EE41FE76E98D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40.596" v="119" actId="27614"/>
        <pc:sldMkLst>
          <pc:docMk/>
          <pc:sldMk cId="0" sldId="293"/>
        </pc:sldMkLst>
        <pc:picChg chg="add mod">
          <ac:chgData name="Artanago, Kenwyn" userId="280bbbef-73a8-4da2-b05f-60f93405c8ba" providerId="ADAL" clId="{90396D97-E750-4C3D-8AE3-AA8D8721BFDF}" dt="2023-07-09T10:22:40.596" v="119" actId="27614"/>
          <ac:picMkLst>
            <pc:docMk/>
            <pc:sldMk cId="0" sldId="293"/>
            <ac:picMk id="5" creationId="{18BAE9A6-1888-4BDA-AF54-EF093FA833CC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44.550" v="121" actId="27614"/>
        <pc:sldMkLst>
          <pc:docMk/>
          <pc:sldMk cId="0" sldId="294"/>
        </pc:sldMkLst>
        <pc:picChg chg="add mod">
          <ac:chgData name="Artanago, Kenwyn" userId="280bbbef-73a8-4da2-b05f-60f93405c8ba" providerId="ADAL" clId="{90396D97-E750-4C3D-8AE3-AA8D8721BFDF}" dt="2023-07-09T10:22:44.550" v="121" actId="27614"/>
          <ac:picMkLst>
            <pc:docMk/>
            <pc:sldMk cId="0" sldId="294"/>
            <ac:picMk id="5" creationId="{DEBD2520-2D07-4F17-A216-293AD86D5580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48.378" v="124" actId="962"/>
        <pc:sldMkLst>
          <pc:docMk/>
          <pc:sldMk cId="0" sldId="295"/>
        </pc:sldMkLst>
        <pc:picChg chg="add mod">
          <ac:chgData name="Artanago, Kenwyn" userId="280bbbef-73a8-4da2-b05f-60f93405c8ba" providerId="ADAL" clId="{90396D97-E750-4C3D-8AE3-AA8D8721BFDF}" dt="2023-07-09T10:22:48.378" v="124" actId="962"/>
          <ac:picMkLst>
            <pc:docMk/>
            <pc:sldMk cId="0" sldId="295"/>
            <ac:picMk id="5" creationId="{CEAEE308-75FC-4874-A3FA-5D9903E3CB63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56.247" v="127" actId="962"/>
        <pc:sldMkLst>
          <pc:docMk/>
          <pc:sldMk cId="0" sldId="296"/>
        </pc:sldMkLst>
        <pc:picChg chg="add mod">
          <ac:chgData name="Artanago, Kenwyn" userId="280bbbef-73a8-4da2-b05f-60f93405c8ba" providerId="ADAL" clId="{90396D97-E750-4C3D-8AE3-AA8D8721BFDF}" dt="2023-07-09T10:22:56.247" v="127" actId="962"/>
          <ac:picMkLst>
            <pc:docMk/>
            <pc:sldMk cId="0" sldId="296"/>
            <ac:picMk id="5" creationId="{82794D30-4699-4142-8A1F-073D144AD3C1}"/>
          </ac:picMkLst>
        </pc:picChg>
      </pc:sldChg>
      <pc:sldChg chg="modSp mod">
        <pc:chgData name="Artanago, Kenwyn" userId="280bbbef-73a8-4da2-b05f-60f93405c8ba" providerId="ADAL" clId="{90396D97-E750-4C3D-8AE3-AA8D8721BFDF}" dt="2023-07-09T10:24:44.468" v="216" actId="20577"/>
        <pc:sldMkLst>
          <pc:docMk/>
          <pc:sldMk cId="0" sldId="302"/>
        </pc:sldMkLst>
        <pc:spChg chg="mod">
          <ac:chgData name="Artanago, Kenwyn" userId="280bbbef-73a8-4da2-b05f-60f93405c8ba" providerId="ADAL" clId="{90396D97-E750-4C3D-8AE3-AA8D8721BFDF}" dt="2023-07-09T10:24:44.468" v="216" actId="20577"/>
          <ac:spMkLst>
            <pc:docMk/>
            <pc:sldMk cId="0" sldId="302"/>
            <ac:spMk id="362" creationId="{00000000-0000-0000-0000-000000000000}"/>
          </ac:spMkLst>
        </pc:spChg>
      </pc:sldChg>
      <pc:sldChg chg="mod modShow">
        <pc:chgData name="Artanago, Kenwyn" userId="280bbbef-73a8-4da2-b05f-60f93405c8ba" providerId="ADAL" clId="{90396D97-E750-4C3D-8AE3-AA8D8721BFDF}" dt="2023-07-09T10:24:59.802" v="218" actId="729"/>
        <pc:sldMkLst>
          <pc:docMk/>
          <pc:sldMk cId="0" sldId="311"/>
        </pc:sldMkLst>
      </pc:sldChg>
      <pc:sldChg chg="mod modShow">
        <pc:chgData name="Artanago, Kenwyn" userId="280bbbef-73a8-4da2-b05f-60f93405c8ba" providerId="ADAL" clId="{90396D97-E750-4C3D-8AE3-AA8D8721BFDF}" dt="2023-07-09T10:24:57.302" v="217" actId="729"/>
        <pc:sldMkLst>
          <pc:docMk/>
          <pc:sldMk cId="0" sldId="312"/>
        </pc:sldMkLst>
      </pc:sldChg>
      <pc:sldChg chg="addSp modSp mod">
        <pc:chgData name="Artanago, Kenwyn" userId="280bbbef-73a8-4da2-b05f-60f93405c8ba" providerId="ADAL" clId="{90396D97-E750-4C3D-8AE3-AA8D8721BFDF}" dt="2023-07-09T10:26:14.078" v="220" actId="27614"/>
        <pc:sldMkLst>
          <pc:docMk/>
          <pc:sldMk cId="0" sldId="316"/>
        </pc:sldMkLst>
        <pc:picChg chg="add mod">
          <ac:chgData name="Artanago, Kenwyn" userId="280bbbef-73a8-4da2-b05f-60f93405c8ba" providerId="ADAL" clId="{90396D97-E750-4C3D-8AE3-AA8D8721BFDF}" dt="2023-07-09T10:26:14.078" v="220" actId="27614"/>
          <ac:picMkLst>
            <pc:docMk/>
            <pc:sldMk cId="0" sldId="316"/>
            <ac:picMk id="6" creationId="{E3C36F39-9A57-4424-BFF3-3B8E361C1CC4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19.456" v="223" actId="962"/>
        <pc:sldMkLst>
          <pc:docMk/>
          <pc:sldMk cId="0" sldId="317"/>
        </pc:sldMkLst>
        <pc:picChg chg="add mod">
          <ac:chgData name="Artanago, Kenwyn" userId="280bbbef-73a8-4da2-b05f-60f93405c8ba" providerId="ADAL" clId="{90396D97-E750-4C3D-8AE3-AA8D8721BFDF}" dt="2023-07-09T10:26:19.456" v="223" actId="962"/>
          <ac:picMkLst>
            <pc:docMk/>
            <pc:sldMk cId="0" sldId="317"/>
            <ac:picMk id="5" creationId="{A0EEE2B9-7D45-485F-A6CC-C32F1CF3D4DC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23.390" v="225" actId="27614"/>
        <pc:sldMkLst>
          <pc:docMk/>
          <pc:sldMk cId="0" sldId="318"/>
        </pc:sldMkLst>
        <pc:picChg chg="add mod">
          <ac:chgData name="Artanago, Kenwyn" userId="280bbbef-73a8-4da2-b05f-60f93405c8ba" providerId="ADAL" clId="{90396D97-E750-4C3D-8AE3-AA8D8721BFDF}" dt="2023-07-09T10:26:23.390" v="225" actId="27614"/>
          <ac:picMkLst>
            <pc:docMk/>
            <pc:sldMk cId="0" sldId="318"/>
            <ac:picMk id="5" creationId="{E6E8A6E8-489C-4C48-88D8-10D1A4126C40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26.845" v="228" actId="962"/>
        <pc:sldMkLst>
          <pc:docMk/>
          <pc:sldMk cId="0" sldId="319"/>
        </pc:sldMkLst>
        <pc:picChg chg="add mod">
          <ac:chgData name="Artanago, Kenwyn" userId="280bbbef-73a8-4da2-b05f-60f93405c8ba" providerId="ADAL" clId="{90396D97-E750-4C3D-8AE3-AA8D8721BFDF}" dt="2023-07-09T10:26:26.845" v="228" actId="962"/>
          <ac:picMkLst>
            <pc:docMk/>
            <pc:sldMk cId="0" sldId="319"/>
            <ac:picMk id="5" creationId="{87E5CFC1-2171-4BEF-B6F2-709C68ACC7EC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29.995" v="231" actId="962"/>
        <pc:sldMkLst>
          <pc:docMk/>
          <pc:sldMk cId="0" sldId="320"/>
        </pc:sldMkLst>
        <pc:picChg chg="add mod">
          <ac:chgData name="Artanago, Kenwyn" userId="280bbbef-73a8-4da2-b05f-60f93405c8ba" providerId="ADAL" clId="{90396D97-E750-4C3D-8AE3-AA8D8721BFDF}" dt="2023-07-09T10:26:29.995" v="231" actId="962"/>
          <ac:picMkLst>
            <pc:docMk/>
            <pc:sldMk cId="0" sldId="320"/>
            <ac:picMk id="5" creationId="{6F12E10B-CE23-4130-AC1F-8A53E70EA249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34.382" v="233" actId="27614"/>
        <pc:sldMkLst>
          <pc:docMk/>
          <pc:sldMk cId="0" sldId="321"/>
        </pc:sldMkLst>
        <pc:picChg chg="add mod">
          <ac:chgData name="Artanago, Kenwyn" userId="280bbbef-73a8-4da2-b05f-60f93405c8ba" providerId="ADAL" clId="{90396D97-E750-4C3D-8AE3-AA8D8721BFDF}" dt="2023-07-09T10:26:34.382" v="233" actId="27614"/>
          <ac:picMkLst>
            <pc:docMk/>
            <pc:sldMk cId="0" sldId="321"/>
            <ac:picMk id="5" creationId="{BD7FC223-EDC4-4724-9682-C1744728753B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37.429" v="235" actId="27614"/>
        <pc:sldMkLst>
          <pc:docMk/>
          <pc:sldMk cId="0" sldId="322"/>
        </pc:sldMkLst>
        <pc:picChg chg="add mod">
          <ac:chgData name="Artanago, Kenwyn" userId="280bbbef-73a8-4da2-b05f-60f93405c8ba" providerId="ADAL" clId="{90396D97-E750-4C3D-8AE3-AA8D8721BFDF}" dt="2023-07-09T10:26:37.429" v="235" actId="27614"/>
          <ac:picMkLst>
            <pc:docMk/>
            <pc:sldMk cId="0" sldId="322"/>
            <ac:picMk id="5" creationId="{DD0A12AF-3A2D-4305-B956-94EA47873A85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40.530" v="237" actId="27614"/>
        <pc:sldMkLst>
          <pc:docMk/>
          <pc:sldMk cId="0" sldId="324"/>
        </pc:sldMkLst>
        <pc:picChg chg="add mod">
          <ac:chgData name="Artanago, Kenwyn" userId="280bbbef-73a8-4da2-b05f-60f93405c8ba" providerId="ADAL" clId="{90396D97-E750-4C3D-8AE3-AA8D8721BFDF}" dt="2023-07-09T10:26:40.530" v="237" actId="27614"/>
          <ac:picMkLst>
            <pc:docMk/>
            <pc:sldMk cId="0" sldId="324"/>
            <ac:picMk id="5" creationId="{B496E930-761C-4511-8051-19CE27E50C3D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43.760" v="239" actId="27614"/>
        <pc:sldMkLst>
          <pc:docMk/>
          <pc:sldMk cId="0" sldId="325"/>
        </pc:sldMkLst>
        <pc:picChg chg="add mod">
          <ac:chgData name="Artanago, Kenwyn" userId="280bbbef-73a8-4da2-b05f-60f93405c8ba" providerId="ADAL" clId="{90396D97-E750-4C3D-8AE3-AA8D8721BFDF}" dt="2023-07-09T10:26:43.760" v="239" actId="27614"/>
          <ac:picMkLst>
            <pc:docMk/>
            <pc:sldMk cId="0" sldId="325"/>
            <ac:picMk id="5" creationId="{62B322EB-7AAF-4DE0-B917-A714AC2C9EDF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7:49.220" v="257" actId="962"/>
        <pc:sldMkLst>
          <pc:docMk/>
          <pc:sldMk cId="0" sldId="333"/>
        </pc:sldMkLst>
        <pc:picChg chg="add mod">
          <ac:chgData name="Artanago, Kenwyn" userId="280bbbef-73a8-4da2-b05f-60f93405c8ba" providerId="ADAL" clId="{90396D97-E750-4C3D-8AE3-AA8D8721BFDF}" dt="2023-07-09T10:27:49.220" v="257" actId="962"/>
          <ac:picMkLst>
            <pc:docMk/>
            <pc:sldMk cId="0" sldId="333"/>
            <ac:picMk id="4" creationId="{EDE0BB35-2B6E-4CCE-A628-83E10D34A0A5}"/>
          </ac:picMkLst>
        </pc:picChg>
      </pc:sldChg>
      <pc:sldChg chg="mod modShow">
        <pc:chgData name="Artanago, Kenwyn" userId="280bbbef-73a8-4da2-b05f-60f93405c8ba" providerId="ADAL" clId="{90396D97-E750-4C3D-8AE3-AA8D8721BFDF}" dt="2023-07-09T10:28:42.249" v="269" actId="729"/>
        <pc:sldMkLst>
          <pc:docMk/>
          <pc:sldMk cId="0" sldId="339"/>
        </pc:sldMkLst>
      </pc:sldChg>
      <pc:sldChg chg="mod modShow">
        <pc:chgData name="Artanago, Kenwyn" userId="280bbbef-73a8-4da2-b05f-60f93405c8ba" providerId="ADAL" clId="{90396D97-E750-4C3D-8AE3-AA8D8721BFDF}" dt="2023-07-09T10:28:44.953" v="270" actId="729"/>
        <pc:sldMkLst>
          <pc:docMk/>
          <pc:sldMk cId="0" sldId="340"/>
        </pc:sldMkLst>
      </pc:sldChg>
      <pc:sldChg chg="mod ord modShow">
        <pc:chgData name="Artanago, Kenwyn" userId="280bbbef-73a8-4da2-b05f-60f93405c8ba" providerId="ADAL" clId="{90396D97-E750-4C3D-8AE3-AA8D8721BFDF}" dt="2023-07-09T10:29:17.081" v="281"/>
        <pc:sldMkLst>
          <pc:docMk/>
          <pc:sldMk cId="0" sldId="342"/>
        </pc:sldMkLst>
      </pc:sldChg>
      <pc:sldChg chg="modSp mod">
        <pc:chgData name="Artanago, Kenwyn" userId="280bbbef-73a8-4da2-b05f-60f93405c8ba" providerId="ADAL" clId="{90396D97-E750-4C3D-8AE3-AA8D8721BFDF}" dt="2023-07-09T10:29:03.676" v="274" actId="20577"/>
        <pc:sldMkLst>
          <pc:docMk/>
          <pc:sldMk cId="0" sldId="343"/>
        </pc:sldMkLst>
        <pc:spChg chg="mod">
          <ac:chgData name="Artanago, Kenwyn" userId="280bbbef-73a8-4da2-b05f-60f93405c8ba" providerId="ADAL" clId="{90396D97-E750-4C3D-8AE3-AA8D8721BFDF}" dt="2023-07-09T10:29:00.874" v="272" actId="20577"/>
          <ac:spMkLst>
            <pc:docMk/>
            <pc:sldMk cId="0" sldId="343"/>
            <ac:spMk id="578" creationId="{00000000-0000-0000-0000-000000000000}"/>
          </ac:spMkLst>
        </pc:spChg>
        <pc:spChg chg="mod">
          <ac:chgData name="Artanago, Kenwyn" userId="280bbbef-73a8-4da2-b05f-60f93405c8ba" providerId="ADAL" clId="{90396D97-E750-4C3D-8AE3-AA8D8721BFDF}" dt="2023-07-09T10:29:03.676" v="274" actId="20577"/>
          <ac:spMkLst>
            <pc:docMk/>
            <pc:sldMk cId="0" sldId="343"/>
            <ac:spMk id="579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9:10.312" v="278" actId="20577"/>
        <pc:sldMkLst>
          <pc:docMk/>
          <pc:sldMk cId="0" sldId="344"/>
        </pc:sldMkLst>
        <pc:spChg chg="mod">
          <ac:chgData name="Artanago, Kenwyn" userId="280bbbef-73a8-4da2-b05f-60f93405c8ba" providerId="ADAL" clId="{90396D97-E750-4C3D-8AE3-AA8D8721BFDF}" dt="2023-07-09T10:29:08.345" v="276" actId="20577"/>
          <ac:spMkLst>
            <pc:docMk/>
            <pc:sldMk cId="0" sldId="344"/>
            <ac:spMk id="585" creationId="{00000000-0000-0000-0000-000000000000}"/>
          </ac:spMkLst>
        </pc:spChg>
        <pc:spChg chg="mod">
          <ac:chgData name="Artanago, Kenwyn" userId="280bbbef-73a8-4da2-b05f-60f93405c8ba" providerId="ADAL" clId="{90396D97-E750-4C3D-8AE3-AA8D8721BFDF}" dt="2023-07-09T10:29:10.312" v="278" actId="20577"/>
          <ac:spMkLst>
            <pc:docMk/>
            <pc:sldMk cId="0" sldId="344"/>
            <ac:spMk id="586" creationId="{00000000-0000-0000-0000-000000000000}"/>
          </ac:spMkLst>
        </pc:spChg>
      </pc:sldChg>
      <pc:sldChg chg="mod modShow">
        <pc:chgData name="Artanago, Kenwyn" userId="280bbbef-73a8-4da2-b05f-60f93405c8ba" providerId="ADAL" clId="{90396D97-E750-4C3D-8AE3-AA8D8721BFDF}" dt="2023-07-09T10:29:22.197" v="282" actId="729"/>
        <pc:sldMkLst>
          <pc:docMk/>
          <pc:sldMk cId="0" sldId="345"/>
        </pc:sldMkLst>
      </pc:sldChg>
      <pc:sldChg chg="del">
        <pc:chgData name="Artanago, Kenwyn" userId="280bbbef-73a8-4da2-b05f-60f93405c8ba" providerId="ADAL" clId="{90396D97-E750-4C3D-8AE3-AA8D8721BFDF}" dt="2023-07-09T10:21:45.720" v="111" actId="2696"/>
        <pc:sldMkLst>
          <pc:docMk/>
          <pc:sldMk cId="2863320528" sldId="350"/>
        </pc:sldMkLst>
      </pc:sldChg>
      <pc:sldChg chg="del">
        <pc:chgData name="Artanago, Kenwyn" userId="280bbbef-73a8-4da2-b05f-60f93405c8ba" providerId="ADAL" clId="{90396D97-E750-4C3D-8AE3-AA8D8721BFDF}" dt="2023-07-09T10:21:45.720" v="111" actId="2696"/>
        <pc:sldMkLst>
          <pc:docMk/>
          <pc:sldMk cId="1280947483" sldId="351"/>
        </pc:sldMkLst>
      </pc:sldChg>
      <pc:sldChg chg="del">
        <pc:chgData name="Artanago, Kenwyn" userId="280bbbef-73a8-4da2-b05f-60f93405c8ba" providerId="ADAL" clId="{90396D97-E750-4C3D-8AE3-AA8D8721BFDF}" dt="2023-07-09T10:21:45.720" v="111" actId="2696"/>
        <pc:sldMkLst>
          <pc:docMk/>
          <pc:sldMk cId="1034347261" sldId="353"/>
        </pc:sldMkLst>
      </pc:sldChg>
      <pc:sldChg chg="addSp modSp mod">
        <pc:chgData name="Artanago, Kenwyn" userId="280bbbef-73a8-4da2-b05f-60f93405c8ba" providerId="ADAL" clId="{90396D97-E750-4C3D-8AE3-AA8D8721BFDF}" dt="2023-07-09T10:17:46.343" v="73" actId="14100"/>
        <pc:sldMkLst>
          <pc:docMk/>
          <pc:sldMk cId="2138632321" sldId="384"/>
        </pc:sldMkLst>
        <pc:picChg chg="add mod">
          <ac:chgData name="Artanago, Kenwyn" userId="280bbbef-73a8-4da2-b05f-60f93405c8ba" providerId="ADAL" clId="{90396D97-E750-4C3D-8AE3-AA8D8721BFDF}" dt="2023-07-09T10:17:46.343" v="73" actId="14100"/>
          <ac:picMkLst>
            <pc:docMk/>
            <pc:sldMk cId="2138632321" sldId="384"/>
            <ac:picMk id="5" creationId="{E342967C-A7F8-4CEB-9116-157DBC016855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57.398" v="78" actId="14100"/>
        <pc:sldMkLst>
          <pc:docMk/>
          <pc:sldMk cId="2287554166" sldId="385"/>
        </pc:sldMkLst>
        <pc:picChg chg="add mod">
          <ac:chgData name="Artanago, Kenwyn" userId="280bbbef-73a8-4da2-b05f-60f93405c8ba" providerId="ADAL" clId="{90396D97-E750-4C3D-8AE3-AA8D8721BFDF}" dt="2023-07-09T10:17:57.398" v="78" actId="14100"/>
          <ac:picMkLst>
            <pc:docMk/>
            <pc:sldMk cId="2287554166" sldId="385"/>
            <ac:picMk id="5" creationId="{D81E5494-0BBF-4333-BDDC-F91C3E3C905C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47.255" v="241" actId="27614"/>
        <pc:sldMkLst>
          <pc:docMk/>
          <pc:sldMk cId="2915271513" sldId="386"/>
        </pc:sldMkLst>
        <pc:picChg chg="add mod">
          <ac:chgData name="Artanago, Kenwyn" userId="280bbbef-73a8-4da2-b05f-60f93405c8ba" providerId="ADAL" clId="{90396D97-E750-4C3D-8AE3-AA8D8721BFDF}" dt="2023-07-09T10:26:47.255" v="241" actId="27614"/>
          <ac:picMkLst>
            <pc:docMk/>
            <pc:sldMk cId="2915271513" sldId="386"/>
            <ac:picMk id="6" creationId="{51823EF4-ED7A-48A9-B487-D7F34B072127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50.564" v="243" actId="27614"/>
        <pc:sldMkLst>
          <pc:docMk/>
          <pc:sldMk cId="3747739469" sldId="387"/>
        </pc:sldMkLst>
        <pc:picChg chg="add mod">
          <ac:chgData name="Artanago, Kenwyn" userId="280bbbef-73a8-4da2-b05f-60f93405c8ba" providerId="ADAL" clId="{90396D97-E750-4C3D-8AE3-AA8D8721BFDF}" dt="2023-07-09T10:26:50.564" v="243" actId="27614"/>
          <ac:picMkLst>
            <pc:docMk/>
            <pc:sldMk cId="3747739469" sldId="387"/>
            <ac:picMk id="6" creationId="{C9815606-D020-4E56-9888-20FD575C65C5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54.072" v="245" actId="27614"/>
        <pc:sldMkLst>
          <pc:docMk/>
          <pc:sldMk cId="2268274077" sldId="388"/>
        </pc:sldMkLst>
        <pc:picChg chg="add mod">
          <ac:chgData name="Artanago, Kenwyn" userId="280bbbef-73a8-4da2-b05f-60f93405c8ba" providerId="ADAL" clId="{90396D97-E750-4C3D-8AE3-AA8D8721BFDF}" dt="2023-07-09T10:26:54.072" v="245" actId="27614"/>
          <ac:picMkLst>
            <pc:docMk/>
            <pc:sldMk cId="2268274077" sldId="388"/>
            <ac:picMk id="6" creationId="{C2A8DFBA-64A9-4480-90E0-368093D1629A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57.700" v="247" actId="27614"/>
        <pc:sldMkLst>
          <pc:docMk/>
          <pc:sldMk cId="4123100765" sldId="389"/>
        </pc:sldMkLst>
        <pc:picChg chg="add mod">
          <ac:chgData name="Artanago, Kenwyn" userId="280bbbef-73a8-4da2-b05f-60f93405c8ba" providerId="ADAL" clId="{90396D97-E750-4C3D-8AE3-AA8D8721BFDF}" dt="2023-07-09T10:26:57.700" v="247" actId="27614"/>
          <ac:picMkLst>
            <pc:docMk/>
            <pc:sldMk cId="4123100765" sldId="389"/>
            <ac:picMk id="6" creationId="{891FA4DA-17C2-4254-929B-76E4B70A0BE3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7:01.784" v="249" actId="27614"/>
        <pc:sldMkLst>
          <pc:docMk/>
          <pc:sldMk cId="1167368597" sldId="390"/>
        </pc:sldMkLst>
        <pc:picChg chg="add mod">
          <ac:chgData name="Artanago, Kenwyn" userId="280bbbef-73a8-4da2-b05f-60f93405c8ba" providerId="ADAL" clId="{90396D97-E750-4C3D-8AE3-AA8D8721BFDF}" dt="2023-07-09T10:27:01.784" v="249" actId="27614"/>
          <ac:picMkLst>
            <pc:docMk/>
            <pc:sldMk cId="1167368597" sldId="390"/>
            <ac:picMk id="6" creationId="{05B86B4C-32A2-4CC0-8325-0FEDA120D531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7:05.183" v="251" actId="27614"/>
        <pc:sldMkLst>
          <pc:docMk/>
          <pc:sldMk cId="2202194069" sldId="391"/>
        </pc:sldMkLst>
        <pc:picChg chg="add mod">
          <ac:chgData name="Artanago, Kenwyn" userId="280bbbef-73a8-4da2-b05f-60f93405c8ba" providerId="ADAL" clId="{90396D97-E750-4C3D-8AE3-AA8D8721BFDF}" dt="2023-07-09T10:27:05.183" v="251" actId="27614"/>
          <ac:picMkLst>
            <pc:docMk/>
            <pc:sldMk cId="2202194069" sldId="391"/>
            <ac:picMk id="7" creationId="{4EFB2615-E76D-451E-B4F6-44738F99D829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7:08.915" v="254" actId="962"/>
        <pc:sldMkLst>
          <pc:docMk/>
          <pc:sldMk cId="2588376745" sldId="392"/>
        </pc:sldMkLst>
        <pc:picChg chg="add mod">
          <ac:chgData name="Artanago, Kenwyn" userId="280bbbef-73a8-4da2-b05f-60f93405c8ba" providerId="ADAL" clId="{90396D97-E750-4C3D-8AE3-AA8D8721BFDF}" dt="2023-07-09T10:27:08.915" v="254" actId="962"/>
          <ac:picMkLst>
            <pc:docMk/>
            <pc:sldMk cId="2588376745" sldId="392"/>
            <ac:picMk id="7" creationId="{CF199D84-0D92-4DEF-B1A6-BB26FBE94331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8:36.171" v="268" actId="962"/>
        <pc:sldMkLst>
          <pc:docMk/>
          <pc:sldMk cId="1201868625" sldId="393"/>
        </pc:sldMkLst>
        <pc:picChg chg="add mod">
          <ac:chgData name="Artanago, Kenwyn" userId="280bbbef-73a8-4da2-b05f-60f93405c8ba" providerId="ADAL" clId="{90396D97-E750-4C3D-8AE3-AA8D8721BFDF}" dt="2023-07-09T10:28:36.171" v="268" actId="962"/>
          <ac:picMkLst>
            <pc:docMk/>
            <pc:sldMk cId="1201868625" sldId="393"/>
            <ac:picMk id="4" creationId="{E85B54D5-2645-443E-A3D8-35064FDAA880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18:10.705" v="84" actId="14100"/>
        <pc:sldMkLst>
          <pc:docMk/>
          <pc:sldMk cId="3947617216" sldId="394"/>
        </pc:sldMkLst>
        <pc:picChg chg="add mod">
          <ac:chgData name="Artanago, Kenwyn" userId="280bbbef-73a8-4da2-b05f-60f93405c8ba" providerId="ADAL" clId="{90396D97-E750-4C3D-8AE3-AA8D8721BFDF}" dt="2023-07-09T10:18:10.705" v="84" actId="14100"/>
          <ac:picMkLst>
            <pc:docMk/>
            <pc:sldMk cId="3947617216" sldId="394"/>
            <ac:picMk id="6" creationId="{C7B27025-0F21-4748-BB29-461CE6F29393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23:35.676" v="131" actId="27614"/>
        <pc:sldMkLst>
          <pc:docMk/>
          <pc:sldMk cId="1042451822" sldId="395"/>
        </pc:sldMkLst>
        <pc:picChg chg="add mod">
          <ac:chgData name="Artanago, Kenwyn" userId="280bbbef-73a8-4da2-b05f-60f93405c8ba" providerId="ADAL" clId="{90396D97-E750-4C3D-8AE3-AA8D8721BFDF}" dt="2023-07-09T10:23:35.676" v="131" actId="27614"/>
          <ac:picMkLst>
            <pc:docMk/>
            <pc:sldMk cId="1042451822" sldId="395"/>
            <ac:picMk id="6" creationId="{D384400C-9F0A-4B55-83B0-62BC973F0AA0}"/>
          </ac:picMkLst>
        </pc:picChg>
      </pc:sldChg>
      <pc:sldChg chg="addSp modSp add mod replId">
        <pc:chgData name="Artanago, Kenwyn" userId="280bbbef-73a8-4da2-b05f-60f93405c8ba" providerId="ADAL" clId="{90396D97-E750-4C3D-8AE3-AA8D8721BFDF}" dt="2023-07-09T10:23:39.831" v="134" actId="962"/>
        <pc:sldMkLst>
          <pc:docMk/>
          <pc:sldMk cId="3510275573" sldId="396"/>
        </pc:sldMkLst>
        <pc:picChg chg="add mod">
          <ac:chgData name="Artanago, Kenwyn" userId="280bbbef-73a8-4da2-b05f-60f93405c8ba" providerId="ADAL" clId="{90396D97-E750-4C3D-8AE3-AA8D8721BFDF}" dt="2023-07-09T10:23:39.831" v="134" actId="962"/>
          <ac:picMkLst>
            <pc:docMk/>
            <pc:sldMk cId="3510275573" sldId="396"/>
            <ac:picMk id="6" creationId="{D32D0371-829D-4547-BFD2-230440DD2B07}"/>
          </ac:picMkLst>
        </pc:picChg>
      </pc:sldChg>
      <pc:sldChg chg="addSp modSp add mod replId">
        <pc:chgData name="Artanago, Kenwyn" userId="280bbbef-73a8-4da2-b05f-60f93405c8ba" providerId="ADAL" clId="{90396D97-E750-4C3D-8AE3-AA8D8721BFDF}" dt="2023-07-09T10:23:43.887" v="136" actId="27614"/>
        <pc:sldMkLst>
          <pc:docMk/>
          <pc:sldMk cId="2070663167" sldId="397"/>
        </pc:sldMkLst>
        <pc:picChg chg="add mod">
          <ac:chgData name="Artanago, Kenwyn" userId="280bbbef-73a8-4da2-b05f-60f93405c8ba" providerId="ADAL" clId="{90396D97-E750-4C3D-8AE3-AA8D8721BFDF}" dt="2023-07-09T10:23:43.887" v="136" actId="27614"/>
          <ac:picMkLst>
            <pc:docMk/>
            <pc:sldMk cId="2070663167" sldId="397"/>
            <ac:picMk id="6" creationId="{92321FA1-AA09-43A0-8A59-30BEEBF6C32B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23:47.999" v="139" actId="962"/>
        <pc:sldMkLst>
          <pc:docMk/>
          <pc:sldMk cId="3313265396" sldId="398"/>
        </pc:sldMkLst>
        <pc:picChg chg="add mod">
          <ac:chgData name="Artanago, Kenwyn" userId="280bbbef-73a8-4da2-b05f-60f93405c8ba" providerId="ADAL" clId="{90396D97-E750-4C3D-8AE3-AA8D8721BFDF}" dt="2023-07-09T10:23:47.999" v="139" actId="962"/>
          <ac:picMkLst>
            <pc:docMk/>
            <pc:sldMk cId="3313265396" sldId="398"/>
            <ac:picMk id="6" creationId="{EBB0130C-4872-47D5-96D3-3A1E05D9EC31}"/>
          </ac:picMkLst>
        </pc:picChg>
      </pc:sldChg>
      <pc:sldChg chg="addSp modSp add mod replId">
        <pc:chgData name="Artanago, Kenwyn" userId="280bbbef-73a8-4da2-b05f-60f93405c8ba" providerId="ADAL" clId="{90396D97-E750-4C3D-8AE3-AA8D8721BFDF}" dt="2023-07-09T10:23:52.146" v="141" actId="27614"/>
        <pc:sldMkLst>
          <pc:docMk/>
          <pc:sldMk cId="959628280" sldId="399"/>
        </pc:sldMkLst>
        <pc:picChg chg="add mod">
          <ac:chgData name="Artanago, Kenwyn" userId="280bbbef-73a8-4da2-b05f-60f93405c8ba" providerId="ADAL" clId="{90396D97-E750-4C3D-8AE3-AA8D8721BFDF}" dt="2023-07-09T10:23:52.146" v="141" actId="27614"/>
          <ac:picMkLst>
            <pc:docMk/>
            <pc:sldMk cId="959628280" sldId="399"/>
            <ac:picMk id="6" creationId="{DC879329-B4B3-4BBE-9B63-C29A77D5B806}"/>
          </ac:picMkLst>
        </pc:picChg>
      </pc:sldChg>
      <pc:sldChg chg="addSp modSp add mod replId">
        <pc:chgData name="Artanago, Kenwyn" userId="280bbbef-73a8-4da2-b05f-60f93405c8ba" providerId="ADAL" clId="{90396D97-E750-4C3D-8AE3-AA8D8721BFDF}" dt="2023-07-09T10:23:56.920" v="144" actId="962"/>
        <pc:sldMkLst>
          <pc:docMk/>
          <pc:sldMk cId="3606197727" sldId="400"/>
        </pc:sldMkLst>
        <pc:picChg chg="add mod">
          <ac:chgData name="Artanago, Kenwyn" userId="280bbbef-73a8-4da2-b05f-60f93405c8ba" providerId="ADAL" clId="{90396D97-E750-4C3D-8AE3-AA8D8721BFDF}" dt="2023-07-09T10:23:56.920" v="144" actId="962"/>
          <ac:picMkLst>
            <pc:docMk/>
            <pc:sldMk cId="3606197727" sldId="400"/>
            <ac:picMk id="6" creationId="{EA1C0A22-B939-434C-AA72-6B07C333FEFD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28:00.245" v="262" actId="962"/>
        <pc:sldMkLst>
          <pc:docMk/>
          <pc:sldMk cId="1163777359" sldId="401"/>
        </pc:sldMkLst>
        <pc:picChg chg="add mod">
          <ac:chgData name="Artanago, Kenwyn" userId="280bbbef-73a8-4da2-b05f-60f93405c8ba" providerId="ADAL" clId="{90396D97-E750-4C3D-8AE3-AA8D8721BFDF}" dt="2023-07-09T10:28:00.245" v="262" actId="962"/>
          <ac:picMkLst>
            <pc:docMk/>
            <pc:sldMk cId="1163777359" sldId="401"/>
            <ac:picMk id="5" creationId="{04DD9E67-12ED-4E7C-A7A5-D4BB9E830CAA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28:04.223" v="265" actId="962"/>
        <pc:sldMkLst>
          <pc:docMk/>
          <pc:sldMk cId="837145516" sldId="402"/>
        </pc:sldMkLst>
        <pc:picChg chg="add mod">
          <ac:chgData name="Artanago, Kenwyn" userId="280bbbef-73a8-4da2-b05f-60f93405c8ba" providerId="ADAL" clId="{90396D97-E750-4C3D-8AE3-AA8D8721BFDF}" dt="2023-07-09T10:28:04.223" v="265" actId="962"/>
          <ac:picMkLst>
            <pc:docMk/>
            <pc:sldMk cId="837145516" sldId="402"/>
            <ac:picMk id="5" creationId="{FC878435-FD64-4EC3-904E-B8758D2CB918}"/>
          </ac:picMkLst>
        </pc:picChg>
      </pc:sldChg>
      <pc:sldMasterChg chg="modSldLayout">
        <pc:chgData name="Artanago, Kenwyn" userId="280bbbef-73a8-4da2-b05f-60f93405c8ba" providerId="ADAL" clId="{90396D97-E750-4C3D-8AE3-AA8D8721BFDF}" dt="2023-07-09T09:40:13.315" v="1" actId="20577"/>
        <pc:sldMasterMkLst>
          <pc:docMk/>
          <pc:sldMasterMk cId="0" sldId="2147483648"/>
        </pc:sldMasterMkLst>
        <pc:sldLayoutChg chg="modSp mod">
          <pc:chgData name="Artanago, Kenwyn" userId="280bbbef-73a8-4da2-b05f-60f93405c8ba" providerId="ADAL" clId="{90396D97-E750-4C3D-8AE3-AA8D8721BFDF}" dt="2023-07-09T09:40:13.315" v="1" actId="20577"/>
          <pc:sldLayoutMkLst>
            <pc:docMk/>
            <pc:sldMasterMk cId="0" sldId="2147483648"/>
            <pc:sldLayoutMk cId="0" sldId="2147483650"/>
          </pc:sldLayoutMkLst>
          <pc:spChg chg="mod">
            <ac:chgData name="Artanago, Kenwyn" userId="280bbbef-73a8-4da2-b05f-60f93405c8ba" providerId="ADAL" clId="{90396D97-E750-4C3D-8AE3-AA8D8721BFDF}" dt="2023-07-09T09:40:13.315" v="1" actId="20577"/>
            <ac:spMkLst>
              <pc:docMk/>
              <pc:sldMasterMk cId="0" sldId="2147483648"/>
              <pc:sldLayoutMk cId="0" sldId="2147483650"/>
              <ac:spMk id="18" creationId="{00000000-0000-0000-0000-000000000000}"/>
            </ac:spMkLst>
          </pc:sp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JPG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JPG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1.jpeg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 type="title" preserve="1">
  <p:cSld name="TITLE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97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800" cy="273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endParaRPr dirty="0"/>
          </a:p>
        </p:txBody>
      </p:sp>
      <p:sp>
        <p:nvSpPr>
          <p:cNvPr id="30" name="Google Shape;30;p97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800" cy="105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endParaRPr/>
          </a:p>
        </p:txBody>
      </p:sp>
      <p:sp>
        <p:nvSpPr>
          <p:cNvPr id="31" name="Google Shape;31;p97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881429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gin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F3FF4AA-CA19-2EE1-03AE-410C26186227}"/>
              </a:ext>
            </a:extLst>
          </p:cNvPr>
          <p:cNvSpPr txBox="1"/>
          <p:nvPr userDrawn="1"/>
        </p:nvSpPr>
        <p:spPr>
          <a:xfrm>
            <a:off x="9522373" y="6287289"/>
            <a:ext cx="25918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dirty="0" err="1">
                <a:solidFill>
                  <a:schemeClr val="accent2">
                    <a:lumMod val="10000"/>
                  </a:schemeClr>
                </a:solidFill>
              </a:rPr>
              <a:t>Created</a:t>
            </a:r>
            <a:r>
              <a:rPr lang="de-DE" dirty="0">
                <a:solidFill>
                  <a:schemeClr val="accent2">
                    <a:lumMod val="10000"/>
                  </a:schemeClr>
                </a:solidFill>
              </a:rPr>
              <a:t> </a:t>
            </a:r>
            <a:r>
              <a:rPr lang="de-DE" dirty="0" err="1">
                <a:solidFill>
                  <a:schemeClr val="accent2">
                    <a:lumMod val="10000"/>
                  </a:schemeClr>
                </a:solidFill>
              </a:rPr>
              <a:t>by</a:t>
            </a:r>
            <a:r>
              <a:rPr lang="de-DE" dirty="0">
                <a:solidFill>
                  <a:schemeClr val="accent2">
                    <a:lumMod val="10000"/>
                  </a:schemeClr>
                </a:solidFill>
              </a:rPr>
              <a:t> GRII Slide Maker</a:t>
            </a:r>
          </a:p>
        </p:txBody>
      </p:sp>
      <p:sp>
        <p:nvSpPr>
          <p:cNvPr id="3" name="Google Shape;273;p1">
            <a:extLst>
              <a:ext uri="{FF2B5EF4-FFF2-40B4-BE49-F238E27FC236}">
                <a16:creationId xmlns:a16="http://schemas.microsoft.com/office/drawing/2014/main" id="{89946E8B-5AB9-48AE-564E-057D9ECF1FCF}"/>
              </a:ext>
            </a:extLst>
          </p:cNvPr>
          <p:cNvSpPr txBox="1"/>
          <p:nvPr userDrawn="1"/>
        </p:nvSpPr>
        <p:spPr>
          <a:xfrm>
            <a:off x="711000" y="1550513"/>
            <a:ext cx="10770000" cy="119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400" b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Our service will begin shortly</a:t>
            </a:r>
            <a:endParaRPr sz="6400" b="1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4" name="Google Shape;274;p1">
            <a:extLst>
              <a:ext uri="{FF2B5EF4-FFF2-40B4-BE49-F238E27FC236}">
                <a16:creationId xmlns:a16="http://schemas.microsoft.com/office/drawing/2014/main" id="{B7065576-4D52-F64D-E327-B11247A9F146}"/>
              </a:ext>
            </a:extLst>
          </p:cNvPr>
          <p:cNvSpPr txBox="1"/>
          <p:nvPr userDrawn="1"/>
        </p:nvSpPr>
        <p:spPr>
          <a:xfrm>
            <a:off x="711000" y="3079088"/>
            <a:ext cx="10770000" cy="222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1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We would like to remind you</a:t>
            </a:r>
            <a:endParaRPr sz="410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1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to mute your phones </a:t>
            </a:r>
            <a:endParaRPr sz="410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1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and to not eat during the service</a:t>
            </a:r>
            <a:endParaRPr sz="410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34742907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ACH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522630-79F3-99A7-6BFE-936552A592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42486" y="2971800"/>
            <a:ext cx="11307028" cy="914400"/>
          </a:xfrm>
        </p:spPr>
        <p:txBody>
          <a:bodyPr/>
          <a:lstStyle>
            <a:lvl1pPr marL="114300" marR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lang="de-DE" sz="5400" b="1" i="0" u="sng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53F822B-6C3A-A79C-85B1-D6727056016E}"/>
              </a:ext>
            </a:extLst>
          </p:cNvPr>
          <p:cNvSpPr txBox="1"/>
          <p:nvPr userDrawn="1"/>
        </p:nvSpPr>
        <p:spPr>
          <a:xfrm>
            <a:off x="0" y="2159821"/>
            <a:ext cx="1219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Arial"/>
              <a:buNone/>
            </a:pPr>
            <a:r>
              <a:rPr lang="en-US" sz="2400" b="0" i="1" u="none" strike="noStrike" cap="none" dirty="0">
                <a:solidFill>
                  <a:schemeClr val="lt2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Sermon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7FF77A9-34E4-D320-C5C7-20C7AD2C99B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056726" y="4156782"/>
            <a:ext cx="6078548" cy="674337"/>
          </a:xfrm>
        </p:spPr>
        <p:txBody>
          <a:bodyPr/>
          <a:lstStyle>
            <a:lvl1pPr marL="114300" indent="0" algn="ctr">
              <a:buNone/>
              <a:defRPr lang="de-DE" sz="28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713598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BLE_R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53F822B-6C3A-A79C-85B1-D6727056016E}"/>
              </a:ext>
            </a:extLst>
          </p:cNvPr>
          <p:cNvSpPr txBox="1"/>
          <p:nvPr userDrawn="1"/>
        </p:nvSpPr>
        <p:spPr>
          <a:xfrm>
            <a:off x="0" y="2159821"/>
            <a:ext cx="1219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Arial"/>
              <a:buNone/>
            </a:pPr>
            <a:r>
              <a:rPr lang="en-US" sz="2400" b="0" i="1" u="none" strike="noStrike" cap="none" dirty="0">
                <a:solidFill>
                  <a:schemeClr val="lt2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Scripture Reading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C9682E-1B95-700A-B294-80EFB991C6F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62436" y="2909649"/>
            <a:ext cx="9467128" cy="914400"/>
          </a:xfrm>
        </p:spPr>
        <p:txBody>
          <a:bodyPr anchor="t"/>
          <a:lstStyle>
            <a:lvl1pPr marL="114300" indent="0" algn="ctr">
              <a:buNone/>
              <a:defRPr lang="en-US" sz="5400" b="1" i="0" u="sng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</a:lstStyle>
          <a:p>
            <a:pPr lvl="0"/>
            <a:r>
              <a:rPr lang="en-US" dirty="0" err="1"/>
              <a:t>Jesaya</a:t>
            </a:r>
            <a:r>
              <a:rPr lang="en-US" dirty="0"/>
              <a:t> 43, 1-2</a:t>
            </a:r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93C8EA97-1460-4A9F-87D8-B56EB8B6228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362436" y="4049713"/>
            <a:ext cx="9302750" cy="1073150"/>
          </a:xfrm>
        </p:spPr>
        <p:txBody>
          <a:bodyPr/>
          <a:lstStyle>
            <a:lvl1pPr marL="114300" indent="0" algn="ctr">
              <a:buNone/>
              <a:defRPr sz="320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defRPr>
            </a:lvl1pPr>
          </a:lstStyle>
          <a:p>
            <a:pPr lvl="0"/>
            <a:r>
              <a:rPr lang="de-DE" dirty="0" err="1"/>
              <a:t>Yesaya</a:t>
            </a:r>
            <a:r>
              <a:rPr lang="de-DE" dirty="0"/>
              <a:t> 43: 1-2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2129680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BLE_VER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56DD7C-C4E9-DA2C-8BCB-2F911738563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3420" y="634712"/>
            <a:ext cx="5243491" cy="5562888"/>
          </a:xfrm>
        </p:spPr>
        <p:txBody>
          <a:bodyPr/>
          <a:lstStyle>
            <a:lvl1pPr marL="114300" indent="0">
              <a:buNone/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  <a:lvl2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2pPr>
            <a:lvl3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3pPr>
            <a:lvl4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4pPr>
            <a:lvl5pPr>
              <a:defRPr lang="de-DE" sz="30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CE6A4D9-9CE3-6AD9-7C7C-17968268DAD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231118" y="634710"/>
            <a:ext cx="5397462" cy="5562887"/>
          </a:xfrm>
        </p:spPr>
        <p:txBody>
          <a:bodyPr/>
          <a:lstStyle>
            <a:lvl1pPr marL="11430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1pPr>
            <a:lvl2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2pPr>
            <a:lvl3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3pPr>
            <a:lvl4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4pPr>
            <a:lvl5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de-DE" sz="3000" b="0" i="1" u="none" strike="noStrike" cap="none" dirty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</p:spTree>
    <p:extLst>
      <p:ext uri="{BB962C8B-B14F-4D97-AF65-F5344CB8AC3E}">
        <p14:creationId xmlns:p14="http://schemas.microsoft.com/office/powerpoint/2010/main" val="11912957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7890E638-BD11-0954-D411-25CB025CCDD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8003" y="647558"/>
            <a:ext cx="11020978" cy="2340739"/>
          </a:xfrm>
        </p:spPr>
        <p:txBody>
          <a:bodyPr/>
          <a:lstStyle>
            <a:lvl1pPr marL="114300" indent="0">
              <a:buNone/>
              <a:def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  <a:lvl2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2pPr>
            <a:lvl3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3pPr>
            <a:lvl4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4pPr>
            <a:lvl5pPr>
              <a:defRPr lang="de-DE" sz="30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0F9D402A-E310-6EFF-1AF1-B5B8BE1591A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08003" y="3429000"/>
            <a:ext cx="11020978" cy="2863927"/>
          </a:xfrm>
        </p:spPr>
        <p:txBody>
          <a:bodyPr/>
          <a:lstStyle>
            <a:lvl1pPr marL="11430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lang="en-US" sz="3600" b="0" i="1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  <a:lvl2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2pPr>
            <a:lvl3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3pPr>
            <a:lvl4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4pPr>
            <a:lvl5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de-DE" sz="3000" b="0" i="1" u="none" strike="noStrike" cap="none" dirty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</p:spTree>
    <p:extLst>
      <p:ext uri="{BB962C8B-B14F-4D97-AF65-F5344CB8AC3E}">
        <p14:creationId xmlns:p14="http://schemas.microsoft.com/office/powerpoint/2010/main" val="26512896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PA_KAMI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2" y="3334328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Bapa kami yang di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sorga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dikuduskanlah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nama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-Mu,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datanglah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Kerajaan-Mu,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jadilah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kehendak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-Mu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bumi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seperti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di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sorga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</a:t>
            </a:r>
          </a:p>
        </p:txBody>
      </p:sp>
      <p:sp>
        <p:nvSpPr>
          <p:cNvPr id="2" name="Google Shape;556;p40">
            <a:extLst>
              <a:ext uri="{FF2B5EF4-FFF2-40B4-BE49-F238E27FC236}">
                <a16:creationId xmlns:a16="http://schemas.microsoft.com/office/drawing/2014/main" id="{E80B5495-D040-EAB1-AFEA-276EA26D8773}"/>
              </a:ext>
            </a:extLst>
          </p:cNvPr>
          <p:cNvSpPr txBox="1"/>
          <p:nvPr userDrawn="1"/>
        </p:nvSpPr>
        <p:spPr>
          <a:xfrm>
            <a:off x="856800" y="764446"/>
            <a:ext cx="10478400" cy="1795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Our Father, who art in heaven,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hallowed be thy name.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Thy kingdom come.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Thy will be done on earth, as it is in heaven.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1775113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PA_KAMI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2" y="3334328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Berikanlah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pada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hari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ini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makanan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secukupnya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ampunilah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akan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kesalahan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seperti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juga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mengampuni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orang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bersalah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kami;</a:t>
            </a:r>
          </a:p>
        </p:txBody>
      </p:sp>
      <p:sp>
        <p:nvSpPr>
          <p:cNvPr id="2" name="Google Shape;561;p42">
            <a:extLst>
              <a:ext uri="{FF2B5EF4-FFF2-40B4-BE49-F238E27FC236}">
                <a16:creationId xmlns:a16="http://schemas.microsoft.com/office/drawing/2014/main" id="{8FAA345C-8A70-08DA-04BE-91005D1689CF}"/>
              </a:ext>
            </a:extLst>
          </p:cNvPr>
          <p:cNvSpPr txBox="1"/>
          <p:nvPr userDrawn="1"/>
        </p:nvSpPr>
        <p:spPr>
          <a:xfrm>
            <a:off x="856800" y="737942"/>
            <a:ext cx="10478400" cy="18933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Give us this day our daily bread,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and forgive us our trespasses,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as we forgive those who trespass against us,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17262077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PA_KAMI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janganlah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membawa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dalam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pencobaan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</a:p>
          <a:p>
            <a:pPr>
              <a:buSzPts val="4800"/>
            </a:pP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tetapi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lepaskanlah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daripada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jahat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</a:t>
            </a:r>
          </a:p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Karena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Engkaulah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empunya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Kerajaan 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kuasa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kemuliaan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sampai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selama-lamanya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 Amin.</a:t>
            </a:r>
          </a:p>
        </p:txBody>
      </p:sp>
      <p:sp>
        <p:nvSpPr>
          <p:cNvPr id="2" name="Google Shape;566;p44">
            <a:extLst>
              <a:ext uri="{FF2B5EF4-FFF2-40B4-BE49-F238E27FC236}">
                <a16:creationId xmlns:a16="http://schemas.microsoft.com/office/drawing/2014/main" id="{0DEB30FB-EDF3-AEA8-CBE0-6C8D127A2DE3}"/>
              </a:ext>
            </a:extLst>
          </p:cNvPr>
          <p:cNvSpPr txBox="1"/>
          <p:nvPr userDrawn="1"/>
        </p:nvSpPr>
        <p:spPr>
          <a:xfrm>
            <a:off x="856800" y="728723"/>
            <a:ext cx="10478400" cy="2888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and lead us not into temptation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but deliver us from evil.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For thine is the kingdom, and the power,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and the glory forever and ever.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Amen.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385541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Aku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percaya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Allah, Bapa yang Maha Kuasa,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pencipta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langit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bumi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Yesus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Kristus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 Anak-Nya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tunggal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Tuhan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kita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</a:p>
        </p:txBody>
      </p:sp>
      <p:sp>
        <p:nvSpPr>
          <p:cNvPr id="2" name="Google Shape;585;p177">
            <a:extLst>
              <a:ext uri="{FF2B5EF4-FFF2-40B4-BE49-F238E27FC236}">
                <a16:creationId xmlns:a16="http://schemas.microsoft.com/office/drawing/2014/main" id="{F93B3073-3F9D-8DFB-64A5-97E0E5EF05AA}"/>
              </a:ext>
            </a:extLst>
          </p:cNvPr>
          <p:cNvSpPr txBox="1"/>
          <p:nvPr userDrawn="1"/>
        </p:nvSpPr>
        <p:spPr>
          <a:xfrm>
            <a:off x="856800" y="741300"/>
            <a:ext cx="10478400" cy="2687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 believe in God, the Father Almighty,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creator of heaven and earth.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 believe in Jesus Christ, 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His only Son, our Lord,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5595870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yang dikandung dari Roh Kudus,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lahir dari anak dara Maria.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Yang menderita sengsara di bawah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pemerintahan Pontius Pilatus,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Google Shape;590;p178">
            <a:extLst>
              <a:ext uri="{FF2B5EF4-FFF2-40B4-BE49-F238E27FC236}">
                <a16:creationId xmlns:a16="http://schemas.microsoft.com/office/drawing/2014/main" id="{DFA0BD65-F2C8-611C-4D9D-6CBC055D80BB}"/>
              </a:ext>
            </a:extLst>
          </p:cNvPr>
          <p:cNvSpPr txBox="1"/>
          <p:nvPr userDrawn="1"/>
        </p:nvSpPr>
        <p:spPr>
          <a:xfrm>
            <a:off x="856800" y="640377"/>
            <a:ext cx="10478400" cy="2687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who was conceived by the Holy Spirit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and born of the virgin Mary.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He suffered under Pontius Pilate,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6069491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disalibkan, mati, dan dikuburkan;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turun ke dalam kerajaan maut.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Pada hari yang ketiga,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bangkit pula dari antara orang mati.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Google Shape;595;p179">
            <a:extLst>
              <a:ext uri="{FF2B5EF4-FFF2-40B4-BE49-F238E27FC236}">
                <a16:creationId xmlns:a16="http://schemas.microsoft.com/office/drawing/2014/main" id="{13035864-91B9-F795-1A0B-DD4D0A539906}"/>
              </a:ext>
            </a:extLst>
          </p:cNvPr>
          <p:cNvSpPr txBox="1"/>
          <p:nvPr userDrawn="1"/>
        </p:nvSpPr>
        <p:spPr>
          <a:xfrm>
            <a:off x="856800" y="657902"/>
            <a:ext cx="10478400" cy="2687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was crucified, died, and was buried;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He descended to hell.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third day he rose again from the dead.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265070741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Naik ke surga, duduk di sebelah kanan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Allah Bapa yang Maha Kuasa.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dari sana Ia akan datang untuk menghakimi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orang yang hidup dan yang mati.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Google Shape;600;p180">
            <a:extLst>
              <a:ext uri="{FF2B5EF4-FFF2-40B4-BE49-F238E27FC236}">
                <a16:creationId xmlns:a16="http://schemas.microsoft.com/office/drawing/2014/main" id="{AC33E68C-9C63-EB3F-524A-EF34DE6D38AB}"/>
              </a:ext>
            </a:extLst>
          </p:cNvPr>
          <p:cNvSpPr txBox="1"/>
          <p:nvPr userDrawn="1"/>
        </p:nvSpPr>
        <p:spPr>
          <a:xfrm>
            <a:off x="856800" y="640377"/>
            <a:ext cx="10478400" cy="2600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He ascended to heaven and is seated 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at the right hand of God the Father Almighty.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From there He will come to judge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living and the dead.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14288230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429000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Aku percaya kepada Roh Kudus,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Gereja yang kudus dan am,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persekutuan orang kudus,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Google Shape;605;p181">
            <a:extLst>
              <a:ext uri="{FF2B5EF4-FFF2-40B4-BE49-F238E27FC236}">
                <a16:creationId xmlns:a16="http://schemas.microsoft.com/office/drawing/2014/main" id="{E768CE0D-F692-384B-6415-C30543EBA96F}"/>
              </a:ext>
            </a:extLst>
          </p:cNvPr>
          <p:cNvSpPr txBox="1"/>
          <p:nvPr userDrawn="1"/>
        </p:nvSpPr>
        <p:spPr>
          <a:xfrm>
            <a:off x="856800" y="828800"/>
            <a:ext cx="10478400" cy="206629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 believe in the Holy Spirit,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holy catholic church,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communion of saints,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306854831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429000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pengampunan dosa,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kebangkitan tubuh,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hidup yang kekal. Amin.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Google Shape;610;p50">
            <a:extLst>
              <a:ext uri="{FF2B5EF4-FFF2-40B4-BE49-F238E27FC236}">
                <a16:creationId xmlns:a16="http://schemas.microsoft.com/office/drawing/2014/main" id="{6FDDF62C-15EE-C5FF-AFED-9F5A8E08E452}"/>
              </a:ext>
            </a:extLst>
          </p:cNvPr>
          <p:cNvSpPr txBox="1"/>
          <p:nvPr userDrawn="1"/>
        </p:nvSpPr>
        <p:spPr>
          <a:xfrm>
            <a:off x="856800" y="769704"/>
            <a:ext cx="10478400" cy="2350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forgiveness of sins,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resurrection of the body,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and the life everlasting. Amen.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41671945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PENGINJIL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408;p40">
            <a:extLst>
              <a:ext uri="{FF2B5EF4-FFF2-40B4-BE49-F238E27FC236}">
                <a16:creationId xmlns:a16="http://schemas.microsoft.com/office/drawing/2014/main" id="{87FB86D5-32DD-72CF-836B-B2F76685381C}"/>
              </a:ext>
            </a:extLst>
          </p:cNvPr>
          <p:cNvSpPr txBox="1"/>
          <p:nvPr userDrawn="1"/>
        </p:nvSpPr>
        <p:spPr>
          <a:xfrm>
            <a:off x="0" y="4132073"/>
            <a:ext cx="121920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merah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 &amp; 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Penginjilan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biru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96AE93-89A8-E3C3-5505-619E958DAD4F}"/>
              </a:ext>
            </a:extLst>
          </p:cNvPr>
          <p:cNvSpPr txBox="1"/>
          <p:nvPr userDrawn="1"/>
        </p:nvSpPr>
        <p:spPr>
          <a:xfrm>
            <a:off x="0" y="3068995"/>
            <a:ext cx="12192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IREC Hamburg (red) &amp; </a:t>
            </a:r>
            <a:r>
              <a:rPr kumimoji="0" lang="en-US" sz="40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Evangelisation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 (blue)</a:t>
            </a:r>
            <a:endParaRPr lang="de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A0060FE-7A8C-F775-ABCC-FF5F1346B7C9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Offerings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2983565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SEKOL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13;p42">
            <a:extLst>
              <a:ext uri="{FF2B5EF4-FFF2-40B4-BE49-F238E27FC236}">
                <a16:creationId xmlns:a16="http://schemas.microsoft.com/office/drawing/2014/main" id="{F13407FD-FA82-CF2C-B8B5-76E175CB455E}"/>
              </a:ext>
            </a:extLst>
          </p:cNvPr>
          <p:cNvSpPr txBox="1">
            <a:spLocks/>
          </p:cNvSpPr>
          <p:nvPr userDrawn="1"/>
        </p:nvSpPr>
        <p:spPr>
          <a:xfrm>
            <a:off x="0" y="2789238"/>
            <a:ext cx="12191999" cy="11953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SzPts val="5200"/>
            </a:pP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de-DE" sz="4000" b="1" u="sng" dirty="0" err="1">
                <a:latin typeface="Roboto Condensed"/>
                <a:ea typeface="Roboto Condensed"/>
                <a:cs typeface="Roboto Condensed"/>
                <a:sym typeface="Roboto Condensed"/>
              </a:rPr>
              <a:t>red</a:t>
            </a: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) &amp;</a:t>
            </a:r>
          </a:p>
          <a:p>
            <a:pPr algn="ctr">
              <a:buSzPts val="5200"/>
            </a:pP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de-DE" sz="4000" b="1" u="sng" dirty="0" err="1">
                <a:latin typeface="Roboto Condensed"/>
                <a:ea typeface="Roboto Condensed"/>
                <a:cs typeface="Roboto Condensed"/>
                <a:sym typeface="Roboto Condensed"/>
              </a:rPr>
              <a:t>Theology</a:t>
            </a: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 Education (</a:t>
            </a:r>
            <a:r>
              <a:rPr lang="de-DE" sz="4000" b="1" u="sng" dirty="0" err="1">
                <a:latin typeface="Roboto Condensed"/>
                <a:ea typeface="Roboto Condensed"/>
                <a:cs typeface="Roboto Condensed"/>
                <a:sym typeface="Roboto Condensed"/>
              </a:rPr>
              <a:t>blue</a:t>
            </a: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lang="de-DE" sz="4800" b="1" u="sng" dirty="0"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Google Shape;415;p42">
            <a:extLst>
              <a:ext uri="{FF2B5EF4-FFF2-40B4-BE49-F238E27FC236}">
                <a16:creationId xmlns:a16="http://schemas.microsoft.com/office/drawing/2014/main" id="{5A2CB274-C3AE-FB9E-CF5C-C6228A810AA2}"/>
              </a:ext>
            </a:extLst>
          </p:cNvPr>
          <p:cNvSpPr txBox="1"/>
          <p:nvPr userDrawn="1"/>
        </p:nvSpPr>
        <p:spPr>
          <a:xfrm>
            <a:off x="0" y="4346296"/>
            <a:ext cx="121920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merah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 &amp; 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Sekolah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Teologi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biru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E45BDC8-1B46-315D-7696-90B46EA617F8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Offerings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7898954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MAND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20;p44">
            <a:extLst>
              <a:ext uri="{FF2B5EF4-FFF2-40B4-BE49-F238E27FC236}">
                <a16:creationId xmlns:a16="http://schemas.microsoft.com/office/drawing/2014/main" id="{1DA032EB-F898-9535-7567-66BB02205987}"/>
              </a:ext>
            </a:extLst>
          </p:cNvPr>
          <p:cNvSpPr txBox="1">
            <a:spLocks/>
          </p:cNvSpPr>
          <p:nvPr userDrawn="1"/>
        </p:nvSpPr>
        <p:spPr>
          <a:xfrm>
            <a:off x="0" y="2789238"/>
            <a:ext cx="12192000" cy="11953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SzPts val="5200"/>
            </a:pP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de-DE" sz="4000" b="1" u="sng" dirty="0" err="1">
                <a:latin typeface="Roboto Condensed"/>
                <a:ea typeface="Roboto Condensed"/>
                <a:cs typeface="Roboto Condensed"/>
                <a:sym typeface="Roboto Condensed"/>
              </a:rPr>
              <a:t>red</a:t>
            </a: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) </a:t>
            </a:r>
            <a:r>
              <a:rPr lang="nn-NO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&amp; Cultural Mandate (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blue</a:t>
            </a:r>
            <a:r>
              <a:rPr lang="nn-NO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lang="nn-NO" sz="4800" b="1" u="sng" dirty="0"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Google Shape;422;p44">
            <a:extLst>
              <a:ext uri="{FF2B5EF4-FFF2-40B4-BE49-F238E27FC236}">
                <a16:creationId xmlns:a16="http://schemas.microsoft.com/office/drawing/2014/main" id="{0ECC02AD-1FDC-1D75-598B-42DA374B67B7}"/>
              </a:ext>
            </a:extLst>
          </p:cNvPr>
          <p:cNvSpPr txBox="1"/>
          <p:nvPr userDrawn="1"/>
        </p:nvSpPr>
        <p:spPr>
          <a:xfrm>
            <a:off x="0" y="3887281"/>
            <a:ext cx="121920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merah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 &amp; Mandat 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Budaya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biru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565898D-20AD-64F3-C280-265D148523E0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867" b="0" i="1" u="none" strike="noStrike" kern="0" cap="none" spc="0" normalizeH="0" baseline="0" noProof="0" dirty="0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Offerings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373402176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PEMBANGUN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429;p45">
            <a:extLst>
              <a:ext uri="{FF2B5EF4-FFF2-40B4-BE49-F238E27FC236}">
                <a16:creationId xmlns:a16="http://schemas.microsoft.com/office/drawing/2014/main" id="{97A8C1C8-5736-E2AF-22DD-478AA7FAF5E9}"/>
              </a:ext>
            </a:extLst>
          </p:cNvPr>
          <p:cNvSpPr txBox="1"/>
          <p:nvPr userDrawn="1"/>
        </p:nvSpPr>
        <p:spPr>
          <a:xfrm>
            <a:off x="16" y="4517325"/>
            <a:ext cx="12191984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merah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 &amp; Pembangunan Gedung 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Gereja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biru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ECCAB4-A5FA-944B-B8D3-D0CEB252C1F0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Offerings</a:t>
            </a:r>
            <a:endParaRPr lang="de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77D02A6-D1AA-A9E5-D493-45BD963A76D2}"/>
              </a:ext>
            </a:extLst>
          </p:cNvPr>
          <p:cNvSpPr txBox="1"/>
          <p:nvPr userDrawn="1"/>
        </p:nvSpPr>
        <p:spPr>
          <a:xfrm>
            <a:off x="0" y="3075057"/>
            <a:ext cx="1219200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IREC Hamburg (red) &amp; </a:t>
            </a:r>
          </a:p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Church Building Construction (blue)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7885399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DIAKON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436;p46">
            <a:extLst>
              <a:ext uri="{FF2B5EF4-FFF2-40B4-BE49-F238E27FC236}">
                <a16:creationId xmlns:a16="http://schemas.microsoft.com/office/drawing/2014/main" id="{94E7028D-0D5E-467D-866B-43030379D653}"/>
              </a:ext>
            </a:extLst>
          </p:cNvPr>
          <p:cNvSpPr txBox="1"/>
          <p:nvPr userDrawn="1"/>
        </p:nvSpPr>
        <p:spPr>
          <a:xfrm>
            <a:off x="0" y="3964555"/>
            <a:ext cx="121920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merah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 &amp; Diakonia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biru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1E54573-A059-9466-99A7-04D6BDA2F233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Offerings</a:t>
            </a:r>
            <a:endParaRPr lang="de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492213-D06A-A1DD-8EAB-0CF46ED58A54}"/>
              </a:ext>
            </a:extLst>
          </p:cNvPr>
          <p:cNvSpPr txBox="1"/>
          <p:nvPr userDrawn="1"/>
        </p:nvSpPr>
        <p:spPr>
          <a:xfrm>
            <a:off x="1" y="3084293"/>
            <a:ext cx="12192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IREC Hamburg (red) &amp; Diakonia (blue)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5592201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2543C5-98D6-87AA-F92C-0BF2349EC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EBB34E5-D037-83E2-5D8A-C6E5ADB73A6A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F8DDB14-A30F-7D72-41CA-53A3DC86DDE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95C4C9D-745B-B54F-736C-EB67CB09EFD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EF2219C-F70B-9AF0-FDC1-2E87E0624EF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737992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363615-D61C-767F-3EB6-44297A305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350D969-5511-A3D7-4E20-1C5E83064573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CC682C76-F978-7C12-0093-3100BF75565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E246A0E-441A-F966-9963-80FC2FE90F2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B161D7F-6050-BC8A-C958-D9A09C4B513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55739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1705D3-000D-A747-4BE8-6A4098074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A90F3DB-7856-0647-2AD8-367DAB06A41C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Google Shape;539;p83" descr="Diagram&#10;&#10;Description automatically generated">
            <a:extLst>
              <a:ext uri="{FF2B5EF4-FFF2-40B4-BE49-F238E27FC236}">
                <a16:creationId xmlns:a16="http://schemas.microsoft.com/office/drawing/2014/main" id="{B864D24E-3491-C15E-143F-C2E0987CFC04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8946078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B5893542-C173-D283-60F0-78B3311E64FE}"/>
              </a:ext>
            </a:extLst>
          </p:cNvPr>
          <p:cNvSpPr txBox="1"/>
          <p:nvPr userDrawn="1"/>
        </p:nvSpPr>
        <p:spPr>
          <a:xfrm>
            <a:off x="3047987" y="2598003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8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Announcements</a:t>
            </a:r>
            <a:endParaRPr lang="de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EB4856-D749-EC0C-7B37-F75D44C6B67C}"/>
              </a:ext>
            </a:extLst>
          </p:cNvPr>
          <p:cNvSpPr txBox="1"/>
          <p:nvPr userDrawn="1"/>
        </p:nvSpPr>
        <p:spPr>
          <a:xfrm>
            <a:off x="3047987" y="3772640"/>
            <a:ext cx="6096000" cy="502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2667" b="0" i="1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Warta </a:t>
            </a:r>
            <a:r>
              <a:rPr kumimoji="0" lang="en-US" sz="2667" b="0" i="1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Jemaat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2644384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532D4F9-FE87-3099-F898-66A1AF91377B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Picture 3" descr="A poster for a concert&#10;&#10;Description automatically generated">
            <a:extLst>
              <a:ext uri="{FF2B5EF4-FFF2-40B4-BE49-F238E27FC236}">
                <a16:creationId xmlns:a16="http://schemas.microsoft.com/office/drawing/2014/main" id="{994F3E0E-FF84-BE65-9293-E265CE6774F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554649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oogle Shape;592;p55">
            <a:extLst>
              <a:ext uri="{FF2B5EF4-FFF2-40B4-BE49-F238E27FC236}">
                <a16:creationId xmlns:a16="http://schemas.microsoft.com/office/drawing/2014/main" id="{BC7649FF-8896-646D-A144-B7FCE7E2B577}"/>
              </a:ext>
            </a:extLst>
          </p:cNvPr>
          <p:cNvGrpSpPr/>
          <p:nvPr userDrawn="1"/>
        </p:nvGrpSpPr>
        <p:grpSpPr>
          <a:xfrm>
            <a:off x="2683251" y="0"/>
            <a:ext cx="6825499" cy="6858000"/>
            <a:chOff x="2683251" y="0"/>
            <a:chExt cx="6825499" cy="6858000"/>
          </a:xfrm>
        </p:grpSpPr>
        <p:pic>
          <p:nvPicPr>
            <p:cNvPr id="4" name="Google Shape;593;p55">
              <a:extLst>
                <a:ext uri="{FF2B5EF4-FFF2-40B4-BE49-F238E27FC236}">
                  <a16:creationId xmlns:a16="http://schemas.microsoft.com/office/drawing/2014/main" id="{60C13581-1C9D-0EAD-1CFB-348A59515045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2683251" y="0"/>
              <a:ext cx="6825499" cy="6858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5" name="Google Shape;594;p55">
              <a:extLst>
                <a:ext uri="{FF2B5EF4-FFF2-40B4-BE49-F238E27FC236}">
                  <a16:creationId xmlns:a16="http://schemas.microsoft.com/office/drawing/2014/main" id="{E1A918C8-1F88-ABC3-4CAA-6FD8810624E5}"/>
                </a:ext>
              </a:extLst>
            </p:cNvPr>
            <p:cNvSpPr/>
            <p:nvPr/>
          </p:nvSpPr>
          <p:spPr>
            <a:xfrm>
              <a:off x="4539916" y="5245768"/>
              <a:ext cx="3192300" cy="818100"/>
            </a:xfrm>
            <a:prstGeom prst="rect">
              <a:avLst/>
            </a:prstGeom>
            <a:solidFill>
              <a:srgbClr val="FFFFFF"/>
            </a:solidFill>
            <a:ln w="254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" name="Google Shape;595;p55">
              <a:extLst>
                <a:ext uri="{FF2B5EF4-FFF2-40B4-BE49-F238E27FC236}">
                  <a16:creationId xmlns:a16="http://schemas.microsoft.com/office/drawing/2014/main" id="{D5A8B398-6185-58F7-D6CA-DFA4FA420EE9}"/>
                </a:ext>
              </a:extLst>
            </p:cNvPr>
            <p:cNvSpPr/>
            <p:nvPr/>
          </p:nvSpPr>
          <p:spPr>
            <a:xfrm>
              <a:off x="4692315" y="537410"/>
              <a:ext cx="3192300" cy="409200"/>
            </a:xfrm>
            <a:prstGeom prst="rect">
              <a:avLst/>
            </a:prstGeom>
            <a:solidFill>
              <a:srgbClr val="FFFFFF"/>
            </a:solidFill>
            <a:ln w="254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345654CB-8E2B-4E1E-8BB6-D1C824E8C77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F4A0BFA-13C2-4863-8ABB-F2DB0741B61C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266657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8F6EAA-4A58-95FA-ECC7-A232B013B3A7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Google Shape;506;p39" descr="patrick-fore-b_SHPU5M3nk-unsplash.jpg">
            <a:extLst>
              <a:ext uri="{FF2B5EF4-FFF2-40B4-BE49-F238E27FC236}">
                <a16:creationId xmlns:a16="http://schemas.microsoft.com/office/drawing/2014/main" id="{7BDE0CF6-23A0-475F-E17D-2A5D06FC0131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148" r="8133"/>
          <a:stretch/>
        </p:blipFill>
        <p:spPr>
          <a:xfrm>
            <a:off x="1524000" y="0"/>
            <a:ext cx="9144000" cy="6871214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507;p39">
            <a:extLst>
              <a:ext uri="{FF2B5EF4-FFF2-40B4-BE49-F238E27FC236}">
                <a16:creationId xmlns:a16="http://schemas.microsoft.com/office/drawing/2014/main" id="{32E7EA77-832D-7698-D622-61CD8B99576F}"/>
              </a:ext>
            </a:extLst>
          </p:cNvPr>
          <p:cNvSpPr/>
          <p:nvPr userDrawn="1"/>
        </p:nvSpPr>
        <p:spPr>
          <a:xfrm>
            <a:off x="5503647" y="675628"/>
            <a:ext cx="5232400" cy="2239022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1" name="Google Shape;508;p39">
            <a:extLst>
              <a:ext uri="{FF2B5EF4-FFF2-40B4-BE49-F238E27FC236}">
                <a16:creationId xmlns:a16="http://schemas.microsoft.com/office/drawing/2014/main" id="{7FF3F63E-3732-78D2-AD68-79FDF8E3E0B3}"/>
              </a:ext>
            </a:extLst>
          </p:cNvPr>
          <p:cNvSpPr/>
          <p:nvPr userDrawn="1"/>
        </p:nvSpPr>
        <p:spPr>
          <a:xfrm>
            <a:off x="5494122" y="3135919"/>
            <a:ext cx="5232400" cy="1456809"/>
          </a:xfrm>
          <a:prstGeom prst="rect">
            <a:avLst/>
          </a:prstGeom>
          <a:solidFill>
            <a:srgbClr val="FFFFFF">
              <a:alpha val="52941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2" name="Text Placeholder 26">
            <a:extLst>
              <a:ext uri="{FF2B5EF4-FFF2-40B4-BE49-F238E27FC236}">
                <a16:creationId xmlns:a16="http://schemas.microsoft.com/office/drawing/2014/main" id="{FF2D639A-087E-2FA7-F163-BA4A435A908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94338" y="675628"/>
            <a:ext cx="5232400" cy="149448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/>
              <a:t>Makan Malam &amp; </a:t>
            </a:r>
            <a:r>
              <a:rPr lang="de-DE" dirty="0" err="1"/>
              <a:t>Persekutuan</a:t>
            </a:r>
            <a:r>
              <a:rPr lang="de-DE" dirty="0"/>
              <a:t> </a:t>
            </a:r>
            <a:r>
              <a:rPr lang="de-DE" dirty="0" err="1"/>
              <a:t>Doa</a:t>
            </a:r>
            <a:endParaRPr lang="de-DE" dirty="0"/>
          </a:p>
        </p:txBody>
      </p:sp>
      <p:sp>
        <p:nvSpPr>
          <p:cNvPr id="13" name="Text Placeholder 26">
            <a:extLst>
              <a:ext uri="{FF2B5EF4-FFF2-40B4-BE49-F238E27FC236}">
                <a16:creationId xmlns:a16="http://schemas.microsoft.com/office/drawing/2014/main" id="{B6AA8BAB-A914-6508-E7AF-81202F25D83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494122" y="3133896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marL="11430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dirty="0"/>
              <a:t>Dinner &amp; Prayer Meeting</a:t>
            </a:r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71358F21-051E-206A-D00B-B43354D5D76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94338" y="2170113"/>
            <a:ext cx="5232400" cy="134937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 err="1"/>
              <a:t>Setiap</a:t>
            </a:r>
            <a:r>
              <a:rPr lang="de-DE" dirty="0"/>
              <a:t> </a:t>
            </a:r>
            <a:r>
              <a:rPr lang="de-DE" dirty="0" err="1"/>
              <a:t>Jumat</a:t>
            </a:r>
            <a:r>
              <a:rPr lang="de-DE" dirty="0"/>
              <a:t> di </a:t>
            </a:r>
            <a:r>
              <a:rPr lang="de-DE" dirty="0" err="1"/>
              <a:t>Minggu</a:t>
            </a:r>
            <a:r>
              <a:rPr lang="de-DE" dirty="0"/>
              <a:t> </a:t>
            </a:r>
            <a:r>
              <a:rPr lang="de-DE" dirty="0" err="1"/>
              <a:t>Ganjil</a:t>
            </a:r>
            <a:r>
              <a:rPr lang="de-DE" dirty="0"/>
              <a:t>, </a:t>
            </a:r>
          </a:p>
          <a:p>
            <a:r>
              <a:rPr lang="de-DE" dirty="0"/>
              <a:t>18:30 CET</a:t>
            </a:r>
          </a:p>
        </p:txBody>
      </p:sp>
      <p:sp>
        <p:nvSpPr>
          <p:cNvPr id="15" name="Text Placeholder 29">
            <a:extLst>
              <a:ext uri="{FF2B5EF4-FFF2-40B4-BE49-F238E27FC236}">
                <a16:creationId xmlns:a16="http://schemas.microsoft.com/office/drawing/2014/main" id="{97EB8EDB-3B4B-F8B1-2F6B-105B01BB91B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94122" y="3834403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pPr marL="11430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dirty="0"/>
              <a:t>Friday, every 2 weeks</a:t>
            </a:r>
            <a:r>
              <a:rPr lang="en-US" dirty="0">
                <a:solidFill>
                  <a:schemeClr val="lt1"/>
                </a:solidFill>
              </a:rPr>
              <a:t> </a:t>
            </a:r>
            <a:endParaRPr lang="en-US" dirty="0"/>
          </a:p>
          <a:p>
            <a:pPr marL="11430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dirty="0">
                <a:solidFill>
                  <a:schemeClr val="lt1"/>
                </a:solidFill>
              </a:rPr>
              <a:t> 18:30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122580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oogle Shape;558;p51" descr="aaron-burden-UIib0bAvWfs-unsplash.jpg">
            <a:extLst>
              <a:ext uri="{FF2B5EF4-FFF2-40B4-BE49-F238E27FC236}">
                <a16:creationId xmlns:a16="http://schemas.microsoft.com/office/drawing/2014/main" id="{5F514B6A-C30B-C5F5-4F94-892F4564F5F0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1524000" y="0"/>
            <a:ext cx="9144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507;p39">
            <a:extLst>
              <a:ext uri="{FF2B5EF4-FFF2-40B4-BE49-F238E27FC236}">
                <a16:creationId xmlns:a16="http://schemas.microsoft.com/office/drawing/2014/main" id="{A6163B25-3CC5-A054-BB0C-61E91CB7B2DD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5" name="Text Placeholder 26">
            <a:extLst>
              <a:ext uri="{FF2B5EF4-FFF2-40B4-BE49-F238E27FC236}">
                <a16:creationId xmlns:a16="http://schemas.microsoft.com/office/drawing/2014/main" id="{55F8D648-303E-D3CF-FA5D-0FBCD26B2DE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Pendalaman</a:t>
            </a:r>
            <a:r>
              <a:rPr lang="de-DE" dirty="0"/>
              <a:t> </a:t>
            </a:r>
            <a:r>
              <a:rPr lang="de-DE" dirty="0" err="1"/>
              <a:t>Alkitab</a:t>
            </a:r>
            <a:endParaRPr lang="de-DE" dirty="0"/>
          </a:p>
        </p:txBody>
      </p:sp>
      <p:sp>
        <p:nvSpPr>
          <p:cNvPr id="7" name="Text Placeholder 29">
            <a:extLst>
              <a:ext uri="{FF2B5EF4-FFF2-40B4-BE49-F238E27FC236}">
                <a16:creationId xmlns:a16="http://schemas.microsoft.com/office/drawing/2014/main" id="{1BD6E946-E69E-4ECF-9698-C30DAB1931B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MY" dirty="0" err="1"/>
              <a:t>Sabtu</a:t>
            </a:r>
            <a:r>
              <a:rPr lang="en-MY" dirty="0"/>
              <a:t>, 15:00 CET</a:t>
            </a:r>
          </a:p>
          <a:p>
            <a:r>
              <a:rPr lang="de-DE" dirty="0"/>
              <a:t>Berner Heerweg 60</a:t>
            </a:r>
          </a:p>
        </p:txBody>
      </p:sp>
      <p:sp>
        <p:nvSpPr>
          <p:cNvPr id="8" name="Google Shape;507;p39">
            <a:extLst>
              <a:ext uri="{FF2B5EF4-FFF2-40B4-BE49-F238E27FC236}">
                <a16:creationId xmlns:a16="http://schemas.microsoft.com/office/drawing/2014/main" id="{937B409A-F3AE-B2A9-025C-48378881774F}"/>
              </a:ext>
            </a:extLst>
          </p:cNvPr>
          <p:cNvSpPr/>
          <p:nvPr userDrawn="1"/>
        </p:nvSpPr>
        <p:spPr>
          <a:xfrm>
            <a:off x="5435600" y="3484146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9" name="Text Placeholder 26">
            <a:extLst>
              <a:ext uri="{FF2B5EF4-FFF2-40B4-BE49-F238E27FC236}">
                <a16:creationId xmlns:a16="http://schemas.microsoft.com/office/drawing/2014/main" id="{4728C75A-441F-01A5-1C67-63A3116195D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816" y="3484277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en-MY" dirty="0"/>
              <a:t>B</a:t>
            </a:r>
            <a:r>
              <a:rPr lang="de-DE" dirty="0" err="1"/>
              <a:t>ibelstunde</a:t>
            </a:r>
            <a:endParaRPr lang="de-DE" dirty="0"/>
          </a:p>
        </p:txBody>
      </p:sp>
      <p:sp>
        <p:nvSpPr>
          <p:cNvPr id="10" name="Text Placeholder 29">
            <a:extLst>
              <a:ext uri="{FF2B5EF4-FFF2-40B4-BE49-F238E27FC236}">
                <a16:creationId xmlns:a16="http://schemas.microsoft.com/office/drawing/2014/main" id="{D6DA8094-2363-169E-2AAE-D0B21C08A45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35816" y="4192302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Samstags, 15:00 CET</a:t>
            </a:r>
          </a:p>
          <a:p>
            <a:r>
              <a:rPr lang="de-DE" dirty="0"/>
              <a:t>Berner Heerweg</a:t>
            </a:r>
          </a:p>
        </p:txBody>
      </p:sp>
    </p:spTree>
    <p:extLst>
      <p:ext uri="{BB962C8B-B14F-4D97-AF65-F5344CB8AC3E}">
        <p14:creationId xmlns:p14="http://schemas.microsoft.com/office/powerpoint/2010/main" val="72275335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98D1672-EBA0-C035-E1FF-85D5B0C94D5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Google Shape;614;g275a9adfb00_0_188">
            <a:extLst>
              <a:ext uri="{FF2B5EF4-FFF2-40B4-BE49-F238E27FC236}">
                <a16:creationId xmlns:a16="http://schemas.microsoft.com/office/drawing/2014/main" id="{9C70018D-2600-F179-64B7-774DDAB4261C}"/>
              </a:ext>
            </a:extLst>
          </p:cNvPr>
          <p:cNvPicPr preferRelativeResize="0"/>
          <p:nvPr userDrawn="1"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443650" y="0"/>
            <a:ext cx="9817524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507;p39">
            <a:extLst>
              <a:ext uri="{FF2B5EF4-FFF2-40B4-BE49-F238E27FC236}">
                <a16:creationId xmlns:a16="http://schemas.microsoft.com/office/drawing/2014/main" id="{F47D0834-3787-5C4F-321A-0463F82B9B5A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6" name="Text Placeholder 26">
            <a:extLst>
              <a:ext uri="{FF2B5EF4-FFF2-40B4-BE49-F238E27FC236}">
                <a16:creationId xmlns:a16="http://schemas.microsoft.com/office/drawing/2014/main" id="{200B5792-4EEE-6042-BBF2-BF4B61CD520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Katekisasi</a:t>
            </a:r>
            <a:r>
              <a:rPr lang="de-DE" dirty="0"/>
              <a:t> Online</a:t>
            </a:r>
          </a:p>
        </p:txBody>
      </p:sp>
      <p:sp>
        <p:nvSpPr>
          <p:cNvPr id="7" name="Text Placeholder 29">
            <a:extLst>
              <a:ext uri="{FF2B5EF4-FFF2-40B4-BE49-F238E27FC236}">
                <a16:creationId xmlns:a16="http://schemas.microsoft.com/office/drawing/2014/main" id="{706A5440-6CE8-7F9E-D16A-36ECD2C094A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 err="1"/>
              <a:t>Sabtu</a:t>
            </a:r>
            <a:r>
              <a:rPr lang="de-DE" dirty="0"/>
              <a:t>, </a:t>
            </a:r>
            <a:r>
              <a:rPr lang="de-DE" dirty="0" err="1"/>
              <a:t>setiap</a:t>
            </a:r>
            <a:r>
              <a:rPr lang="de-DE" dirty="0"/>
              <a:t> 2 </a:t>
            </a:r>
            <a:r>
              <a:rPr lang="de-DE" dirty="0" err="1"/>
              <a:t>minggu</a:t>
            </a:r>
            <a:r>
              <a:rPr lang="de-DE" dirty="0"/>
              <a:t>, 13:00 CET</a:t>
            </a:r>
          </a:p>
        </p:txBody>
      </p:sp>
    </p:spTree>
    <p:extLst>
      <p:ext uri="{BB962C8B-B14F-4D97-AF65-F5344CB8AC3E}">
        <p14:creationId xmlns:p14="http://schemas.microsoft.com/office/powerpoint/2010/main" val="428945383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4B3899A-169E-679A-A835-E3C844CF501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Google Shape;614;g275a9adfb00_0_188">
            <a:extLst>
              <a:ext uri="{FF2B5EF4-FFF2-40B4-BE49-F238E27FC236}">
                <a16:creationId xmlns:a16="http://schemas.microsoft.com/office/drawing/2014/main" id="{72049E8A-E580-9C81-F309-8B5829412769}"/>
              </a:ext>
            </a:extLst>
          </p:cNvPr>
          <p:cNvPicPr preferRelativeResize="0"/>
          <p:nvPr userDrawn="1"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443650" y="0"/>
            <a:ext cx="9817524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507;p39">
            <a:extLst>
              <a:ext uri="{FF2B5EF4-FFF2-40B4-BE49-F238E27FC236}">
                <a16:creationId xmlns:a16="http://schemas.microsoft.com/office/drawing/2014/main" id="{17EAB587-AA6B-F6A3-72F0-E3282426ACB2}"/>
              </a:ext>
            </a:extLst>
          </p:cNvPr>
          <p:cNvSpPr/>
          <p:nvPr userDrawn="1"/>
        </p:nvSpPr>
        <p:spPr>
          <a:xfrm>
            <a:off x="5435600" y="1567102"/>
            <a:ext cx="5232400" cy="2810933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6" name="Text Placeholder 26">
            <a:extLst>
              <a:ext uri="{FF2B5EF4-FFF2-40B4-BE49-F238E27FC236}">
                <a16:creationId xmlns:a16="http://schemas.microsoft.com/office/drawing/2014/main" id="{0341D8F5-98B0-D6E8-90B4-E12B8EE2DE3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/>
              <a:t>Master Class</a:t>
            </a:r>
          </a:p>
        </p:txBody>
      </p:sp>
      <p:sp>
        <p:nvSpPr>
          <p:cNvPr id="7" name="Text Placeholder 29">
            <a:extLst>
              <a:ext uri="{FF2B5EF4-FFF2-40B4-BE49-F238E27FC236}">
                <a16:creationId xmlns:a16="http://schemas.microsoft.com/office/drawing/2014/main" id="{822EC0A3-1DEA-D960-5087-A56EC6D6930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 err="1"/>
              <a:t>Sabtu</a:t>
            </a:r>
            <a:r>
              <a:rPr lang="de-DE" dirty="0"/>
              <a:t>, </a:t>
            </a:r>
            <a:r>
              <a:rPr lang="de-DE" dirty="0" err="1"/>
              <a:t>setiap</a:t>
            </a:r>
            <a:r>
              <a:rPr lang="de-DE" dirty="0"/>
              <a:t> </a:t>
            </a:r>
            <a:r>
              <a:rPr lang="de-DE" dirty="0" err="1"/>
              <a:t>minggu</a:t>
            </a:r>
            <a:r>
              <a:rPr lang="de-DE" dirty="0"/>
              <a:t> </a:t>
            </a:r>
            <a:r>
              <a:rPr lang="de-DE" dirty="0" err="1"/>
              <a:t>genap</a:t>
            </a:r>
            <a:endParaRPr lang="de-DE" dirty="0"/>
          </a:p>
          <a:p>
            <a:r>
              <a:rPr lang="de-DE" dirty="0"/>
              <a:t>14:00 CET</a:t>
            </a:r>
          </a:p>
        </p:txBody>
      </p:sp>
      <p:sp>
        <p:nvSpPr>
          <p:cNvPr id="8" name="Text Placeholder 29">
            <a:extLst>
              <a:ext uri="{FF2B5EF4-FFF2-40B4-BE49-F238E27FC236}">
                <a16:creationId xmlns:a16="http://schemas.microsoft.com/office/drawing/2014/main" id="{EAFA9B5E-EA7B-7B12-7558-F99C55DAE81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600" y="3310834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 err="1"/>
              <a:t>Sabtu</a:t>
            </a:r>
            <a:r>
              <a:rPr lang="de-DE" dirty="0"/>
              <a:t>, </a:t>
            </a:r>
            <a:r>
              <a:rPr lang="de-DE" dirty="0" err="1"/>
              <a:t>setiap</a:t>
            </a:r>
            <a:r>
              <a:rPr lang="de-DE" dirty="0"/>
              <a:t> </a:t>
            </a:r>
            <a:r>
              <a:rPr lang="de-DE" dirty="0" err="1"/>
              <a:t>minggu</a:t>
            </a:r>
            <a:r>
              <a:rPr lang="de-DE" dirty="0"/>
              <a:t> </a:t>
            </a:r>
            <a:r>
              <a:rPr lang="de-DE" dirty="0" err="1"/>
              <a:t>genap</a:t>
            </a:r>
            <a:endParaRPr lang="de-DE" dirty="0"/>
          </a:p>
          <a:p>
            <a:r>
              <a:rPr lang="de-DE" dirty="0"/>
              <a:t>14:00 CET</a:t>
            </a:r>
          </a:p>
        </p:txBody>
      </p:sp>
    </p:spTree>
    <p:extLst>
      <p:ext uri="{BB962C8B-B14F-4D97-AF65-F5344CB8AC3E}">
        <p14:creationId xmlns:p14="http://schemas.microsoft.com/office/powerpoint/2010/main" val="23296476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5ADAE53-DB1D-6EC6-24BE-4D8FFF1FFD4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Google Shape;621;g275a9adfb00_0_194">
            <a:extLst>
              <a:ext uri="{FF2B5EF4-FFF2-40B4-BE49-F238E27FC236}">
                <a16:creationId xmlns:a16="http://schemas.microsoft.com/office/drawing/2014/main" id="{6C78FAEF-817F-33BF-EB16-9086E69F3FB6}"/>
              </a:ext>
            </a:extLst>
          </p:cNvPr>
          <p:cNvPicPr preferRelativeResize="0"/>
          <p:nvPr userDrawn="1"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17425" y="0"/>
            <a:ext cx="9713875" cy="69191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507;p39">
            <a:extLst>
              <a:ext uri="{FF2B5EF4-FFF2-40B4-BE49-F238E27FC236}">
                <a16:creationId xmlns:a16="http://schemas.microsoft.com/office/drawing/2014/main" id="{45610D7D-2EDE-DAC9-6FB7-7B2D560ACD9D}"/>
              </a:ext>
            </a:extLst>
          </p:cNvPr>
          <p:cNvSpPr/>
          <p:nvPr userDrawn="1"/>
        </p:nvSpPr>
        <p:spPr>
          <a:xfrm>
            <a:off x="1117425" y="3511650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6" name="Text Placeholder 26">
            <a:extLst>
              <a:ext uri="{FF2B5EF4-FFF2-40B4-BE49-F238E27FC236}">
                <a16:creationId xmlns:a16="http://schemas.microsoft.com/office/drawing/2014/main" id="{8506C89B-C1DE-55DD-9375-AC895394053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17641" y="3511781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Katekisasi</a:t>
            </a:r>
            <a:r>
              <a:rPr lang="de-DE" dirty="0"/>
              <a:t> </a:t>
            </a:r>
            <a:r>
              <a:rPr lang="de-DE" dirty="0" err="1"/>
              <a:t>Nikah</a:t>
            </a:r>
            <a:endParaRPr lang="de-DE" dirty="0"/>
          </a:p>
        </p:txBody>
      </p:sp>
      <p:sp>
        <p:nvSpPr>
          <p:cNvPr id="7" name="Text Placeholder 29">
            <a:extLst>
              <a:ext uri="{FF2B5EF4-FFF2-40B4-BE49-F238E27FC236}">
                <a16:creationId xmlns:a16="http://schemas.microsoft.com/office/drawing/2014/main" id="{622D4179-8A15-0B66-DC0A-46A863D3442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17641" y="4219806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 err="1"/>
              <a:t>Pendaftaran</a:t>
            </a:r>
            <a:r>
              <a:rPr lang="de-DE" dirty="0"/>
              <a:t> </a:t>
            </a:r>
            <a:r>
              <a:rPr lang="de-DE" dirty="0" err="1"/>
              <a:t>ke</a:t>
            </a:r>
            <a:r>
              <a:rPr lang="de-DE" dirty="0"/>
              <a:t> </a:t>
            </a:r>
            <a:r>
              <a:rPr lang="de-DE" dirty="0" err="1"/>
              <a:t>Sdr</a:t>
            </a:r>
            <a:r>
              <a:rPr lang="de-DE" dirty="0"/>
              <a:t>. Thomas</a:t>
            </a:r>
          </a:p>
        </p:txBody>
      </p:sp>
    </p:spTree>
    <p:extLst>
      <p:ext uri="{BB962C8B-B14F-4D97-AF65-F5344CB8AC3E}">
        <p14:creationId xmlns:p14="http://schemas.microsoft.com/office/powerpoint/2010/main" val="197644168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4258E3A-2510-FC3B-1DB8-997970FE3982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Google Shape;685;g1ef2f85ac88_1_0">
            <a:extLst>
              <a:ext uri="{FF2B5EF4-FFF2-40B4-BE49-F238E27FC236}">
                <a16:creationId xmlns:a16="http://schemas.microsoft.com/office/drawing/2014/main" id="{F2C3D0F0-3DF8-4F86-5413-E0B681B6A8B2}"/>
              </a:ext>
            </a:extLst>
          </p:cNvPr>
          <p:cNvPicPr preferRelativeResize="0"/>
          <p:nvPr userDrawn="1"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28600" y="-72562"/>
            <a:ext cx="12450000" cy="70031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AB994C5-7F13-497D-917B-F014225512A0}"/>
              </a:ext>
            </a:extLst>
          </p:cNvPr>
          <p:cNvSpPr/>
          <p:nvPr userDrawn="1"/>
        </p:nvSpPr>
        <p:spPr>
          <a:xfrm>
            <a:off x="577271" y="1459345"/>
            <a:ext cx="5232300" cy="785091"/>
          </a:xfrm>
          <a:prstGeom prst="rect">
            <a:avLst/>
          </a:prstGeom>
          <a:solidFill>
            <a:schemeClr val="lt1">
              <a:alpha val="62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4000" dirty="0">
              <a:latin typeface="Corsiva" panose="020B060402020202020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2BE38C1-03DE-91D9-D265-A2C2AD9171CD}"/>
              </a:ext>
            </a:extLst>
          </p:cNvPr>
          <p:cNvSpPr/>
          <p:nvPr userDrawn="1"/>
        </p:nvSpPr>
        <p:spPr>
          <a:xfrm>
            <a:off x="577271" y="2244436"/>
            <a:ext cx="5232300" cy="785091"/>
          </a:xfrm>
          <a:prstGeom prst="rect">
            <a:avLst/>
          </a:prstGeom>
          <a:solidFill>
            <a:schemeClr val="lt1">
              <a:alpha val="62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2000" dirty="0">
              <a:latin typeface="+mj-lt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70DEB4-09B8-6390-E097-CC105631A414}"/>
              </a:ext>
            </a:extLst>
          </p:cNvPr>
          <p:cNvSpPr/>
          <p:nvPr userDrawn="1"/>
        </p:nvSpPr>
        <p:spPr>
          <a:xfrm>
            <a:off x="577271" y="3631045"/>
            <a:ext cx="5232300" cy="785091"/>
          </a:xfrm>
          <a:prstGeom prst="rect">
            <a:avLst/>
          </a:prstGeom>
          <a:solidFill>
            <a:schemeClr val="lt1">
              <a:alpha val="62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4000" dirty="0">
              <a:latin typeface="Corsiva" panose="020B060402020202020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9B54EB2-F5C2-22B7-F225-D82CD0261440}"/>
              </a:ext>
            </a:extLst>
          </p:cNvPr>
          <p:cNvSpPr/>
          <p:nvPr userDrawn="1"/>
        </p:nvSpPr>
        <p:spPr>
          <a:xfrm>
            <a:off x="577271" y="4416136"/>
            <a:ext cx="5232300" cy="785091"/>
          </a:xfrm>
          <a:prstGeom prst="rect">
            <a:avLst/>
          </a:prstGeom>
          <a:solidFill>
            <a:schemeClr val="lt1">
              <a:alpha val="62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2000" dirty="0">
              <a:latin typeface="+mj-lt"/>
            </a:endParaRP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AA3FDB45-8DB5-EA2D-122A-2E16BC12977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77850" y="1446213"/>
            <a:ext cx="5232400" cy="798512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tx1"/>
                </a:solidFill>
                <a:latin typeface="Corsiva" panose="020B060402020202020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4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siva" panose="020B0604020202020204" charset="0"/>
                <a:ea typeface="+mn-ea"/>
                <a:cs typeface="+mn-cs"/>
                <a:sym typeface="Arial"/>
              </a:rPr>
              <a:t>Latihan </a:t>
            </a:r>
            <a:r>
              <a:rPr kumimoji="0" lang="en-MY" sz="4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siva" panose="020B0604020202020204" charset="0"/>
                <a:ea typeface="+mn-ea"/>
                <a:cs typeface="+mn-cs"/>
                <a:sym typeface="Arial"/>
              </a:rPr>
              <a:t>Koor</a:t>
            </a:r>
            <a:endParaRPr kumimoji="0" lang="de-DE" sz="40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siva" panose="020B0604020202020204" charset="0"/>
              <a:ea typeface="+mn-ea"/>
              <a:cs typeface="+mn-cs"/>
              <a:sym typeface="Arial"/>
            </a:endParaRPr>
          </a:p>
        </p:txBody>
      </p:sp>
      <p:sp>
        <p:nvSpPr>
          <p:cNvPr id="15" name="Text Placeholder 13">
            <a:extLst>
              <a:ext uri="{FF2B5EF4-FFF2-40B4-BE49-F238E27FC236}">
                <a16:creationId xmlns:a16="http://schemas.microsoft.com/office/drawing/2014/main" id="{979E4F5A-A87C-7583-E41B-4B3AF577242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77171" y="2224305"/>
            <a:ext cx="5232400" cy="798512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tx1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Setiap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</a:t>
            </a: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Minggu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, 14:00 – 15:00 CET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Berner </a:t>
            </a: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Heerweg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60</a:t>
            </a:r>
            <a:endParaRPr kumimoji="0" lang="de-DE" sz="20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7" name="Text Placeholder 13">
            <a:extLst>
              <a:ext uri="{FF2B5EF4-FFF2-40B4-BE49-F238E27FC236}">
                <a16:creationId xmlns:a16="http://schemas.microsoft.com/office/drawing/2014/main" id="{370E468A-5494-0575-8022-B2A49824B7D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77171" y="3621578"/>
            <a:ext cx="5232400" cy="798512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tx1"/>
                </a:solidFill>
                <a:latin typeface="Corsiva" panose="020B060402020202020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4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siva" panose="020B0604020202020204" charset="0"/>
                <a:ea typeface="+mn-ea"/>
                <a:cs typeface="+mn-cs"/>
                <a:sym typeface="Arial"/>
              </a:rPr>
              <a:t>Chorübung</a:t>
            </a:r>
            <a:endParaRPr kumimoji="0" lang="de-DE" sz="40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siva" panose="020B0604020202020204" charset="0"/>
              <a:ea typeface="+mn-ea"/>
              <a:cs typeface="+mn-cs"/>
              <a:sym typeface="Arial"/>
            </a:endParaRPr>
          </a:p>
        </p:txBody>
      </p:sp>
      <p:sp>
        <p:nvSpPr>
          <p:cNvPr id="18" name="Text Placeholder 13">
            <a:extLst>
              <a:ext uri="{FF2B5EF4-FFF2-40B4-BE49-F238E27FC236}">
                <a16:creationId xmlns:a16="http://schemas.microsoft.com/office/drawing/2014/main" id="{FCC539DC-57C8-E1BB-31C6-D3539DE2EBD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77171" y="4402715"/>
            <a:ext cx="5232400" cy="798512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tx1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Jeden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Sonntag, 14:00 – 15:00 CET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Berner </a:t>
            </a: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Heerweg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60</a:t>
            </a:r>
            <a:endParaRPr kumimoji="0" lang="de-DE" sz="20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1361019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8F6EAA-4A58-95FA-ECC7-A232B013B3A7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Google Shape;506;p39" descr="patrick-fore-b_SHPU5M3nk-unsplash.jpg">
            <a:extLst>
              <a:ext uri="{FF2B5EF4-FFF2-40B4-BE49-F238E27FC236}">
                <a16:creationId xmlns:a16="http://schemas.microsoft.com/office/drawing/2014/main" id="{7BDE0CF6-23A0-475F-E17D-2A5D06FC0131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148" r="8133"/>
          <a:stretch/>
        </p:blipFill>
        <p:spPr>
          <a:xfrm>
            <a:off x="1524000" y="0"/>
            <a:ext cx="9144000" cy="6871214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507;p39">
            <a:extLst>
              <a:ext uri="{FF2B5EF4-FFF2-40B4-BE49-F238E27FC236}">
                <a16:creationId xmlns:a16="http://schemas.microsoft.com/office/drawing/2014/main" id="{32E7EA77-832D-7698-D622-61CD8B99576F}"/>
              </a:ext>
            </a:extLst>
          </p:cNvPr>
          <p:cNvSpPr/>
          <p:nvPr userDrawn="1"/>
        </p:nvSpPr>
        <p:spPr>
          <a:xfrm>
            <a:off x="5494122" y="1461957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1" name="Google Shape;508;p39">
            <a:extLst>
              <a:ext uri="{FF2B5EF4-FFF2-40B4-BE49-F238E27FC236}">
                <a16:creationId xmlns:a16="http://schemas.microsoft.com/office/drawing/2014/main" id="{7FF3F63E-3732-78D2-AD68-79FDF8E3E0B3}"/>
              </a:ext>
            </a:extLst>
          </p:cNvPr>
          <p:cNvSpPr/>
          <p:nvPr userDrawn="1"/>
        </p:nvSpPr>
        <p:spPr>
          <a:xfrm>
            <a:off x="5494122" y="3135919"/>
            <a:ext cx="5232400" cy="1456809"/>
          </a:xfrm>
          <a:prstGeom prst="rect">
            <a:avLst/>
          </a:prstGeom>
          <a:solidFill>
            <a:srgbClr val="FFFFFF">
              <a:alpha val="52941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2" name="Text Placeholder 26">
            <a:extLst>
              <a:ext uri="{FF2B5EF4-FFF2-40B4-BE49-F238E27FC236}">
                <a16:creationId xmlns:a16="http://schemas.microsoft.com/office/drawing/2014/main" id="{FF2D639A-087E-2FA7-F163-BA4A435A908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94338" y="1462088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Persekutuan</a:t>
            </a:r>
            <a:r>
              <a:rPr lang="de-DE" dirty="0"/>
              <a:t> </a:t>
            </a:r>
            <a:r>
              <a:rPr lang="de-DE" dirty="0" err="1"/>
              <a:t>Doa</a:t>
            </a:r>
            <a:endParaRPr lang="de-DE" dirty="0"/>
          </a:p>
        </p:txBody>
      </p:sp>
      <p:sp>
        <p:nvSpPr>
          <p:cNvPr id="13" name="Text Placeholder 26">
            <a:extLst>
              <a:ext uri="{FF2B5EF4-FFF2-40B4-BE49-F238E27FC236}">
                <a16:creationId xmlns:a16="http://schemas.microsoft.com/office/drawing/2014/main" id="{B6AA8BAB-A914-6508-E7AF-81202F25D83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494122" y="2160441"/>
            <a:ext cx="5232400" cy="708025"/>
          </a:xfrm>
        </p:spPr>
        <p:txBody>
          <a:bodyPr/>
          <a:lstStyle>
            <a:lvl1pPr marL="114300" marR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None/>
              <a:defRPr lang="de-DE" sz="1800" b="0" i="0" u="none" strike="noStrike" cap="none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lvl="0"/>
            <a:r>
              <a:rPr lang="de-DE" dirty="0" err="1"/>
              <a:t>Sabtu</a:t>
            </a:r>
            <a:r>
              <a:rPr lang="de-DE" dirty="0"/>
              <a:t> 15:30 CET</a:t>
            </a:r>
          </a:p>
          <a:p>
            <a:pPr lvl="0"/>
            <a:r>
              <a:rPr lang="de-DE" dirty="0"/>
              <a:t>Berner Heerweg 60</a:t>
            </a:r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71358F21-051E-206A-D00B-B43354D5D76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94122" y="3118105"/>
            <a:ext cx="5232400" cy="768350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r>
              <a:rPr lang="de-DE" dirty="0"/>
              <a:t>Bibelstunde</a:t>
            </a:r>
          </a:p>
        </p:txBody>
      </p:sp>
      <p:sp>
        <p:nvSpPr>
          <p:cNvPr id="15" name="Text Placeholder 29">
            <a:extLst>
              <a:ext uri="{FF2B5EF4-FFF2-40B4-BE49-F238E27FC236}">
                <a16:creationId xmlns:a16="http://schemas.microsoft.com/office/drawing/2014/main" id="{97EB8EDB-3B4B-F8B1-2F6B-105B01BB91B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94122" y="3834403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Sonntags, 15:30 CEST </a:t>
            </a:r>
          </a:p>
          <a:p>
            <a:pPr marL="114300" marR="0" lvl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None/>
              <a:tabLst/>
              <a:defRPr/>
            </a:pPr>
            <a:r>
              <a:rPr lang="de-DE" dirty="0"/>
              <a:t> Berner Heerweg 60</a:t>
            </a:r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0456107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77;g238c28804b7_0_0" descr="akira-hojo-_86u_Y0oAaM-unsplash.jpg">
            <a:extLst>
              <a:ext uri="{FF2B5EF4-FFF2-40B4-BE49-F238E27FC236}">
                <a16:creationId xmlns:a16="http://schemas.microsoft.com/office/drawing/2014/main" id="{7BB6F836-6276-9678-0F0C-7F301C1BAC43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/>
          </a:blip>
          <a:srcRect l="6852" r="4266"/>
          <a:stretch/>
        </p:blipFill>
        <p:spPr>
          <a:xfrm>
            <a:off x="1524001" y="0"/>
            <a:ext cx="9144000" cy="6858002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578;g238c28804b7_0_0">
            <a:extLst>
              <a:ext uri="{FF2B5EF4-FFF2-40B4-BE49-F238E27FC236}">
                <a16:creationId xmlns:a16="http://schemas.microsoft.com/office/drawing/2014/main" id="{0B1971B2-10F1-8B78-CD6A-872D2D3FF5EC}"/>
              </a:ext>
            </a:extLst>
          </p:cNvPr>
          <p:cNvSpPr>
            <a:spLocks/>
          </p:cNvSpPr>
          <p:nvPr userDrawn="1"/>
        </p:nvSpPr>
        <p:spPr>
          <a:xfrm>
            <a:off x="2905474" y="771861"/>
            <a:ext cx="7762500" cy="2349026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lang="en-US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579;g238c28804b7_0_0">
            <a:extLst>
              <a:ext uri="{FF2B5EF4-FFF2-40B4-BE49-F238E27FC236}">
                <a16:creationId xmlns:a16="http://schemas.microsoft.com/office/drawing/2014/main" id="{3340BD38-0D34-0DD3-083E-5E4C982134A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2905539" y="3737114"/>
            <a:ext cx="7762500" cy="1987800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Text Placeholder 26">
            <a:extLst>
              <a:ext uri="{FF2B5EF4-FFF2-40B4-BE49-F238E27FC236}">
                <a16:creationId xmlns:a16="http://schemas.microsoft.com/office/drawing/2014/main" id="{B5989618-EE8D-A309-7653-631BA609EA6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05496" y="1015110"/>
            <a:ext cx="7762460" cy="980941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Ibadah</a:t>
            </a:r>
            <a:r>
              <a:rPr lang="de-DE" dirty="0"/>
              <a:t> </a:t>
            </a:r>
            <a:r>
              <a:rPr lang="de-DE" dirty="0" err="1"/>
              <a:t>Minggu</a:t>
            </a:r>
            <a:endParaRPr lang="de-DE" dirty="0"/>
          </a:p>
        </p:txBody>
      </p:sp>
      <p:sp>
        <p:nvSpPr>
          <p:cNvPr id="8" name="Text Placeholder 26">
            <a:extLst>
              <a:ext uri="{FF2B5EF4-FFF2-40B4-BE49-F238E27FC236}">
                <a16:creationId xmlns:a16="http://schemas.microsoft.com/office/drawing/2014/main" id="{1533D51C-0561-5F1F-FCCD-8256995D785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905450" y="2020868"/>
            <a:ext cx="7762459" cy="1058494"/>
          </a:xfrm>
        </p:spPr>
        <p:txBody>
          <a:bodyPr/>
          <a:lstStyle>
            <a:lvl1pPr marL="114300" indent="0" algn="ctr">
              <a:buNone/>
              <a:defRPr sz="18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 err="1"/>
              <a:t>Minggu</a:t>
            </a:r>
            <a:r>
              <a:rPr lang="de-DE" dirty="0"/>
              <a:t>, 14:00 CET </a:t>
            </a:r>
          </a:p>
          <a:p>
            <a:r>
              <a:rPr lang="de-DE" dirty="0"/>
              <a:t> Berner Heerweg 60</a:t>
            </a:r>
          </a:p>
        </p:txBody>
      </p:sp>
      <p:sp>
        <p:nvSpPr>
          <p:cNvPr id="9" name="Text Placeholder 29">
            <a:extLst>
              <a:ext uri="{FF2B5EF4-FFF2-40B4-BE49-F238E27FC236}">
                <a16:creationId xmlns:a16="http://schemas.microsoft.com/office/drawing/2014/main" id="{8ABFA118-4DF0-EF68-D397-3ED8EB97B77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905450" y="3776426"/>
            <a:ext cx="7762459" cy="832817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r>
              <a:rPr lang="de-DE" dirty="0"/>
              <a:t>Sonntagsgottesdienst</a:t>
            </a:r>
          </a:p>
        </p:txBody>
      </p:sp>
      <p:sp>
        <p:nvSpPr>
          <p:cNvPr id="10" name="Text Placeholder 29">
            <a:extLst>
              <a:ext uri="{FF2B5EF4-FFF2-40B4-BE49-F238E27FC236}">
                <a16:creationId xmlns:a16="http://schemas.microsoft.com/office/drawing/2014/main" id="{0C35CC88-21D9-0F7A-6CD6-497149F3BFD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905537" y="4887109"/>
            <a:ext cx="7762459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Sonntag, 14:00 CET </a:t>
            </a:r>
          </a:p>
          <a:p>
            <a:r>
              <a:rPr lang="de-DE" dirty="0"/>
              <a:t> Berner Heerweg 60</a:t>
            </a:r>
          </a:p>
        </p:txBody>
      </p:sp>
    </p:spTree>
    <p:extLst>
      <p:ext uri="{BB962C8B-B14F-4D97-AF65-F5344CB8AC3E}">
        <p14:creationId xmlns:p14="http://schemas.microsoft.com/office/powerpoint/2010/main" val="132292469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77;g238c28804b7_0_0" descr="akira-hojo-_86u_Y0oAaM-unsplash.jpg">
            <a:extLst>
              <a:ext uri="{FF2B5EF4-FFF2-40B4-BE49-F238E27FC236}">
                <a16:creationId xmlns:a16="http://schemas.microsoft.com/office/drawing/2014/main" id="{7BB6F836-6276-9678-0F0C-7F301C1BAC43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/>
          </a:blip>
          <a:srcRect l="6852" r="4266"/>
          <a:stretch/>
        </p:blipFill>
        <p:spPr>
          <a:xfrm>
            <a:off x="1524001" y="0"/>
            <a:ext cx="9144000" cy="6858002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578;g238c28804b7_0_0">
            <a:extLst>
              <a:ext uri="{FF2B5EF4-FFF2-40B4-BE49-F238E27FC236}">
                <a16:creationId xmlns:a16="http://schemas.microsoft.com/office/drawing/2014/main" id="{0D3E8F6D-30DC-482E-79BE-6690FC3025CC}"/>
              </a:ext>
            </a:extLst>
          </p:cNvPr>
          <p:cNvSpPr>
            <a:spLocks/>
          </p:cNvSpPr>
          <p:nvPr userDrawn="1"/>
        </p:nvSpPr>
        <p:spPr>
          <a:xfrm>
            <a:off x="2905474" y="771861"/>
            <a:ext cx="7762500" cy="2349026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lang="en-US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579;g238c28804b7_0_0">
            <a:extLst>
              <a:ext uri="{FF2B5EF4-FFF2-40B4-BE49-F238E27FC236}">
                <a16:creationId xmlns:a16="http://schemas.microsoft.com/office/drawing/2014/main" id="{B8056ED0-F4FE-1FD4-AB71-92B5D53E0829}"/>
              </a:ext>
            </a:extLst>
          </p:cNvPr>
          <p:cNvSpPr/>
          <p:nvPr userDrawn="1"/>
        </p:nvSpPr>
        <p:spPr>
          <a:xfrm>
            <a:off x="2905539" y="3737114"/>
            <a:ext cx="7762500" cy="1987800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Text Placeholder 26">
            <a:extLst>
              <a:ext uri="{FF2B5EF4-FFF2-40B4-BE49-F238E27FC236}">
                <a16:creationId xmlns:a16="http://schemas.microsoft.com/office/drawing/2014/main" id="{4ACC59FA-B992-8699-DA02-89D40CE22A9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05496" y="1015110"/>
            <a:ext cx="7762460" cy="980941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Ibadah</a:t>
            </a:r>
            <a:r>
              <a:rPr lang="de-DE" dirty="0"/>
              <a:t> </a:t>
            </a:r>
            <a:r>
              <a:rPr lang="de-DE" dirty="0" err="1"/>
              <a:t>Minggu</a:t>
            </a:r>
            <a:endParaRPr lang="de-DE" dirty="0"/>
          </a:p>
        </p:txBody>
      </p:sp>
      <p:sp>
        <p:nvSpPr>
          <p:cNvPr id="12" name="Text Placeholder 26">
            <a:extLst>
              <a:ext uri="{FF2B5EF4-FFF2-40B4-BE49-F238E27FC236}">
                <a16:creationId xmlns:a16="http://schemas.microsoft.com/office/drawing/2014/main" id="{0729C6EF-DA83-8578-34F2-94023D0CC6E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905450" y="2020868"/>
            <a:ext cx="7762459" cy="1058494"/>
          </a:xfrm>
        </p:spPr>
        <p:txBody>
          <a:bodyPr/>
          <a:lstStyle>
            <a:lvl1pPr marL="114300" indent="0" algn="ctr">
              <a:buNone/>
              <a:defRPr sz="18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 err="1"/>
              <a:t>Setiap</a:t>
            </a:r>
            <a:r>
              <a:rPr lang="de-DE" dirty="0"/>
              <a:t> </a:t>
            </a:r>
            <a:r>
              <a:rPr lang="de-DE" dirty="0" err="1"/>
              <a:t>Minggu</a:t>
            </a:r>
            <a:r>
              <a:rPr lang="de-DE" dirty="0"/>
              <a:t>, 16:00</a:t>
            </a:r>
          </a:p>
          <a:p>
            <a:r>
              <a:rPr lang="de-DE" dirty="0"/>
              <a:t> Berner Heerweg 60</a:t>
            </a:r>
          </a:p>
        </p:txBody>
      </p:sp>
      <p:sp>
        <p:nvSpPr>
          <p:cNvPr id="13" name="Text Placeholder 29">
            <a:extLst>
              <a:ext uri="{FF2B5EF4-FFF2-40B4-BE49-F238E27FC236}">
                <a16:creationId xmlns:a16="http://schemas.microsoft.com/office/drawing/2014/main" id="{05ADDBE3-13B6-8021-81C9-6A8AD75A729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905450" y="3776426"/>
            <a:ext cx="7762459" cy="832817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r>
              <a:rPr lang="de-DE" dirty="0"/>
              <a:t>Sonntagsgottesdienst</a:t>
            </a:r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9A442C29-E40D-E5FB-E30E-1A8104FC32F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905537" y="4887109"/>
            <a:ext cx="7762459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Jeden Sonntag, 16:00</a:t>
            </a:r>
          </a:p>
          <a:p>
            <a:r>
              <a:rPr lang="de-DE" dirty="0"/>
              <a:t> Berner Heerweg 60</a:t>
            </a:r>
          </a:p>
        </p:txBody>
      </p:sp>
    </p:spTree>
    <p:extLst>
      <p:ext uri="{BB962C8B-B14F-4D97-AF65-F5344CB8AC3E}">
        <p14:creationId xmlns:p14="http://schemas.microsoft.com/office/powerpoint/2010/main" val="4259342615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77;g238c28804b7_0_0" descr="akira-hojo-_86u_Y0oAaM-unsplash.jpg">
            <a:extLst>
              <a:ext uri="{FF2B5EF4-FFF2-40B4-BE49-F238E27FC236}">
                <a16:creationId xmlns:a16="http://schemas.microsoft.com/office/drawing/2014/main" id="{7BB6F836-6276-9678-0F0C-7F301C1BAC43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/>
          </a:blip>
          <a:srcRect l="6852" r="4266"/>
          <a:stretch/>
        </p:blipFill>
        <p:spPr>
          <a:xfrm>
            <a:off x="1524001" y="0"/>
            <a:ext cx="9144000" cy="6858002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578;g238c28804b7_0_0">
            <a:extLst>
              <a:ext uri="{FF2B5EF4-FFF2-40B4-BE49-F238E27FC236}">
                <a16:creationId xmlns:a16="http://schemas.microsoft.com/office/drawing/2014/main" id="{87F95481-CA74-40CA-5714-18D7596BD8E5}"/>
              </a:ext>
            </a:extLst>
          </p:cNvPr>
          <p:cNvSpPr>
            <a:spLocks/>
          </p:cNvSpPr>
          <p:nvPr userDrawn="1"/>
        </p:nvSpPr>
        <p:spPr>
          <a:xfrm>
            <a:off x="2905474" y="771861"/>
            <a:ext cx="7762500" cy="2349026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lang="en-US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579;g238c28804b7_0_0">
            <a:extLst>
              <a:ext uri="{FF2B5EF4-FFF2-40B4-BE49-F238E27FC236}">
                <a16:creationId xmlns:a16="http://schemas.microsoft.com/office/drawing/2014/main" id="{A39875C0-16A3-04D5-2FDF-90553E3FC152}"/>
              </a:ext>
            </a:extLst>
          </p:cNvPr>
          <p:cNvSpPr/>
          <p:nvPr userDrawn="1"/>
        </p:nvSpPr>
        <p:spPr>
          <a:xfrm>
            <a:off x="2905539" y="3737114"/>
            <a:ext cx="7762500" cy="1987800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Text Placeholder 26">
            <a:extLst>
              <a:ext uri="{FF2B5EF4-FFF2-40B4-BE49-F238E27FC236}">
                <a16:creationId xmlns:a16="http://schemas.microsoft.com/office/drawing/2014/main" id="{C49E5F9C-13C6-ED13-4150-69BB0FC3C0E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05496" y="1015110"/>
            <a:ext cx="7762460" cy="980941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r>
              <a:rPr lang="de-DE" dirty="0" err="1"/>
              <a:t>Ibadah</a:t>
            </a:r>
            <a:r>
              <a:rPr lang="de-DE" dirty="0"/>
              <a:t> </a:t>
            </a:r>
            <a:r>
              <a:rPr lang="de-DE" dirty="0" err="1"/>
              <a:t>Minggu</a:t>
            </a:r>
            <a:r>
              <a:rPr lang="de-DE" dirty="0"/>
              <a:t> &amp; </a:t>
            </a:r>
            <a:r>
              <a:rPr lang="de-DE" dirty="0" err="1"/>
              <a:t>Perjamuan</a:t>
            </a:r>
            <a:r>
              <a:rPr lang="de-DE" dirty="0"/>
              <a:t> Kudus</a:t>
            </a:r>
          </a:p>
        </p:txBody>
      </p:sp>
      <p:sp>
        <p:nvSpPr>
          <p:cNvPr id="12" name="Text Placeholder 26">
            <a:extLst>
              <a:ext uri="{FF2B5EF4-FFF2-40B4-BE49-F238E27FC236}">
                <a16:creationId xmlns:a16="http://schemas.microsoft.com/office/drawing/2014/main" id="{5BAB0EDF-C557-492D-A514-B4F6CB5FCB3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905450" y="2020868"/>
            <a:ext cx="7762459" cy="1058494"/>
          </a:xfrm>
        </p:spPr>
        <p:txBody>
          <a:bodyPr/>
          <a:lstStyle>
            <a:lvl1pPr marL="114300" indent="0" algn="ctr">
              <a:buNone/>
              <a:defRPr sz="18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 err="1"/>
              <a:t>Minggu</a:t>
            </a:r>
            <a:r>
              <a:rPr lang="de-DE" dirty="0"/>
              <a:t>, 9:00</a:t>
            </a:r>
          </a:p>
          <a:p>
            <a:r>
              <a:rPr lang="de-DE" dirty="0"/>
              <a:t> Berner Heerweg 60</a:t>
            </a:r>
          </a:p>
        </p:txBody>
      </p:sp>
      <p:sp>
        <p:nvSpPr>
          <p:cNvPr id="13" name="Text Placeholder 29">
            <a:extLst>
              <a:ext uri="{FF2B5EF4-FFF2-40B4-BE49-F238E27FC236}">
                <a16:creationId xmlns:a16="http://schemas.microsoft.com/office/drawing/2014/main" id="{612CFB36-C0B2-BD00-F702-23F25716BD3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905450" y="3776426"/>
            <a:ext cx="7762459" cy="832817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marL="114300" marR="0" lvl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None/>
              <a:tabLst/>
              <a:defRPr/>
            </a:pPr>
            <a:r>
              <a:rPr lang="de-DE" dirty="0"/>
              <a:t>Sonntagsgottesdienst &amp; Abendmahl</a:t>
            </a:r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A32D2238-D56C-2519-8D5C-642290813AC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905537" y="4887109"/>
            <a:ext cx="7762459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</a:t>
            </a:r>
            <a:r>
              <a:rPr lang="de-DE"/>
              <a:t>, 9:00</a:t>
            </a:r>
            <a:endParaRPr lang="de-DE" dirty="0"/>
          </a:p>
          <a:p>
            <a:r>
              <a:rPr lang="de-DE" dirty="0"/>
              <a:t> Berner Heerweg 60</a:t>
            </a:r>
          </a:p>
        </p:txBody>
      </p:sp>
    </p:spTree>
    <p:extLst>
      <p:ext uri="{BB962C8B-B14F-4D97-AF65-F5344CB8AC3E}">
        <p14:creationId xmlns:p14="http://schemas.microsoft.com/office/powerpoint/2010/main" val="63292515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8F6EAA-4A58-95FA-ECC7-A232B013B3A7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Google Shape;506;p39" descr="patrick-fore-b_SHPU5M3nk-unsplash.jpg">
            <a:extLst>
              <a:ext uri="{FF2B5EF4-FFF2-40B4-BE49-F238E27FC236}">
                <a16:creationId xmlns:a16="http://schemas.microsoft.com/office/drawing/2014/main" id="{7BDE0CF6-23A0-475F-E17D-2A5D06FC0131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148" r="8133"/>
          <a:stretch/>
        </p:blipFill>
        <p:spPr>
          <a:xfrm>
            <a:off x="1524000" y="0"/>
            <a:ext cx="9144000" cy="687121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507;p39">
            <a:extLst>
              <a:ext uri="{FF2B5EF4-FFF2-40B4-BE49-F238E27FC236}">
                <a16:creationId xmlns:a16="http://schemas.microsoft.com/office/drawing/2014/main" id="{84E5BCEA-7CAF-12C0-4D88-FFDD2B1323C4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7" name="Text Placeholder 26">
            <a:extLst>
              <a:ext uri="{FF2B5EF4-FFF2-40B4-BE49-F238E27FC236}">
                <a16:creationId xmlns:a16="http://schemas.microsoft.com/office/drawing/2014/main" id="{677DE3C3-388C-0B09-7697-B3044CE1325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Persekutuan</a:t>
            </a:r>
            <a:r>
              <a:rPr lang="de-DE" dirty="0"/>
              <a:t> </a:t>
            </a:r>
            <a:r>
              <a:rPr lang="de-DE" dirty="0" err="1"/>
              <a:t>Doa</a:t>
            </a:r>
            <a:endParaRPr lang="de-DE" dirty="0"/>
          </a:p>
        </p:txBody>
      </p:sp>
      <p:sp>
        <p:nvSpPr>
          <p:cNvPr id="18" name="Text Placeholder 29">
            <a:extLst>
              <a:ext uri="{FF2B5EF4-FFF2-40B4-BE49-F238E27FC236}">
                <a16:creationId xmlns:a16="http://schemas.microsoft.com/office/drawing/2014/main" id="{A11EB085-C5B6-4574-D0B7-F562710A31B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MY" dirty="0" err="1"/>
              <a:t>Minggu</a:t>
            </a:r>
            <a:r>
              <a:rPr lang="en-MY" dirty="0"/>
              <a:t>, 11:00</a:t>
            </a:r>
          </a:p>
          <a:p>
            <a:r>
              <a:rPr lang="de-DE" dirty="0"/>
              <a:t>Berner Heerweg 60</a:t>
            </a:r>
          </a:p>
        </p:txBody>
      </p:sp>
      <p:sp>
        <p:nvSpPr>
          <p:cNvPr id="19" name="Google Shape;507;p39">
            <a:extLst>
              <a:ext uri="{FF2B5EF4-FFF2-40B4-BE49-F238E27FC236}">
                <a16:creationId xmlns:a16="http://schemas.microsoft.com/office/drawing/2014/main" id="{168EF372-2FDC-9A44-0BC9-18415F4F1792}"/>
              </a:ext>
            </a:extLst>
          </p:cNvPr>
          <p:cNvSpPr/>
          <p:nvPr userDrawn="1"/>
        </p:nvSpPr>
        <p:spPr>
          <a:xfrm>
            <a:off x="5435600" y="3484146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20" name="Text Placeholder 26">
            <a:extLst>
              <a:ext uri="{FF2B5EF4-FFF2-40B4-BE49-F238E27FC236}">
                <a16:creationId xmlns:a16="http://schemas.microsoft.com/office/drawing/2014/main" id="{8051E29E-1CDA-0969-AAA0-BE63D80A495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816" y="3484277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en-MY" dirty="0" err="1"/>
              <a:t>Gebetkreis</a:t>
            </a:r>
            <a:endParaRPr lang="de-DE" dirty="0"/>
          </a:p>
        </p:txBody>
      </p:sp>
      <p:sp>
        <p:nvSpPr>
          <p:cNvPr id="21" name="Text Placeholder 29">
            <a:extLst>
              <a:ext uri="{FF2B5EF4-FFF2-40B4-BE49-F238E27FC236}">
                <a16:creationId xmlns:a16="http://schemas.microsoft.com/office/drawing/2014/main" id="{A42EDF82-FB1A-2840-CC29-61D523A9F6E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35816" y="4192302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Sonntag, 11:00</a:t>
            </a:r>
          </a:p>
          <a:p>
            <a:r>
              <a:rPr lang="de-DE" dirty="0"/>
              <a:t>Berner Heerweg 60</a:t>
            </a:r>
          </a:p>
        </p:txBody>
      </p:sp>
    </p:spTree>
    <p:extLst>
      <p:ext uri="{BB962C8B-B14F-4D97-AF65-F5344CB8AC3E}">
        <p14:creationId xmlns:p14="http://schemas.microsoft.com/office/powerpoint/2010/main" val="3104581202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8F6EAA-4A58-95FA-ECC7-A232B013B3A7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Google Shape;506;p39" descr="patrick-fore-b_SHPU5M3nk-unsplash.jpg">
            <a:extLst>
              <a:ext uri="{FF2B5EF4-FFF2-40B4-BE49-F238E27FC236}">
                <a16:creationId xmlns:a16="http://schemas.microsoft.com/office/drawing/2014/main" id="{7BDE0CF6-23A0-475F-E17D-2A5D06FC0131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148" r="8133"/>
          <a:stretch/>
        </p:blipFill>
        <p:spPr>
          <a:xfrm>
            <a:off x="1524000" y="0"/>
            <a:ext cx="9144000" cy="687121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507;p39">
            <a:extLst>
              <a:ext uri="{FF2B5EF4-FFF2-40B4-BE49-F238E27FC236}">
                <a16:creationId xmlns:a16="http://schemas.microsoft.com/office/drawing/2014/main" id="{39587C9D-9F04-439D-5590-7C582C2939A5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4" name="Text Placeholder 26">
            <a:extLst>
              <a:ext uri="{FF2B5EF4-FFF2-40B4-BE49-F238E27FC236}">
                <a16:creationId xmlns:a16="http://schemas.microsoft.com/office/drawing/2014/main" id="{C12206A1-A367-92D5-348A-C8B9214535A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Persekutuan</a:t>
            </a:r>
            <a:r>
              <a:rPr lang="de-DE" dirty="0"/>
              <a:t> </a:t>
            </a:r>
            <a:r>
              <a:rPr lang="de-DE" dirty="0" err="1"/>
              <a:t>Doa</a:t>
            </a:r>
            <a:endParaRPr lang="de-DE" dirty="0"/>
          </a:p>
        </p:txBody>
      </p:sp>
      <p:sp>
        <p:nvSpPr>
          <p:cNvPr id="5" name="Text Placeholder 29">
            <a:extLst>
              <a:ext uri="{FF2B5EF4-FFF2-40B4-BE49-F238E27FC236}">
                <a16:creationId xmlns:a16="http://schemas.microsoft.com/office/drawing/2014/main" id="{461C005D-AF3C-A0CB-EAB5-8B1B9E28A02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MY" dirty="0" err="1"/>
              <a:t>Setiap</a:t>
            </a:r>
            <a:r>
              <a:rPr lang="en-MY" dirty="0"/>
              <a:t> </a:t>
            </a:r>
            <a:r>
              <a:rPr lang="en-MY" dirty="0" err="1"/>
              <a:t>Minggu</a:t>
            </a:r>
            <a:r>
              <a:rPr lang="en-MY" dirty="0"/>
              <a:t>, 15:30</a:t>
            </a:r>
          </a:p>
          <a:p>
            <a:r>
              <a:rPr lang="de-DE" dirty="0"/>
              <a:t>Berner Heerweg 60</a:t>
            </a:r>
          </a:p>
        </p:txBody>
      </p:sp>
      <p:sp>
        <p:nvSpPr>
          <p:cNvPr id="6" name="Google Shape;507;p39">
            <a:extLst>
              <a:ext uri="{FF2B5EF4-FFF2-40B4-BE49-F238E27FC236}">
                <a16:creationId xmlns:a16="http://schemas.microsoft.com/office/drawing/2014/main" id="{3B5197AE-94B7-111D-E986-836F0EC54F5E}"/>
              </a:ext>
            </a:extLst>
          </p:cNvPr>
          <p:cNvSpPr/>
          <p:nvPr userDrawn="1"/>
        </p:nvSpPr>
        <p:spPr>
          <a:xfrm>
            <a:off x="5435600" y="3484146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7" name="Text Placeholder 26">
            <a:extLst>
              <a:ext uri="{FF2B5EF4-FFF2-40B4-BE49-F238E27FC236}">
                <a16:creationId xmlns:a16="http://schemas.microsoft.com/office/drawing/2014/main" id="{2E49088D-F882-800D-FE84-94F9A973F6A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816" y="3484277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en-MY" dirty="0" err="1"/>
              <a:t>Gebetkreis</a:t>
            </a:r>
            <a:endParaRPr lang="de-DE" dirty="0"/>
          </a:p>
        </p:txBody>
      </p:sp>
      <p:sp>
        <p:nvSpPr>
          <p:cNvPr id="8" name="Text Placeholder 29">
            <a:extLst>
              <a:ext uri="{FF2B5EF4-FFF2-40B4-BE49-F238E27FC236}">
                <a16:creationId xmlns:a16="http://schemas.microsoft.com/office/drawing/2014/main" id="{06877283-B79D-7BDC-CF59-F2C0F5DB27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35816" y="4192302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Sonntags, 15:30</a:t>
            </a:r>
          </a:p>
          <a:p>
            <a:r>
              <a:rPr lang="de-DE" dirty="0"/>
              <a:t>Berner Heerweg 60</a:t>
            </a:r>
          </a:p>
        </p:txBody>
      </p:sp>
    </p:spTree>
    <p:extLst>
      <p:ext uri="{BB962C8B-B14F-4D97-AF65-F5344CB8AC3E}">
        <p14:creationId xmlns:p14="http://schemas.microsoft.com/office/powerpoint/2010/main" val="2687125434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84;g247ebc81067_0_0">
            <a:extLst>
              <a:ext uri="{FF2B5EF4-FFF2-40B4-BE49-F238E27FC236}">
                <a16:creationId xmlns:a16="http://schemas.microsoft.com/office/drawing/2014/main" id="{B0628E7E-AB9C-0D73-F146-F35F3CD1EF35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 amt="74000"/>
          </a:blip>
          <a:srcRect/>
          <a:stretch/>
        </p:blipFill>
        <p:spPr>
          <a:xfrm>
            <a:off x="1524000" y="0"/>
            <a:ext cx="9144000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507;p39">
            <a:extLst>
              <a:ext uri="{FF2B5EF4-FFF2-40B4-BE49-F238E27FC236}">
                <a16:creationId xmlns:a16="http://schemas.microsoft.com/office/drawing/2014/main" id="{66DCE902-0CF5-C96E-134A-329F0D642FE0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6" name="Text Placeholder 26">
            <a:extLst>
              <a:ext uri="{FF2B5EF4-FFF2-40B4-BE49-F238E27FC236}">
                <a16:creationId xmlns:a16="http://schemas.microsoft.com/office/drawing/2014/main" id="{32E36152-3B8A-A4D3-5FE2-F3745B5A0C0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Sekolah</a:t>
            </a:r>
            <a:r>
              <a:rPr lang="de-DE" dirty="0"/>
              <a:t> </a:t>
            </a:r>
            <a:r>
              <a:rPr lang="de-DE" dirty="0" err="1"/>
              <a:t>Minggu</a:t>
            </a:r>
            <a:endParaRPr lang="de-DE" dirty="0"/>
          </a:p>
        </p:txBody>
      </p:sp>
      <p:sp>
        <p:nvSpPr>
          <p:cNvPr id="17" name="Text Placeholder 29">
            <a:extLst>
              <a:ext uri="{FF2B5EF4-FFF2-40B4-BE49-F238E27FC236}">
                <a16:creationId xmlns:a16="http://schemas.microsoft.com/office/drawing/2014/main" id="{DAB35957-4830-5188-DE75-08269B3B2C8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MY" dirty="0" err="1"/>
              <a:t>Minggu</a:t>
            </a:r>
            <a:r>
              <a:rPr lang="en-MY" dirty="0"/>
              <a:t>, 9:00</a:t>
            </a:r>
          </a:p>
          <a:p>
            <a:r>
              <a:rPr lang="de-DE" dirty="0"/>
              <a:t>Berner Heerweg 60</a:t>
            </a:r>
          </a:p>
        </p:txBody>
      </p:sp>
      <p:sp>
        <p:nvSpPr>
          <p:cNvPr id="18" name="Google Shape;507;p39">
            <a:extLst>
              <a:ext uri="{FF2B5EF4-FFF2-40B4-BE49-F238E27FC236}">
                <a16:creationId xmlns:a16="http://schemas.microsoft.com/office/drawing/2014/main" id="{07869742-E182-2960-5EC4-DBA0527D0989}"/>
              </a:ext>
            </a:extLst>
          </p:cNvPr>
          <p:cNvSpPr/>
          <p:nvPr userDrawn="1"/>
        </p:nvSpPr>
        <p:spPr>
          <a:xfrm>
            <a:off x="5435600" y="3484146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9" name="Text Placeholder 26">
            <a:extLst>
              <a:ext uri="{FF2B5EF4-FFF2-40B4-BE49-F238E27FC236}">
                <a16:creationId xmlns:a16="http://schemas.microsoft.com/office/drawing/2014/main" id="{C678E55D-C69D-3910-7E65-61C3A602EC8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816" y="3484277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en-MY" dirty="0" err="1"/>
              <a:t>Sonntagsschule</a:t>
            </a:r>
            <a:endParaRPr lang="de-DE" dirty="0"/>
          </a:p>
        </p:txBody>
      </p:sp>
      <p:sp>
        <p:nvSpPr>
          <p:cNvPr id="20" name="Text Placeholder 29">
            <a:extLst>
              <a:ext uri="{FF2B5EF4-FFF2-40B4-BE49-F238E27FC236}">
                <a16:creationId xmlns:a16="http://schemas.microsoft.com/office/drawing/2014/main" id="{C14B1A93-0DD5-EDA2-A06A-EFB42FF5E4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35816" y="4192302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Sonntag, 9:00</a:t>
            </a:r>
          </a:p>
          <a:p>
            <a:r>
              <a:rPr lang="de-DE" dirty="0"/>
              <a:t>Berner Heerweg</a:t>
            </a:r>
          </a:p>
        </p:txBody>
      </p:sp>
    </p:spTree>
    <p:extLst>
      <p:ext uri="{BB962C8B-B14F-4D97-AF65-F5344CB8AC3E}">
        <p14:creationId xmlns:p14="http://schemas.microsoft.com/office/powerpoint/2010/main" val="1301541648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84;g247ebc81067_0_0">
            <a:extLst>
              <a:ext uri="{FF2B5EF4-FFF2-40B4-BE49-F238E27FC236}">
                <a16:creationId xmlns:a16="http://schemas.microsoft.com/office/drawing/2014/main" id="{B0628E7E-AB9C-0D73-F146-F35F3CD1EF35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 amt="74000"/>
          </a:blip>
          <a:srcRect/>
          <a:stretch/>
        </p:blipFill>
        <p:spPr>
          <a:xfrm>
            <a:off x="1524000" y="0"/>
            <a:ext cx="9144000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Google Shape;507;p39">
            <a:extLst>
              <a:ext uri="{FF2B5EF4-FFF2-40B4-BE49-F238E27FC236}">
                <a16:creationId xmlns:a16="http://schemas.microsoft.com/office/drawing/2014/main" id="{3148CB38-9A22-5DA5-8965-700C24FD8B6A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0" name="Text Placeholder 26">
            <a:extLst>
              <a:ext uri="{FF2B5EF4-FFF2-40B4-BE49-F238E27FC236}">
                <a16:creationId xmlns:a16="http://schemas.microsoft.com/office/drawing/2014/main" id="{69D8103A-A69B-B1CA-2987-689868AC39E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Sekolah</a:t>
            </a:r>
            <a:r>
              <a:rPr lang="de-DE" dirty="0"/>
              <a:t> </a:t>
            </a:r>
            <a:r>
              <a:rPr lang="de-DE" dirty="0" err="1"/>
              <a:t>Minggu</a:t>
            </a:r>
            <a:endParaRPr lang="de-DE" dirty="0"/>
          </a:p>
        </p:txBody>
      </p:sp>
      <p:sp>
        <p:nvSpPr>
          <p:cNvPr id="11" name="Text Placeholder 29">
            <a:extLst>
              <a:ext uri="{FF2B5EF4-FFF2-40B4-BE49-F238E27FC236}">
                <a16:creationId xmlns:a16="http://schemas.microsoft.com/office/drawing/2014/main" id="{1B8AB7A4-37F9-8B47-8BA9-5C09F83306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MY" dirty="0" err="1"/>
              <a:t>Setiap</a:t>
            </a:r>
            <a:r>
              <a:rPr lang="en-MY" dirty="0"/>
              <a:t> </a:t>
            </a:r>
            <a:r>
              <a:rPr lang="en-MY" dirty="0" err="1"/>
              <a:t>Minggu</a:t>
            </a:r>
            <a:r>
              <a:rPr lang="en-MY" dirty="0"/>
              <a:t>, 16:00</a:t>
            </a:r>
          </a:p>
          <a:p>
            <a:r>
              <a:rPr lang="de-DE" dirty="0"/>
              <a:t>Berner Heerweg 60</a:t>
            </a:r>
          </a:p>
        </p:txBody>
      </p:sp>
      <p:sp>
        <p:nvSpPr>
          <p:cNvPr id="12" name="Google Shape;507;p39">
            <a:extLst>
              <a:ext uri="{FF2B5EF4-FFF2-40B4-BE49-F238E27FC236}">
                <a16:creationId xmlns:a16="http://schemas.microsoft.com/office/drawing/2014/main" id="{AC618D34-EC52-7050-9752-391795323007}"/>
              </a:ext>
            </a:extLst>
          </p:cNvPr>
          <p:cNvSpPr/>
          <p:nvPr userDrawn="1"/>
        </p:nvSpPr>
        <p:spPr>
          <a:xfrm>
            <a:off x="5435600" y="3484146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3" name="Text Placeholder 26">
            <a:extLst>
              <a:ext uri="{FF2B5EF4-FFF2-40B4-BE49-F238E27FC236}">
                <a16:creationId xmlns:a16="http://schemas.microsoft.com/office/drawing/2014/main" id="{3BFBEE91-5810-A5BE-9B19-8FE79BEECE3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816" y="3484277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en-MY" dirty="0" err="1"/>
              <a:t>Sonntagsschule</a:t>
            </a:r>
            <a:endParaRPr lang="de-DE" dirty="0"/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FFBF6D96-43BC-BF4E-B523-FFD9E84A0B5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35816" y="4192302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Jeden Sonntag, 16:00</a:t>
            </a:r>
          </a:p>
          <a:p>
            <a:r>
              <a:rPr lang="de-DE" dirty="0"/>
              <a:t>Berner Heerweg</a:t>
            </a:r>
          </a:p>
        </p:txBody>
      </p:sp>
    </p:spTree>
    <p:extLst>
      <p:ext uri="{BB962C8B-B14F-4D97-AF65-F5344CB8AC3E}">
        <p14:creationId xmlns:p14="http://schemas.microsoft.com/office/powerpoint/2010/main" val="1635498429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oogle Shape;610;g23c4c92a5cf_0_24">
            <a:extLst>
              <a:ext uri="{FF2B5EF4-FFF2-40B4-BE49-F238E27FC236}">
                <a16:creationId xmlns:a16="http://schemas.microsoft.com/office/drawing/2014/main" id="{EBFC647D-0F46-888D-279E-4A8602F1E524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 amt="64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400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1524000" y="0"/>
            <a:ext cx="9144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Google Shape;613;g23c4c92a5cf_0_24">
            <a:extLst>
              <a:ext uri="{FF2B5EF4-FFF2-40B4-BE49-F238E27FC236}">
                <a16:creationId xmlns:a16="http://schemas.microsoft.com/office/drawing/2014/main" id="{21C1CF7C-B74B-6F48-A274-F6CF29860A7D}"/>
              </a:ext>
            </a:extLst>
          </p:cNvPr>
          <p:cNvSpPr/>
          <p:nvPr userDrawn="1"/>
        </p:nvSpPr>
        <p:spPr>
          <a:xfrm>
            <a:off x="6314185" y="1714488"/>
            <a:ext cx="142800" cy="642900"/>
          </a:xfrm>
          <a:prstGeom prst="rightBrace">
            <a:avLst>
              <a:gd name="adj1" fmla="val 8333"/>
              <a:gd name="adj2" fmla="val 50000"/>
            </a:avLst>
          </a:prstGeom>
          <a:noFill/>
          <a:ln w="2857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" name="Google Shape;614;g23c4c92a5cf_0_24">
            <a:extLst>
              <a:ext uri="{FF2B5EF4-FFF2-40B4-BE49-F238E27FC236}">
                <a16:creationId xmlns:a16="http://schemas.microsoft.com/office/drawing/2014/main" id="{78BB9530-CBFE-8437-79A0-FDD0A8238B27}"/>
              </a:ext>
            </a:extLst>
          </p:cNvPr>
          <p:cNvSpPr txBox="1"/>
          <p:nvPr userDrawn="1"/>
        </p:nvSpPr>
        <p:spPr>
          <a:xfrm>
            <a:off x="6475318" y="1766064"/>
            <a:ext cx="4860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-US" sz="25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x2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615;g23c4c92a5cf_0_24">
            <a:extLst>
              <a:ext uri="{FF2B5EF4-FFF2-40B4-BE49-F238E27FC236}">
                <a16:creationId xmlns:a16="http://schemas.microsoft.com/office/drawing/2014/main" id="{184A50BE-44CC-D73D-F12F-F9CB0F2C01A1}"/>
              </a:ext>
            </a:extLst>
          </p:cNvPr>
          <p:cNvSpPr/>
          <p:nvPr userDrawn="1"/>
        </p:nvSpPr>
        <p:spPr>
          <a:xfrm>
            <a:off x="6419790" y="4888342"/>
            <a:ext cx="214200" cy="1063200"/>
          </a:xfrm>
          <a:prstGeom prst="rightBrace">
            <a:avLst>
              <a:gd name="adj1" fmla="val 8333"/>
              <a:gd name="adj2" fmla="val 50000"/>
            </a:avLst>
          </a:prstGeom>
          <a:noFill/>
          <a:ln w="381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" name="Google Shape;616;g23c4c92a5cf_0_24">
            <a:extLst>
              <a:ext uri="{FF2B5EF4-FFF2-40B4-BE49-F238E27FC236}">
                <a16:creationId xmlns:a16="http://schemas.microsoft.com/office/drawing/2014/main" id="{D58780D2-3A91-BE61-4E67-C3886CD16867}"/>
              </a:ext>
            </a:extLst>
          </p:cNvPr>
          <p:cNvSpPr txBox="1"/>
          <p:nvPr userDrawn="1"/>
        </p:nvSpPr>
        <p:spPr>
          <a:xfrm>
            <a:off x="6662805" y="5179133"/>
            <a:ext cx="4860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-US" sz="25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x2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CA87F22-84EE-F298-AC11-1B6A767E2823}"/>
              </a:ext>
            </a:extLst>
          </p:cNvPr>
          <p:cNvSpPr txBox="1"/>
          <p:nvPr userDrawn="1"/>
        </p:nvSpPr>
        <p:spPr>
          <a:xfrm>
            <a:off x="1981200" y="1692276"/>
            <a:ext cx="4216400" cy="4914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Happy birthday sister/brother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Today is your big day, we all love you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Be glorified, the name of the Lord</a:t>
            </a:r>
            <a:endParaRPr lang="en-US" sz="1800" dirty="0"/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In everything of your life, </a:t>
            </a:r>
            <a:endParaRPr lang="en-US" sz="1800" dirty="0"/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we wish you in His name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You‘re a part of body of Christ</a:t>
            </a:r>
            <a:endParaRPr lang="en-US" sz="1800" dirty="0"/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We really care of you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We love you in His name, yes we do</a:t>
            </a:r>
            <a:endParaRPr lang="en-US" sz="1800" dirty="0"/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lang="en-US" sz="1800" dirty="0">
              <a:solidFill>
                <a:srgbClr val="000000"/>
              </a:solidFill>
            </a:endParaRP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lang="en-US" sz="1800" dirty="0">
              <a:solidFill>
                <a:srgbClr val="000000"/>
              </a:solidFill>
            </a:endParaRP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Happy birthday, happy birthday to you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You are my sister/brother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Happy birthday, happy birthday to you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lang="en-US" sz="1800" dirty="0">
              <a:solidFill>
                <a:srgbClr val="000000"/>
              </a:solidFill>
            </a:endParaRPr>
          </a:p>
          <a:p>
            <a:endParaRPr lang="de-DE" sz="18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DBF4BDF-7DDA-7B96-38BD-F01A0CA4FB12}"/>
              </a:ext>
            </a:extLst>
          </p:cNvPr>
          <p:cNvSpPr txBox="1"/>
          <p:nvPr userDrawn="1"/>
        </p:nvSpPr>
        <p:spPr>
          <a:xfrm>
            <a:off x="1524000" y="175491"/>
            <a:ext cx="9144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5400" dirty="0">
                <a:latin typeface="Corsiva" panose="020B0604020202020204" charset="0"/>
              </a:rPr>
              <a:t>Happy Birthday</a:t>
            </a:r>
          </a:p>
        </p:txBody>
      </p:sp>
    </p:spTree>
    <p:extLst>
      <p:ext uri="{BB962C8B-B14F-4D97-AF65-F5344CB8AC3E}">
        <p14:creationId xmlns:p14="http://schemas.microsoft.com/office/powerpoint/2010/main" val="199289298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0366A0A-7403-E70C-F0CE-C896606A7A74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</p:txBody>
      </p:sp>
      <p:pic>
        <p:nvPicPr>
          <p:cNvPr id="4" name="Google Shape;621;p70" descr="Ein Bild, das Himmel, Person, draußen, Gruppe enthält.&#10;&#10;Automatisch generierte Beschreibung">
            <a:extLst>
              <a:ext uri="{FF2B5EF4-FFF2-40B4-BE49-F238E27FC236}">
                <a16:creationId xmlns:a16="http://schemas.microsoft.com/office/drawing/2014/main" id="{D3D997F3-9E66-7028-4F57-1D65ABE916D9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207" t="47418" r="5031" b="3926"/>
          <a:stretch/>
        </p:blipFill>
        <p:spPr>
          <a:xfrm>
            <a:off x="1524000" y="-115576"/>
            <a:ext cx="9144000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622;p70">
            <a:extLst>
              <a:ext uri="{FF2B5EF4-FFF2-40B4-BE49-F238E27FC236}">
                <a16:creationId xmlns:a16="http://schemas.microsoft.com/office/drawing/2014/main" id="{6AAA839C-D067-6CDB-CBAF-16114B8619AD}"/>
              </a:ext>
            </a:extLst>
          </p:cNvPr>
          <p:cNvSpPr/>
          <p:nvPr userDrawn="1"/>
        </p:nvSpPr>
        <p:spPr>
          <a:xfrm>
            <a:off x="4998720" y="4564912"/>
            <a:ext cx="5669280" cy="2041452"/>
          </a:xfrm>
          <a:prstGeom prst="rect">
            <a:avLst/>
          </a:prstGeom>
          <a:solidFill>
            <a:schemeClr val="dk1">
              <a:alpha val="45098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058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en-US" sz="44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		</a:t>
            </a:r>
            <a:r>
              <a:rPr lang="en-US" sz="4400" b="0" i="0" u="none" strike="noStrike" cap="none" dirty="0" err="1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Kaffezeit</a:t>
            </a:r>
            <a:r>
              <a:rPr lang="en-US" sz="44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!	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2802744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628F65-79F8-E7FC-7A0C-FB16C1D0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86D42F8-2AD6-9BDB-05F8-07519BF547EC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4539735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_2">
    <p:bg>
      <p:bgPr>
        <a:solidFill>
          <a:srgbClr val="36060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6;p87">
            <a:extLst>
              <a:ext uri="{FF2B5EF4-FFF2-40B4-BE49-F238E27FC236}">
                <a16:creationId xmlns:a16="http://schemas.microsoft.com/office/drawing/2014/main" id="{07B285F8-41C1-DA9C-D675-7BC21A142D9F}"/>
              </a:ext>
            </a:extLst>
          </p:cNvPr>
          <p:cNvSpPr txBox="1"/>
          <p:nvPr userDrawn="1"/>
        </p:nvSpPr>
        <p:spPr>
          <a:xfrm>
            <a:off x="415600" y="3870118"/>
            <a:ext cx="11360800" cy="11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Arial"/>
              <a:buNone/>
            </a:pPr>
            <a:r>
              <a:rPr lang="en-US" sz="3200" b="1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International Reformed Evangelical Church Hamburg</a:t>
            </a:r>
            <a:endParaRPr sz="3200" b="1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pic>
        <p:nvPicPr>
          <p:cNvPr id="5" name="Google Shape;17;p87">
            <a:extLst>
              <a:ext uri="{FF2B5EF4-FFF2-40B4-BE49-F238E27FC236}">
                <a16:creationId xmlns:a16="http://schemas.microsoft.com/office/drawing/2014/main" id="{B444B406-00F0-E1A2-062F-EC6C96D99C3E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4114034" y="658862"/>
            <a:ext cx="3963932" cy="3963932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FEF26B0-DADB-6E8A-3F4F-040F0C3AF6F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07323" y="4947688"/>
            <a:ext cx="6377354" cy="914400"/>
          </a:xfrm>
        </p:spPr>
        <p:txBody>
          <a:bodyPr/>
          <a:lstStyle>
            <a:lvl1pPr marL="114300" indent="0" algn="ctr">
              <a:buNone/>
              <a:defRPr sz="28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</a:lstStyle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0716999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B227-800A-43F3-7319-2C09D1868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E30E605-D520-989B-CFD9-E8E4E4A846E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4649560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AND_TWO_COLUMNS" type="twoColTx">
  <p:cSld name="TITLE_AND_TWO_COLUMNS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98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98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2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914400" lvl="1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371600" lvl="2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1828800" lvl="3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2286000" lvl="4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2743200" lvl="5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3200400" lvl="6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3657600" lvl="7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4114800" lvl="8" indent="-3048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35" name="Google Shape;35;p98"/>
          <p:cNvSpPr txBox="1">
            <a:spLocks noGrp="1"/>
          </p:cNvSpPr>
          <p:nvPr>
            <p:ph type="body" idx="2"/>
          </p:nvPr>
        </p:nvSpPr>
        <p:spPr>
          <a:xfrm>
            <a:off x="6443200" y="1536633"/>
            <a:ext cx="53332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914400" lvl="1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371600" lvl="2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1828800" lvl="3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2286000" lvl="4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2743200" lvl="5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3200400" lvl="6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3657600" lvl="7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4114800" lvl="8" indent="-3048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36" name="Google Shape;36;p98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ONLY" type="titleOnly">
  <p:cSld name="TITLE_ONLY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9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99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00"/>
          <p:cNvSpPr txBox="1">
            <a:spLocks noGrp="1"/>
          </p:cNvSpPr>
          <p:nvPr>
            <p:ph type="title"/>
          </p:nvPr>
        </p:nvSpPr>
        <p:spPr>
          <a:xfrm>
            <a:off x="415600" y="740800"/>
            <a:ext cx="3744000" cy="100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42" name="Google Shape;42;p100"/>
          <p:cNvSpPr txBox="1">
            <a:spLocks noGrp="1"/>
          </p:cNvSpPr>
          <p:nvPr>
            <p:ph type="body" idx="1"/>
          </p:nvPr>
        </p:nvSpPr>
        <p:spPr>
          <a:xfrm>
            <a:off x="415600" y="1852800"/>
            <a:ext cx="3744000" cy="42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1pPr>
            <a:lvl2pPr marL="914400" lvl="1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371600" lvl="2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1828800" lvl="3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2286000" lvl="4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2743200" lvl="5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3200400" lvl="6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3657600" lvl="7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4114800" lvl="8" indent="-3048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43" name="Google Shape;43;p100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1"/>
          <p:cNvSpPr/>
          <p:nvPr/>
        </p:nvSpPr>
        <p:spPr>
          <a:xfrm>
            <a:off x="6096000" y="33"/>
            <a:ext cx="60960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" name="Google Shape;46;p101"/>
          <p:cNvSpPr txBox="1">
            <a:spLocks noGrp="1"/>
          </p:cNvSpPr>
          <p:nvPr>
            <p:ph type="title"/>
          </p:nvPr>
        </p:nvSpPr>
        <p:spPr>
          <a:xfrm>
            <a:off x="354000" y="1644233"/>
            <a:ext cx="5393600" cy="19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47" name="Google Shape;47;p101"/>
          <p:cNvSpPr txBox="1">
            <a:spLocks noGrp="1"/>
          </p:cNvSpPr>
          <p:nvPr>
            <p:ph type="subTitle" idx="1"/>
          </p:nvPr>
        </p:nvSpPr>
        <p:spPr>
          <a:xfrm>
            <a:off x="354000" y="3737433"/>
            <a:ext cx="5393600" cy="164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48" name="Google Shape;48;p101"/>
          <p:cNvSpPr txBox="1">
            <a:spLocks noGrp="1"/>
          </p:cNvSpPr>
          <p:nvPr>
            <p:ph type="body" idx="2"/>
          </p:nvPr>
        </p:nvSpPr>
        <p:spPr>
          <a:xfrm>
            <a:off x="6586000" y="965600"/>
            <a:ext cx="5116000" cy="492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marL="914400" lvl="1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marL="1371600" lvl="2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marL="1828800" lvl="3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marL="2286000" lvl="4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marL="2743200" lvl="5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marL="3200400" lvl="6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marL="3657600" lvl="7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marL="4114800" lvl="8" indent="-3175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9" name="Google Shape;49;p101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02"/>
          <p:cNvSpPr txBox="1">
            <a:spLocks noGrp="1"/>
          </p:cNvSpPr>
          <p:nvPr>
            <p:ph type="body" idx="1"/>
          </p:nvPr>
        </p:nvSpPr>
        <p:spPr>
          <a:xfrm>
            <a:off x="415600" y="5640767"/>
            <a:ext cx="7998400" cy="80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2" name="Google Shape;52;p102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03"/>
          <p:cNvSpPr txBox="1">
            <a:spLocks noGrp="1"/>
          </p:cNvSpPr>
          <p:nvPr>
            <p:ph type="title"/>
          </p:nvPr>
        </p:nvSpPr>
        <p:spPr>
          <a:xfrm>
            <a:off x="415600" y="1474833"/>
            <a:ext cx="11360800" cy="26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endParaRPr/>
          </a:p>
        </p:txBody>
      </p:sp>
      <p:sp>
        <p:nvSpPr>
          <p:cNvPr id="55" name="Google Shape;55;p103"/>
          <p:cNvSpPr txBox="1">
            <a:spLocks noGrp="1"/>
          </p:cNvSpPr>
          <p:nvPr>
            <p:ph type="body" idx="1"/>
          </p:nvPr>
        </p:nvSpPr>
        <p:spPr>
          <a:xfrm>
            <a:off x="415600" y="4202967"/>
            <a:ext cx="11360800" cy="173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6" name="Google Shape;56;p103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85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85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■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●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■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●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Font typeface="Arial"/>
              <a:buChar char="■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85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6" r:id="rId1"/>
    <p:sldLayoutId id="2147483672" r:id="rId2"/>
    <p:sldLayoutId id="2147483671" r:id="rId3"/>
    <p:sldLayoutId id="2147483673" r:id="rId4"/>
    <p:sldLayoutId id="2147483674" r:id="rId5"/>
    <p:sldLayoutId id="2147483675" r:id="rId6"/>
    <p:sldLayoutId id="2147483677" r:id="rId7"/>
    <p:sldLayoutId id="2147483678" r:id="rId8"/>
    <p:sldLayoutId id="2147483679" r:id="rId9"/>
    <p:sldLayoutId id="2147483680" r:id="rId10"/>
    <p:sldLayoutId id="2147483681" r:id="rId11"/>
    <p:sldLayoutId id="2147483682" r:id="rId12"/>
    <p:sldLayoutId id="2147483683" r:id="rId13"/>
    <p:sldLayoutId id="2147483684" r:id="rId14"/>
    <p:sldLayoutId id="2147483685" r:id="rId15"/>
    <p:sldLayoutId id="2147483686" r:id="rId16"/>
    <p:sldLayoutId id="2147483687" r:id="rId17"/>
    <p:sldLayoutId id="2147483688" r:id="rId18"/>
    <p:sldLayoutId id="2147483689" r:id="rId19"/>
    <p:sldLayoutId id="2147483690" r:id="rId20"/>
    <p:sldLayoutId id="2147483691" r:id="rId21"/>
    <p:sldLayoutId id="2147483692" r:id="rId22"/>
    <p:sldLayoutId id="2147483694" r:id="rId23"/>
    <p:sldLayoutId id="2147483695" r:id="rId24"/>
    <p:sldLayoutId id="2147483708" r:id="rId25"/>
    <p:sldLayoutId id="2147483706" r:id="rId26"/>
    <p:sldLayoutId id="2147483722" r:id="rId27"/>
    <p:sldLayoutId id="2147483697" r:id="rId28"/>
    <p:sldLayoutId id="2147483711" r:id="rId29"/>
    <p:sldLayoutId id="2147483712" r:id="rId30"/>
    <p:sldLayoutId id="2147483713" r:id="rId31"/>
    <p:sldLayoutId id="2147483714" r:id="rId32"/>
    <p:sldLayoutId id="2147483715" r:id="rId33"/>
    <p:sldLayoutId id="2147483698" r:id="rId34"/>
    <p:sldLayoutId id="2147483716" r:id="rId35"/>
    <p:sldLayoutId id="2147483717" r:id="rId36"/>
    <p:sldLayoutId id="2147483719" r:id="rId37"/>
    <p:sldLayoutId id="2147483720" r:id="rId38"/>
    <p:sldLayoutId id="2147483700" r:id="rId39"/>
    <p:sldLayoutId id="2147483721" r:id="rId40"/>
    <p:sldLayoutId id="2147483707" r:id="rId41"/>
    <p:sldLayoutId id="2147483702" r:id="rId42"/>
    <p:sldLayoutId id="2147483703" r:id="rId43"/>
    <p:sldLayoutId id="2147483705" r:id="rId44"/>
    <p:sldLayoutId id="2147483701" r:id="rId45"/>
    <p:sldLayoutId id="2147483654" r:id="rId46"/>
    <p:sldLayoutId id="2147483655" r:id="rId47"/>
    <p:sldLayoutId id="2147483656" r:id="rId48"/>
    <p:sldLayoutId id="2147483657" r:id="rId49"/>
    <p:sldLayoutId id="2147483658" r:id="rId50"/>
    <p:sldLayoutId id="2147483659" r:id="rId5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theme/theme1.xml><?xml version="1.0" encoding="utf-8"?>
<a:theme xmlns:a="http://schemas.openxmlformats.org/drawingml/2006/main" name="Simple Dark">
  <a:themeElements>
    <a:clrScheme name="Simple Dark">
      <a:dk1>
        <a:srgbClr val="FFFFFF"/>
      </a:dk1>
      <a:lt1>
        <a:srgbClr val="212121"/>
      </a:lt1>
      <a:dk2>
        <a:srgbClr val="303030"/>
      </a:dk2>
      <a:lt2>
        <a:srgbClr val="ADADAD"/>
      </a:lt2>
      <a:accent1>
        <a:srgbClr val="009688"/>
      </a:accent1>
      <a:accent2>
        <a:srgbClr val="EEEEEE"/>
      </a:accent2>
      <a:accent3>
        <a:srgbClr val="78909C"/>
      </a:accent3>
      <a:accent4>
        <a:srgbClr val="FFAB40"/>
      </a:accent4>
      <a:accent5>
        <a:srgbClr val="4DD0E1"/>
      </a:accent5>
      <a:accent6>
        <a:srgbClr val="EEFF41"/>
      </a:accent6>
      <a:hlink>
        <a:srgbClr val="4DD0E1"/>
      </a:hlink>
      <a:folHlink>
        <a:srgbClr val="4DD0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6" baseType="lpstr">
      <vt:lpstr>Arial</vt:lpstr>
      <vt:lpstr>Roboto Condensed</vt:lpstr>
      <vt:lpstr>Calibri</vt:lpstr>
      <vt:lpstr>Corsiva</vt:lpstr>
      <vt:lpstr>Roboto</vt:lpstr>
      <vt:lpstr>Simple Dark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Bobby Simarmata</dc:creator>
  <cp:lastModifiedBy>Stephen Kurniawan</cp:lastModifiedBy>
  <cp:revision>65</cp:revision>
  <dcterms:created xsi:type="dcterms:W3CDTF">2021-05-09T21:05:28Z</dcterms:created>
  <dcterms:modified xsi:type="dcterms:W3CDTF">2025-03-22T20:01:44Z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604be5fb-a727-4de8-9a0b-2318b3ae9b1b_Enabled">
    <vt:lpwstr>true</vt:lpwstr>
  </property>
  <property fmtid="{D5CDD505-2E9C-101B-9397-08002B2CF9AE}" pid="3" name="MSIP_Label_604be5fb-a727-4de8-9a0b-2318b3ae9b1b_SetDate">
    <vt:lpwstr>2022-09-01T21:09:35Z</vt:lpwstr>
  </property>
  <property fmtid="{D5CDD505-2E9C-101B-9397-08002B2CF9AE}" pid="4" name="MSIP_Label_604be5fb-a727-4de8-9a0b-2318b3ae9b1b_Method">
    <vt:lpwstr>Standard</vt:lpwstr>
  </property>
  <property fmtid="{D5CDD505-2E9C-101B-9397-08002B2CF9AE}" pid="5" name="MSIP_Label_604be5fb-a727-4de8-9a0b-2318b3ae9b1b_Name">
    <vt:lpwstr>604be5fb-a727-4de8-9a0b-2318b3ae9b1b</vt:lpwstr>
  </property>
  <property fmtid="{D5CDD505-2E9C-101B-9397-08002B2CF9AE}" pid="6" name="MSIP_Label_604be5fb-a727-4de8-9a0b-2318b3ae9b1b_SiteId">
    <vt:lpwstr>e361356b-0fd2-4625-86f0-22ae6904a721</vt:lpwstr>
  </property>
  <property fmtid="{D5CDD505-2E9C-101B-9397-08002B2CF9AE}" pid="7" name="MSIP_Label_604be5fb-a727-4de8-9a0b-2318b3ae9b1b_ActionId">
    <vt:lpwstr>1438cdf0-9406-4d23-95c8-9dc020acdc58</vt:lpwstr>
  </property>
  <property fmtid="{D5CDD505-2E9C-101B-9397-08002B2CF9AE}" pid="8" name="MSIP_Label_604be5fb-a727-4de8-9a0b-2318b3ae9b1b_ContentBits">
    <vt:lpwstr>0</vt:lpwstr>
  </property>
</Properties>
</file>