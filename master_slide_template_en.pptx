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72" d="100"/>
          <a:sy n="72" d="100"/>
        </p:scale>
        <p:origin x="60" y="1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56800" y="38677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your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will be done, on earth as it is in heaven.</a:t>
            </a: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debts,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also have forgiven our debtors.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9603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86691" y="540300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yours is the kingdom, and the power,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3143839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2080761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1407406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3E1C0905-8B2D-61B2-69B0-473975D71B7B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1630620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Theological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Seminary 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318767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1237022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B4688AE5-DED4-51F2-2A92-5C0264164D84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1929707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027750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1536109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06B3F376-B846-5494-2C75-3F9E55842B75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3211039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1089354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1768771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6E211AF9-02D4-A80D-6F4D-DA12604142CC}"/>
              </a:ext>
            </a:extLst>
          </p:cNvPr>
          <p:cNvSpPr txBox="1"/>
          <p:nvPr userDrawn="1"/>
        </p:nvSpPr>
        <p:spPr>
          <a:xfrm>
            <a:off x="0" y="4776461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290248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1333573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2022226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7887DBE1-8B07-7E08-FA38-605A42FDF00F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714" r:id="rId29"/>
    <p:sldLayoutId id="2147483715" r:id="rId30"/>
    <p:sldLayoutId id="2147483716" r:id="rId31"/>
    <p:sldLayoutId id="2147483717" r:id="rId32"/>
    <p:sldLayoutId id="2147483719" r:id="rId33"/>
    <p:sldLayoutId id="2147483721" r:id="rId34"/>
    <p:sldLayoutId id="2147483707" r:id="rId35"/>
    <p:sldLayoutId id="2147483702" r:id="rId36"/>
    <p:sldLayoutId id="2147483703" r:id="rId37"/>
    <p:sldLayoutId id="2147483705" r:id="rId38"/>
    <p:sldLayoutId id="2147483701" r:id="rId39"/>
    <p:sldLayoutId id="2147483654" r:id="rId40"/>
    <p:sldLayoutId id="2147483655" r:id="rId41"/>
    <p:sldLayoutId id="2147483656" r:id="rId42"/>
    <p:sldLayoutId id="2147483657" r:id="rId43"/>
    <p:sldLayoutId id="2147483658" r:id="rId44"/>
    <p:sldLayoutId id="2147483659" r:id="rId4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</vt:lpstr>
      <vt:lpstr>Corsiva</vt:lpstr>
      <vt:lpstr>Calibri</vt:lpstr>
      <vt:lpstr>Arial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74</cp:revision>
  <dcterms:created xsi:type="dcterms:W3CDTF">2021-05-09T21:05:28Z</dcterms:created>
  <dcterms:modified xsi:type="dcterms:W3CDTF">2025-09-01T20:07:27Z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