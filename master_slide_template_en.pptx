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02" autoAdjust="0"/>
    <p:restoredTop sz="94692"/>
  </p:normalViewPr>
  <p:slideViewPr>
    <p:cSldViewPr snapToGrid="0">
      <p:cViewPr varScale="1">
        <p:scale>
          <a:sx n="87" d="100"/>
          <a:sy n="87" d="100"/>
        </p:scale>
        <p:origin x="4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Sermon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Scripture Reading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CESSION_PRAY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3420" y="1982146"/>
            <a:ext cx="5243491" cy="4215453"/>
          </a:xfrm>
        </p:spPr>
        <p:txBody>
          <a:bodyPr/>
          <a:lstStyle>
            <a:lvl1pPr marL="628650" indent="-514350" rtl="0">
              <a:buClr>
                <a:srgbClr val="FFFFFF"/>
              </a:buClr>
              <a:buSzPct val="100000"/>
              <a:buFont typeface="+mj-lt"/>
              <a:buAutoNum type="arabicPeriod"/>
              <a:defRPr lang="en-MY" sz="3000" b="1" i="0" u="none" strike="noStrike" smtClean="0">
                <a:effectLst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r>
              <a:rPr lang="en-MY" dirty="0"/>
              <a:t>English topic 1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2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3</a:t>
            </a:r>
            <a:endParaRPr lang="en-MY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1118" y="1982144"/>
            <a:ext cx="5397462" cy="4215453"/>
          </a:xfrm>
        </p:spPr>
        <p:txBody>
          <a:bodyPr/>
          <a:lstStyle>
            <a:lvl1pPr marL="628650" marR="0" indent="-514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+mj-lt"/>
              <a:buAutoNum type="arabicPeriod"/>
              <a:defRPr lang="en-MY" sz="3000" b="0" i="1" u="none" strike="noStrike" smtClean="0">
                <a:effectLst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r>
              <a:rPr lang="en-MY" dirty="0" err="1"/>
              <a:t>Topik</a:t>
            </a:r>
            <a:r>
              <a:rPr lang="en-MY" dirty="0"/>
              <a:t> Indo 1</a:t>
            </a:r>
          </a:p>
          <a:p>
            <a:endParaRPr lang="en-MY" dirty="0"/>
          </a:p>
          <a:p>
            <a:r>
              <a:rPr lang="en-MY" dirty="0"/>
              <a:t>Topik Indo 2</a:t>
            </a:r>
          </a:p>
          <a:p>
            <a:endParaRPr lang="en-MY" dirty="0"/>
          </a:p>
          <a:p>
            <a:r>
              <a:rPr lang="en-MY" dirty="0"/>
              <a:t>Topik Indo 3</a:t>
            </a:r>
            <a:endParaRPr lang="en-US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561D1A2-C5E5-3862-5BC1-199AA12F1731}"/>
              </a:ext>
            </a:extLst>
          </p:cNvPr>
          <p:cNvSpPr txBox="1"/>
          <p:nvPr userDrawn="1"/>
        </p:nvSpPr>
        <p:spPr>
          <a:xfrm>
            <a:off x="563420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1" i="0" u="sng" strike="noStrike" cap="none" dirty="0">
                <a:solidFill>
                  <a:schemeClr val="dk1"/>
                </a:solidFill>
                <a:effectLst/>
                <a:latin typeface="Roboto Condensed"/>
                <a:ea typeface="Roboto Condensed"/>
                <a:cs typeface="Roboto Condensed"/>
                <a:sym typeface="Arial"/>
              </a:rPr>
              <a:t>Intercession Prayer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151590-EE29-FA4D-AC5A-0AD326AAA05D}"/>
              </a:ext>
            </a:extLst>
          </p:cNvPr>
          <p:cNvSpPr txBox="1"/>
          <p:nvPr userDrawn="1"/>
        </p:nvSpPr>
        <p:spPr>
          <a:xfrm>
            <a:off x="6231118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Doa</a:t>
            </a:r>
            <a:r>
              <a:rPr lang="en-MY" sz="3000" b="0" i="1" u="sng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 </a:t>
            </a:r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Syafaat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0295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56800" y="38677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 in heaven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your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kingdom come,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will be done, on earth as it is in heaven.</a:t>
            </a: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today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debts,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also have forgiven our debtors.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9603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86691" y="540300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yours is the kingdom, and the power,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3143839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2080761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1407406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3E1C0905-8B2D-61B2-69B0-473975D71B7B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1630620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Theological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Seminary 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318767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1237022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B4688AE5-DED4-51F2-2A92-5C0264164D84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1929707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027750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1536109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06B3F376-B846-5494-2C75-3F9E55842B75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3211039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1089354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1768771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6E211AF9-02D4-A80D-6F4D-DA12604142CC}"/>
              </a:ext>
            </a:extLst>
          </p:cNvPr>
          <p:cNvSpPr txBox="1"/>
          <p:nvPr userDrawn="1"/>
        </p:nvSpPr>
        <p:spPr>
          <a:xfrm>
            <a:off x="0" y="4776461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290248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1333573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2022226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7887DBE1-8B07-7E08-FA38-605A42FDF00F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F2219C-F70B-9AF0-FDC1-2E87E0624E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161D7F-6050-BC8A-C958-D9A09C4B51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723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2" r:id="rId23"/>
    <p:sldLayoutId id="2147483694" r:id="rId24"/>
    <p:sldLayoutId id="2147483695" r:id="rId25"/>
    <p:sldLayoutId id="2147483722" r:id="rId26"/>
    <p:sldLayoutId id="2147483714" r:id="rId27"/>
    <p:sldLayoutId id="2147483715" r:id="rId28"/>
    <p:sldLayoutId id="2147483716" r:id="rId29"/>
    <p:sldLayoutId id="2147483717" r:id="rId30"/>
    <p:sldLayoutId id="2147483719" r:id="rId31"/>
    <p:sldLayoutId id="2147483721" r:id="rId32"/>
    <p:sldLayoutId id="2147483707" r:id="rId33"/>
    <p:sldLayoutId id="2147483702" r:id="rId34"/>
    <p:sldLayoutId id="2147483703" r:id="rId35"/>
    <p:sldLayoutId id="2147483705" r:id="rId36"/>
    <p:sldLayoutId id="2147483701" r:id="rId37"/>
    <p:sldLayoutId id="2147483654" r:id="rId38"/>
    <p:sldLayoutId id="2147483655" r:id="rId39"/>
    <p:sldLayoutId id="2147483656" r:id="rId40"/>
    <p:sldLayoutId id="2147483657" r:id="rId41"/>
    <p:sldLayoutId id="2147483658" r:id="rId42"/>
    <p:sldLayoutId id="2147483659" r:id="rId4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Corsiva</vt:lpstr>
      <vt:lpstr>Roboto</vt:lpstr>
      <vt:lpstr>Roboto Condensed</vt:lpstr>
      <vt:lpstr>Calibri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Stephen Kurniawan</dc:creator>
  <cp:keywords>slidemaker_template</cp:keywords>
  <cp:lastModifiedBy>Stephen Kurniawan</cp:lastModifiedBy>
  <cp:revision>78</cp:revision>
  <dcterms:created xsi:type="dcterms:W3CDTF">2021-05-09T21:05:28Z</dcterms:created>
  <dcterms:modified xsi:type="dcterms:W3CDTF">2025-12-16T21:05:23Z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