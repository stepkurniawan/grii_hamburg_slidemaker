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24BDAD-C02D-4ECC-879F-E5D510CDC487}" v="16" dt="2024-06-01T09:23:39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11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 Kurniawan" userId="98a6f147-1caf-47f2-8e74-24cd4be6d7bf" providerId="ADAL" clId="{8324BDAD-C02D-4ECC-879F-E5D510CDC487}"/>
    <pc:docChg chg="undo custSel modMainMaster">
      <pc:chgData name="Stephen Kurniawan" userId="98a6f147-1caf-47f2-8e74-24cd4be6d7bf" providerId="ADAL" clId="{8324BDAD-C02D-4ECC-879F-E5D510CDC487}" dt="2024-06-01T09:23:39.212" v="42" actId="255"/>
      <pc:docMkLst>
        <pc:docMk/>
      </pc:docMkLst>
      <pc:sldMasterChg chg="modSldLayout">
        <pc:chgData name="Stephen Kurniawan" userId="98a6f147-1caf-47f2-8e74-24cd4be6d7bf" providerId="ADAL" clId="{8324BDAD-C02D-4ECC-879F-E5D510CDC487}" dt="2024-06-01T09:23:39.212" v="42" actId="255"/>
        <pc:sldMasterMkLst>
          <pc:docMk/>
          <pc:sldMasterMk cId="0" sldId="2147483648"/>
        </pc:sldMasterMkLst>
        <pc:sldLayoutChg chg="addSp delSp modSp mod">
          <pc:chgData name="Stephen Kurniawan" userId="98a6f147-1caf-47f2-8e74-24cd4be6d7bf" providerId="ADAL" clId="{8324BDAD-C02D-4ECC-879F-E5D510CDC487}" dt="2024-06-01T09:23:39.212" v="42" actId="255"/>
          <pc:sldLayoutMkLst>
            <pc:docMk/>
            <pc:sldMasterMk cId="0" sldId="2147483648"/>
            <pc:sldLayoutMk cId="4212968070" sldId="2147483673"/>
          </pc:sldLayoutMkLst>
          <pc:spChg chg="add mod">
            <ac:chgData name="Stephen Kurniawan" userId="98a6f147-1caf-47f2-8e74-24cd4be6d7bf" providerId="ADAL" clId="{8324BDAD-C02D-4ECC-879F-E5D510CDC487}" dt="2024-06-01T09:22:29.836" v="2" actId="1076"/>
            <ac:spMkLst>
              <pc:docMk/>
              <pc:sldMasterMk cId="0" sldId="2147483648"/>
              <pc:sldLayoutMk cId="4212968070" sldId="2147483673"/>
              <ac:spMk id="2" creationId="{33829CB6-9D94-AD17-53A3-49B496134172}"/>
            </ac:spMkLst>
          </pc:spChg>
          <pc:spChg chg="add del">
            <ac:chgData name="Stephen Kurniawan" userId="98a6f147-1caf-47f2-8e74-24cd4be6d7bf" providerId="ADAL" clId="{8324BDAD-C02D-4ECC-879F-E5D510CDC487}" dt="2024-06-01T09:22:48.866" v="3" actId="11529"/>
            <ac:spMkLst>
              <pc:docMk/>
              <pc:sldMasterMk cId="0" sldId="2147483648"/>
              <pc:sldLayoutMk cId="4212968070" sldId="2147483673"/>
              <ac:spMk id="4" creationId="{C5A944F5-E4C0-49D4-CB9B-9132C1737C3C}"/>
            </ac:spMkLst>
          </pc:spChg>
          <pc:spChg chg="add mod">
            <ac:chgData name="Stephen Kurniawan" userId="98a6f147-1caf-47f2-8e74-24cd4be6d7bf" providerId="ADAL" clId="{8324BDAD-C02D-4ECC-879F-E5D510CDC487}" dt="2024-06-01T09:23:39.212" v="42" actId="255"/>
            <ac:spMkLst>
              <pc:docMk/>
              <pc:sldMasterMk cId="0" sldId="2147483648"/>
              <pc:sldLayoutMk cId="4212968070" sldId="2147483673"/>
              <ac:spMk id="5" creationId="{93C8EA97-1460-4A9F-87D8-B56EB8B62287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Father, who art in heaven,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thy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kingdom come.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will be done on earth, as it is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this 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trespasses,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trespass against us,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thine is the kingdom, and the power,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 and 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4132073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3068995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Theology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Education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4346296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887281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4517325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3075057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3964555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3084293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Roboto Condensed</vt:lpstr>
      <vt:lpstr>Roboto</vt:lpstr>
      <vt:lpstr>Corsiva</vt:lpstr>
      <vt:lpstr>Calibri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61</cp:revision>
  <dcterms:created xsi:type="dcterms:W3CDTF">2021-05-09T21:05:28Z</dcterms:created>
  <dcterms:modified xsi:type="dcterms:W3CDTF">2025-01-23T19:40:22Z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