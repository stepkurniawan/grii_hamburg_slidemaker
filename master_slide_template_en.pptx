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22" r:id="rId27"/>
    <p:sldLayoutId id="2147483714" r:id="rId28"/>
    <p:sldLayoutId id="2147483715" r:id="rId29"/>
    <p:sldLayoutId id="2147483716" r:id="rId30"/>
    <p:sldLayoutId id="2147483717" r:id="rId31"/>
    <p:sldLayoutId id="2147483719" r:id="rId32"/>
    <p:sldLayoutId id="2147483721" r:id="rId33"/>
    <p:sldLayoutId id="2147483707" r:id="rId34"/>
    <p:sldLayoutId id="2147483702" r:id="rId35"/>
    <p:sldLayoutId id="2147483703" r:id="rId36"/>
    <p:sldLayoutId id="2147483705" r:id="rId37"/>
    <p:sldLayoutId id="2147483701" r:id="rId38"/>
    <p:sldLayoutId id="2147483654" r:id="rId39"/>
    <p:sldLayoutId id="2147483655" r:id="rId40"/>
    <p:sldLayoutId id="2147483656" r:id="rId41"/>
    <p:sldLayoutId id="2147483657" r:id="rId42"/>
    <p:sldLayoutId id="2147483658" r:id="rId43"/>
    <p:sldLayoutId id="2147483659" r:id="rId4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Corsiva</vt:lpstr>
      <vt:lpstr>Roboto</vt:lpstr>
      <vt:lpstr>Arial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76</cp:revision>
  <dcterms:created xsi:type="dcterms:W3CDTF">2021-05-09T21:05:28Z</dcterms:created>
  <dcterms:modified xsi:type="dcterms:W3CDTF">2025-12-16T20:54:32Z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