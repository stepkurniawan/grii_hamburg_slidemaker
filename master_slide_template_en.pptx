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84" d="100"/>
          <a:sy n="84" d="100"/>
        </p:scale>
        <p:origin x="6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6" baseType="lpstr">
      <vt:lpstr>Corsiva</vt:lpstr>
      <vt:lpstr>Roboto</vt:lpstr>
      <vt:lpstr>Calibri</vt:lpstr>
      <vt:lpstr>Arial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72</cp:revision>
  <dcterms:created xsi:type="dcterms:W3CDTF">2021-05-09T21:05:28Z</dcterms:created>
  <dcterms:modified xsi:type="dcterms:W3CDTF">2025-08-08T15:10:12Z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